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48" r:id="rId4"/>
  </p:sldMasterIdLst>
  <p:notesMasterIdLst>
    <p:notesMasterId r:id="rId12"/>
  </p:notesMasterIdLst>
  <p:handoutMasterIdLst>
    <p:handoutMasterId r:id="rId13"/>
  </p:handoutMasterIdLst>
  <p:sldIdLst>
    <p:sldId id="2147473473" r:id="rId5"/>
    <p:sldId id="2147473474" r:id="rId6"/>
    <p:sldId id="2147473476" r:id="rId7"/>
    <p:sldId id="2147473475" r:id="rId8"/>
    <p:sldId id="2147473468" r:id="rId9"/>
    <p:sldId id="2147473477" r:id="rId10"/>
    <p:sldId id="2147473469" r:id="rId11"/>
  </p:sldIdLst>
  <p:sldSz cx="12192000" cy="6858000"/>
  <p:notesSz cx="6858000" cy="9144000"/>
  <p:embeddedFontLst>
    <p:embeddedFont>
      <p:font typeface="Red Hat Text" panose="020B0604020202020204" charset="0"/>
      <p:regular r:id="rId14"/>
      <p:bold r:id="rId15"/>
      <p:italic r:id="rId16"/>
      <p:boldItalic r:id="rId17"/>
    </p:embeddedFont>
    <p:embeddedFont>
      <p:font typeface="Sparkasse Head" panose="020B0804050602020204" pitchFamily="34" charset="0"/>
      <p:bold r:id="rId18"/>
    </p:embeddedFont>
    <p:embeddedFont>
      <p:font typeface="Sparkasse Lt" panose="020B0304050602020204" pitchFamily="34" charset="0"/>
      <p:regular r:id="rId19"/>
      <p:italic r:id="rId20"/>
    </p:embeddedFont>
    <p:embeddedFont>
      <p:font typeface="Sparkasse Rg" panose="020B0504050602020204" pitchFamily="34" charset="0"/>
      <p:regular r:id="rId21"/>
      <p:bold r:id="rId22"/>
      <p:italic r:id="rId23"/>
      <p:boldItalic r:id="rId24"/>
    </p:embeddedFont>
  </p:embeddedFontLst>
  <p:defaultTextStyle>
    <a:defPPr>
      <a:defRPr lang="en-US"/>
    </a:defPPr>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tx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3CE8700-3E59-4620-AFA0-90B50C67F8CF}">
  <a:tblStyle styleId="{15B1976F-344B-47F6-BAD7-112B1A266717}" styleName="FI Explain">
    <a:wholeTbl>
      <a:tcTxStyle>
        <a:fontRef idx="minor">
          <a:prstClr val="black"/>
        </a:fontRef>
        <a:schemeClr val="dk1"/>
      </a:tcTxStyle>
      <a:tcStyle>
        <a:tcBdr>
          <a:left>
            <a:ln>
              <a:noFill/>
            </a:ln>
          </a:left>
          <a:right>
            <a:ln>
              <a:noFill/>
            </a:ln>
          </a:right>
          <a:top>
            <a:ln>
              <a:noFill/>
            </a:ln>
          </a:top>
          <a:bottom>
            <a:ln>
              <a:noFill/>
            </a:ln>
          </a:bottom>
          <a:insideH>
            <a:ln w="12700" cmpd="sng">
              <a:solidFill>
                <a:schemeClr val="dk2"/>
              </a:solidFill>
            </a:ln>
          </a:insideH>
          <a:insideV>
            <a:ln>
              <a:noFill/>
            </a:ln>
          </a:insideV>
        </a:tcBdr>
        <a:fill>
          <a:noFill/>
        </a:fill>
      </a:tcStyle>
    </a:wholeTbl>
    <a:band1H>
      <a:tcTxStyle/>
      <a:tcStyle>
        <a:tcBdr/>
      </a:tcStyle>
    </a:band1H>
    <a:band2H>
      <a:tcTxStyle/>
      <a:tcStyle>
        <a:tcBdr/>
      </a:tcStyle>
    </a:band2H>
    <a:band1V>
      <a:tcTxStyle/>
      <a:tcStyle>
        <a:tcBdr/>
      </a:tcStyle>
    </a:band1V>
    <a:band2V>
      <a:tcTxStyle/>
      <a:tcStyle>
        <a:tcBdr/>
      </a:tcStyle>
    </a:band2V>
    <a:lastCol>
      <a:tcTxStyle>
        <a:fontRef idx="major">
          <a:schemeClr val="dk1"/>
        </a:fontRef>
      </a:tcTxStyle>
      <a:tcStyle>
        <a:tcBdr/>
        <a:fill>
          <a:noFill/>
        </a:fill>
      </a:tcStyle>
    </a:lastCol>
    <a:firstCol>
      <a:tcTxStyle>
        <a:fontRef idx="major">
          <a:schemeClr val="dk1"/>
        </a:fontRef>
        <a:schemeClr val="dk1"/>
      </a:tcTxStyle>
      <a:tcStyle>
        <a:tcBdr/>
      </a:tcStyle>
    </a:firstCol>
    <a:lastRow>
      <a:tcTxStyle>
        <a:fontRef idx="major">
          <a:schemeClr val="dk1"/>
        </a:fontRef>
        <a:schemeClr val="dk1"/>
      </a:tcTxStyle>
      <a:tcStyle>
        <a:tcBdr>
          <a:top>
            <a:ln w="12700" cmpd="sng">
              <a:solidFill>
                <a:schemeClr val="dk1"/>
              </a:solidFill>
            </a:ln>
          </a:top>
          <a:bottom>
            <a:ln>
              <a:noFill/>
            </a:ln>
          </a:bottom>
        </a:tcBdr>
      </a:tcStyle>
    </a:lastRow>
    <a:firstRow>
      <a:tcTxStyle>
        <a:fontRef idx="major">
          <a:schemeClr val="dk1"/>
        </a:fontRef>
        <a:schemeClr val="dk1"/>
      </a:tcTxStyle>
      <a:tcStyle>
        <a:tcBdr>
          <a:bottom>
            <a:ln w="12700" cmpd="sng">
              <a:solidFill>
                <a:schemeClr val="lt2"/>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597" autoAdjust="0"/>
  </p:normalViewPr>
  <p:slideViewPr>
    <p:cSldViewPr showGuides="1">
      <p:cViewPr varScale="1">
        <p:scale>
          <a:sx n="112" d="100"/>
          <a:sy n="112" d="100"/>
        </p:scale>
        <p:origin x="552" y="108"/>
      </p:cViewPr>
      <p:guideLst/>
    </p:cSldViewPr>
  </p:slideViewPr>
  <p:outlineViewPr>
    <p:cViewPr>
      <p:scale>
        <a:sx n="33" d="100"/>
        <a:sy n="33" d="100"/>
      </p:scale>
      <p:origin x="0" y="-57624"/>
    </p:cViewPr>
  </p:outlineViewPr>
  <p:notesTextViewPr>
    <p:cViewPr>
      <p:scale>
        <a:sx n="3" d="2"/>
        <a:sy n="3" d="2"/>
      </p:scale>
      <p:origin x="0" y="0"/>
    </p:cViewPr>
  </p:notesTextViewPr>
  <p:sorterViewPr>
    <p:cViewPr varScale="1">
      <p:scale>
        <a:sx n="1" d="1"/>
        <a:sy n="1" d="1"/>
      </p:scale>
      <p:origin x="0" y="-8796"/>
    </p:cViewPr>
  </p:sorterViewPr>
  <p:notesViewPr>
    <p:cSldViewPr showGuides="1">
      <p:cViewPr varScale="1">
        <p:scale>
          <a:sx n="90" d="100"/>
          <a:sy n="90" d="100"/>
        </p:scale>
        <p:origin x="283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8.fntdata"/><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1.fntdata"/><Relationship Id="rId5" Type="http://schemas.openxmlformats.org/officeDocument/2006/relationships/slide" Target="slides/slide1.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Foliennummernplatzhalter 4">
            <a:extLst>
              <a:ext uri="{FF2B5EF4-FFF2-40B4-BE49-F238E27FC236}">
                <a16:creationId xmlns:a16="http://schemas.microsoft.com/office/drawing/2014/main" id="{5BC1CFE3-BCDD-CEF2-4A79-1A8A35D3F661}"/>
              </a:ext>
            </a:extLst>
          </p:cNvPr>
          <p:cNvSpPr>
            <a:spLocks noGrp="1"/>
          </p:cNvSpPr>
          <p:nvPr>
            <p:ph type="sldNum" sz="quarter" idx="3"/>
          </p:nvPr>
        </p:nvSpPr>
        <p:spPr>
          <a:xfrm>
            <a:off x="5877271" y="8676000"/>
            <a:ext cx="506067" cy="144000"/>
          </a:xfrm>
          <a:prstGeom prst="rect">
            <a:avLst/>
          </a:prstGeom>
        </p:spPr>
        <p:txBody>
          <a:bodyPr vert="horz" lIns="0" tIns="0" rIns="0" bIns="0" rtlCol="0" anchor="ctr" anchorCtr="0"/>
          <a:lstStyle>
            <a:lvl1pPr algn="r">
              <a:defRPr sz="1200">
                <a:latin typeface="+mn-lt"/>
              </a:defRPr>
            </a:lvl1pPr>
          </a:lstStyle>
          <a:p>
            <a:fld id="{263B4ECD-0F37-421B-9F42-76505C8D682D}" type="slidenum">
              <a:rPr lang="de-DE" sz="800" smtClean="0"/>
              <a:pPr/>
              <a:t>‹Nr.›</a:t>
            </a:fld>
            <a:endParaRPr lang="de-DE" sz="800" dirty="0">
              <a:latin typeface="+mn-lt"/>
            </a:endParaRPr>
          </a:p>
        </p:txBody>
      </p:sp>
      <p:sp>
        <p:nvSpPr>
          <p:cNvPr id="4" name="Textfeld 3">
            <a:extLst>
              <a:ext uri="{FF2B5EF4-FFF2-40B4-BE49-F238E27FC236}">
                <a16:creationId xmlns:a16="http://schemas.microsoft.com/office/drawing/2014/main" id="{81696343-8A14-384C-7522-6B32BB08FBF6}"/>
              </a:ext>
            </a:extLst>
          </p:cNvPr>
          <p:cNvSpPr txBox="1"/>
          <p:nvPr/>
        </p:nvSpPr>
        <p:spPr>
          <a:xfrm>
            <a:off x="479425" y="8676000"/>
            <a:ext cx="1224000" cy="144000"/>
          </a:xfrm>
          <a:prstGeom prst="rect">
            <a:avLst/>
          </a:prstGeom>
          <a:noFill/>
        </p:spPr>
        <p:txBody>
          <a:bodyPr wrap="square" lIns="0" tIns="0" rIns="0" bIns="0" rtlCol="0" anchor="ctr" anchorCtr="0">
            <a:noAutofit/>
          </a:bodyPr>
          <a:lstStyle/>
          <a:p>
            <a:r>
              <a:rPr lang="de-DE" sz="800" dirty="0">
                <a:latin typeface="+mn-lt"/>
              </a:rPr>
              <a:t>© Finanz Informatik </a:t>
            </a:r>
            <a:fld id="{D685EDD2-3819-472B-BA57-0AE47996D482}" type="datetimeyyyy">
              <a:rPr lang="de-DE" sz="800" smtClean="0">
                <a:latin typeface="+mn-lt"/>
              </a:rPr>
              <a:t>2026</a:t>
            </a:fld>
            <a:endParaRPr lang="de-DE" sz="800" dirty="0">
              <a:latin typeface="+mn-lt"/>
            </a:endParaRPr>
          </a:p>
        </p:txBody>
      </p:sp>
      <p:sp>
        <p:nvSpPr>
          <p:cNvPr id="5" name="Kopfzeilenplatzhalter 1">
            <a:extLst>
              <a:ext uri="{FF2B5EF4-FFF2-40B4-BE49-F238E27FC236}">
                <a16:creationId xmlns:a16="http://schemas.microsoft.com/office/drawing/2014/main" id="{F9DF0173-687A-722E-6A6B-F08D8947DACC}"/>
              </a:ext>
            </a:extLst>
          </p:cNvPr>
          <p:cNvSpPr>
            <a:spLocks noGrp="1"/>
          </p:cNvSpPr>
          <p:nvPr>
            <p:ph type="hdr" sz="quarter"/>
          </p:nvPr>
        </p:nvSpPr>
        <p:spPr>
          <a:xfrm>
            <a:off x="479424" y="396000"/>
            <a:ext cx="5903913" cy="216000"/>
          </a:xfrm>
          <a:prstGeom prst="rect">
            <a:avLst/>
          </a:prstGeom>
        </p:spPr>
        <p:txBody>
          <a:bodyPr vert="horz" lIns="0" tIns="0" rIns="0" bIns="0" rtlCol="0"/>
          <a:lstStyle>
            <a:lvl1pPr algn="l">
              <a:defRPr sz="1200">
                <a:solidFill>
                  <a:schemeClr val="bg2"/>
                </a:solidFill>
              </a:defRPr>
            </a:lvl1pPr>
          </a:lstStyle>
          <a:p>
            <a:endParaRPr lang="de-DE" dirty="0"/>
          </a:p>
        </p:txBody>
      </p:sp>
      <p:sp>
        <p:nvSpPr>
          <p:cNvPr id="6" name="Datumsplatzhalter 5">
            <a:extLst>
              <a:ext uri="{FF2B5EF4-FFF2-40B4-BE49-F238E27FC236}">
                <a16:creationId xmlns:a16="http://schemas.microsoft.com/office/drawing/2014/main" id="{60A37ABA-FDDD-412E-A136-BCD8CAB5D86A}"/>
              </a:ext>
            </a:extLst>
          </p:cNvPr>
          <p:cNvSpPr>
            <a:spLocks noGrp="1"/>
          </p:cNvSpPr>
          <p:nvPr>
            <p:ph type="dt" sz="quarter" idx="1"/>
          </p:nvPr>
        </p:nvSpPr>
        <p:spPr>
          <a:xfrm>
            <a:off x="1773008" y="8676000"/>
            <a:ext cx="1944000" cy="144000"/>
          </a:xfrm>
          <a:prstGeom prst="rect">
            <a:avLst/>
          </a:prstGeom>
          <a:noFill/>
        </p:spPr>
        <p:txBody>
          <a:bodyPr wrap="square" lIns="0" tIns="0" rIns="0" bIns="0" rtlCol="0" anchor="ctr" anchorCtr="0">
            <a:noAutofit/>
          </a:bodyPr>
          <a:lstStyle>
            <a:lvl1pPr algn="r">
              <a:defRPr sz="1200"/>
            </a:lvl1pPr>
          </a:lstStyle>
          <a:p>
            <a:pPr algn="l"/>
            <a:r>
              <a:rPr lang="de-DE" sz="800">
                <a:latin typeface="+mn-lt"/>
              </a:rPr>
              <a:t>Intern, TT.MM.JJJJ</a:t>
            </a:r>
            <a:endParaRPr lang="de-DE" sz="800" dirty="0">
              <a:latin typeface="+mn-lt"/>
            </a:endParaRPr>
          </a:p>
        </p:txBody>
      </p:sp>
    </p:spTree>
    <p:extLst>
      <p:ext uri="{BB962C8B-B14F-4D97-AF65-F5344CB8AC3E}">
        <p14:creationId xmlns:p14="http://schemas.microsoft.com/office/powerpoint/2010/main" val="3304858370"/>
      </p:ext>
    </p:extLst>
  </p:cSld>
  <p:clrMap bg1="lt1" tx1="dk1" bg2="lt2" tx2="dk2" accent1="accent1" accent2="accent2" accent3="accent3" accent4="accent4" accent5="accent5" accent6="accent6" hlink="hlink" folHlink="folHlink"/>
  <p:hf ftr="0"/>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79425" y="1026914"/>
            <a:ext cx="5903913" cy="3320951"/>
          </a:xfrm>
          <a:prstGeom prst="rect">
            <a:avLst/>
          </a:prstGeom>
          <a:noFill/>
          <a:ln w="3175">
            <a:solidFill>
              <a:schemeClr val="tx1"/>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79425" y="4500000"/>
            <a:ext cx="5903913" cy="3600392"/>
          </a:xfrm>
          <a:prstGeom prst="rect">
            <a:avLst/>
          </a:prstGeom>
        </p:spPr>
        <p:txBody>
          <a:bodyPr vert="horz" lIns="0" tIns="0" rIns="0" bIns="0" rtlCol="0"/>
          <a:lstStyle/>
          <a:p>
            <a:pPr lvl="0"/>
            <a:r>
              <a:rPr lang="de-DE" noProof="0" dirty="0"/>
              <a:t>Erste Ebene</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a:p>
            <a:pPr lvl="5"/>
            <a:r>
              <a:rPr lang="de-DE" noProof="0" dirty="0"/>
              <a:t>Sechste Ebene</a:t>
            </a:r>
          </a:p>
          <a:p>
            <a:pPr lvl="6"/>
            <a:r>
              <a:rPr lang="de-DE" noProof="0" dirty="0"/>
              <a:t>Siebte Ebene</a:t>
            </a:r>
          </a:p>
          <a:p>
            <a:pPr lvl="7"/>
            <a:r>
              <a:rPr lang="de-DE" noProof="0" dirty="0"/>
              <a:t>Achte Ebene</a:t>
            </a:r>
          </a:p>
          <a:p>
            <a:pPr lvl="8"/>
            <a:r>
              <a:rPr lang="de-DE" noProof="0" dirty="0"/>
              <a:t>Neunte Ebene</a:t>
            </a:r>
          </a:p>
        </p:txBody>
      </p:sp>
      <p:sp>
        <p:nvSpPr>
          <p:cNvPr id="15" name="Foliennummernplatzhalter 4">
            <a:extLst>
              <a:ext uri="{FF2B5EF4-FFF2-40B4-BE49-F238E27FC236}">
                <a16:creationId xmlns:a16="http://schemas.microsoft.com/office/drawing/2014/main" id="{ADFD8776-4D29-AE89-C7F3-CDE07996135B}"/>
              </a:ext>
            </a:extLst>
          </p:cNvPr>
          <p:cNvSpPr>
            <a:spLocks noGrp="1"/>
          </p:cNvSpPr>
          <p:nvPr>
            <p:ph type="sldNum" sz="quarter" idx="5"/>
          </p:nvPr>
        </p:nvSpPr>
        <p:spPr>
          <a:xfrm>
            <a:off x="5877271" y="8676000"/>
            <a:ext cx="506067" cy="144000"/>
          </a:xfrm>
          <a:prstGeom prst="rect">
            <a:avLst/>
          </a:prstGeom>
        </p:spPr>
        <p:txBody>
          <a:bodyPr vert="horz" lIns="0" tIns="0" rIns="0" bIns="0" rtlCol="0" anchor="ctr" anchorCtr="0"/>
          <a:lstStyle>
            <a:lvl1pPr algn="r">
              <a:defRPr sz="1200">
                <a:latin typeface="+mn-lt"/>
              </a:defRPr>
            </a:lvl1pPr>
          </a:lstStyle>
          <a:p>
            <a:fld id="{263B4ECD-0F37-421B-9F42-76505C8D682D}" type="slidenum">
              <a:rPr lang="de-DE" sz="800" smtClean="0"/>
              <a:pPr/>
              <a:t>‹Nr.›</a:t>
            </a:fld>
            <a:endParaRPr lang="de-DE" sz="800" dirty="0">
              <a:latin typeface="+mn-lt"/>
            </a:endParaRPr>
          </a:p>
        </p:txBody>
      </p:sp>
      <p:sp>
        <p:nvSpPr>
          <p:cNvPr id="7" name="Textfeld 6">
            <a:extLst>
              <a:ext uri="{FF2B5EF4-FFF2-40B4-BE49-F238E27FC236}">
                <a16:creationId xmlns:a16="http://schemas.microsoft.com/office/drawing/2014/main" id="{D32B4DB1-99DA-3D47-9A10-ED0C7FB08381}"/>
              </a:ext>
            </a:extLst>
          </p:cNvPr>
          <p:cNvSpPr txBox="1"/>
          <p:nvPr/>
        </p:nvSpPr>
        <p:spPr>
          <a:xfrm>
            <a:off x="479425" y="8676000"/>
            <a:ext cx="1224000" cy="144000"/>
          </a:xfrm>
          <a:prstGeom prst="rect">
            <a:avLst/>
          </a:prstGeom>
          <a:noFill/>
        </p:spPr>
        <p:txBody>
          <a:bodyPr wrap="square" lIns="0" tIns="0" rIns="0" bIns="0" rtlCol="0" anchor="ctr" anchorCtr="0">
            <a:noAutofit/>
          </a:bodyPr>
          <a:lstStyle/>
          <a:p>
            <a:r>
              <a:rPr lang="de-DE" sz="800" dirty="0">
                <a:latin typeface="+mn-lt"/>
              </a:rPr>
              <a:t>© Finanz Informatik </a:t>
            </a:r>
            <a:fld id="{D685EDD2-3819-472B-BA57-0AE47996D482}" type="datetimeyyyy">
              <a:rPr lang="de-DE" sz="800" smtClean="0">
                <a:latin typeface="+mn-lt"/>
              </a:rPr>
              <a:t>2026</a:t>
            </a:fld>
            <a:endParaRPr lang="de-DE" sz="800" dirty="0">
              <a:latin typeface="+mn-lt"/>
            </a:endParaRPr>
          </a:p>
        </p:txBody>
      </p:sp>
      <p:sp>
        <p:nvSpPr>
          <p:cNvPr id="8" name="Kopfzeilenplatzhalter 1">
            <a:extLst>
              <a:ext uri="{FF2B5EF4-FFF2-40B4-BE49-F238E27FC236}">
                <a16:creationId xmlns:a16="http://schemas.microsoft.com/office/drawing/2014/main" id="{FB63397C-4465-02F4-A67F-29C115527B4C}"/>
              </a:ext>
            </a:extLst>
          </p:cNvPr>
          <p:cNvSpPr>
            <a:spLocks noGrp="1"/>
          </p:cNvSpPr>
          <p:nvPr>
            <p:ph type="hdr" sz="quarter"/>
          </p:nvPr>
        </p:nvSpPr>
        <p:spPr>
          <a:xfrm>
            <a:off x="479424" y="396000"/>
            <a:ext cx="5903913" cy="216000"/>
          </a:xfrm>
          <a:prstGeom prst="rect">
            <a:avLst/>
          </a:prstGeom>
        </p:spPr>
        <p:txBody>
          <a:bodyPr vert="horz" lIns="0" tIns="0" rIns="0" bIns="0" rtlCol="0"/>
          <a:lstStyle>
            <a:lvl1pPr algn="l">
              <a:defRPr sz="1200">
                <a:solidFill>
                  <a:schemeClr val="bg2"/>
                </a:solidFill>
              </a:defRPr>
            </a:lvl1pPr>
          </a:lstStyle>
          <a:p>
            <a:endParaRPr lang="de-DE" dirty="0"/>
          </a:p>
        </p:txBody>
      </p:sp>
      <p:sp>
        <p:nvSpPr>
          <p:cNvPr id="9" name="Datumsplatzhalter 5">
            <a:extLst>
              <a:ext uri="{FF2B5EF4-FFF2-40B4-BE49-F238E27FC236}">
                <a16:creationId xmlns:a16="http://schemas.microsoft.com/office/drawing/2014/main" id="{2DCABA0D-D011-1496-7DF2-1BBBFC743525}"/>
              </a:ext>
            </a:extLst>
          </p:cNvPr>
          <p:cNvSpPr>
            <a:spLocks noGrp="1"/>
          </p:cNvSpPr>
          <p:nvPr>
            <p:ph type="dt" sz="quarter" idx="1"/>
          </p:nvPr>
        </p:nvSpPr>
        <p:spPr>
          <a:xfrm>
            <a:off x="1773008" y="8676000"/>
            <a:ext cx="1944000" cy="144000"/>
          </a:xfrm>
          <a:prstGeom prst="rect">
            <a:avLst/>
          </a:prstGeom>
          <a:noFill/>
        </p:spPr>
        <p:txBody>
          <a:bodyPr wrap="square" lIns="0" tIns="0" rIns="0" bIns="0" rtlCol="0" anchor="ctr" anchorCtr="0">
            <a:noAutofit/>
          </a:bodyPr>
          <a:lstStyle>
            <a:lvl1pPr algn="r">
              <a:defRPr sz="1200"/>
            </a:lvl1pPr>
          </a:lstStyle>
          <a:p>
            <a:pPr algn="l"/>
            <a:r>
              <a:rPr lang="de-DE" sz="800">
                <a:latin typeface="+mn-lt"/>
              </a:rPr>
              <a:t>Intern, TT.MM.JJJJ</a:t>
            </a:r>
            <a:endParaRPr lang="de-DE" sz="800" dirty="0">
              <a:latin typeface="+mn-lt"/>
            </a:endParaRPr>
          </a:p>
        </p:txBody>
      </p:sp>
    </p:spTree>
    <p:extLst>
      <p:ext uri="{BB962C8B-B14F-4D97-AF65-F5344CB8AC3E}">
        <p14:creationId xmlns:p14="http://schemas.microsoft.com/office/powerpoint/2010/main" val="989662315"/>
      </p:ext>
    </p:extLst>
  </p:cSld>
  <p:clrMap bg1="lt1" tx1="dk1" bg2="lt2" tx2="dk2" accent1="accent1" accent2="accent2" accent3="accent3" accent4="accent4" accent5="accent5" accent6="accent6" hlink="hlink" folHlink="folHlink"/>
  <p:hf ftr="0"/>
  <p:notesStyle>
    <a:lvl1pPr marL="0" algn="l" defTabSz="914400" rtl="0" eaLnBrk="1" latinLnBrk="0" hangingPunct="1">
      <a:lnSpc>
        <a:spcPct val="100000"/>
      </a:lnSpc>
      <a:spcBef>
        <a:spcPts val="0"/>
      </a:spcBef>
      <a:spcAft>
        <a:spcPts val="600"/>
      </a:spcAft>
      <a:defRPr sz="1000" kern="1200">
        <a:solidFill>
          <a:schemeClr val="tx1"/>
        </a:solidFill>
        <a:latin typeface="+mn-lt"/>
        <a:ea typeface="+mn-ea"/>
        <a:cs typeface="+mn-cs"/>
      </a:defRPr>
    </a:lvl1pPr>
    <a:lvl2pPr marL="144000" indent="-144000" algn="l" defTabSz="914400" rtl="0" eaLnBrk="1" latinLnBrk="0" hangingPunct="1">
      <a:lnSpc>
        <a:spcPct val="100000"/>
      </a:lnSpc>
      <a:spcBef>
        <a:spcPts val="0"/>
      </a:spcBef>
      <a:spcAft>
        <a:spcPts val="600"/>
      </a:spcAft>
      <a:buFont typeface="Sparkasse Lt" panose="020B0304050602020204" pitchFamily="34" charset="0"/>
      <a:buChar char="•"/>
      <a:defRPr sz="1000" kern="1200">
        <a:solidFill>
          <a:schemeClr val="tx1"/>
        </a:solidFill>
        <a:latin typeface="+mn-lt"/>
        <a:ea typeface="+mn-ea"/>
        <a:cs typeface="+mn-cs"/>
      </a:defRPr>
    </a:lvl2pPr>
    <a:lvl3pPr marL="288000" indent="-144000" algn="l" defTabSz="914400" rtl="0" eaLnBrk="1" latinLnBrk="0" hangingPunct="1">
      <a:lnSpc>
        <a:spcPct val="100000"/>
      </a:lnSpc>
      <a:spcBef>
        <a:spcPts val="0"/>
      </a:spcBef>
      <a:spcAft>
        <a:spcPts val="600"/>
      </a:spcAft>
      <a:buFont typeface="Sparkasse Lt" panose="020B0304050602020204" pitchFamily="34" charset="0"/>
      <a:buChar char="•"/>
      <a:defRPr sz="100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600"/>
      </a:spcAft>
      <a:buFont typeface="Red Hat Text" panose="02010303040201060303" pitchFamily="2" charset="0"/>
      <a:buNone/>
      <a:defRPr sz="1000" b="0" kern="1200">
        <a:solidFill>
          <a:schemeClr val="tx1"/>
        </a:solidFill>
        <a:latin typeface="+mj-lt"/>
        <a:ea typeface="Red Hat Mono Medium" panose="02010309040201060303" pitchFamily="49" charset="0"/>
        <a:cs typeface="Red Hat Mono Medium" panose="02010309040201060303" pitchFamily="49" charset="0"/>
      </a:defRPr>
    </a:lvl4pPr>
    <a:lvl5pPr marL="0" indent="0" algn="l" defTabSz="914400" rtl="0" eaLnBrk="1" latinLnBrk="0" hangingPunct="1">
      <a:lnSpc>
        <a:spcPct val="100000"/>
      </a:lnSpc>
      <a:spcBef>
        <a:spcPts val="0"/>
      </a:spcBef>
      <a:spcAft>
        <a:spcPts val="600"/>
      </a:spcAft>
      <a:buFont typeface="Red Hat Text" panose="02010303040201060303" pitchFamily="2" charset="0"/>
      <a:buNone/>
      <a:defRPr sz="1000" b="0" kern="1200">
        <a:solidFill>
          <a:schemeClr val="tx1"/>
        </a:solidFill>
        <a:latin typeface="+mj-lt"/>
        <a:ea typeface="Red Hat Mono Medium" panose="02010309040201060303" pitchFamily="49" charset="0"/>
        <a:cs typeface="Red Hat Mono Medium" panose="02010309040201060303" pitchFamily="49" charset="0"/>
      </a:defRPr>
    </a:lvl5pPr>
    <a:lvl6pPr marL="0" indent="0" algn="l" defTabSz="914400" rtl="0" eaLnBrk="1" latinLnBrk="0" hangingPunct="1">
      <a:lnSpc>
        <a:spcPct val="100000"/>
      </a:lnSpc>
      <a:spcBef>
        <a:spcPts val="0"/>
      </a:spcBef>
      <a:spcAft>
        <a:spcPts val="600"/>
      </a:spcAft>
      <a:buFont typeface="Red Hat Text" panose="02010303040201060303" pitchFamily="2" charset="0"/>
      <a:buNone/>
      <a:defRPr sz="1000" b="0" kern="1200">
        <a:solidFill>
          <a:schemeClr val="tx1"/>
        </a:solidFill>
        <a:latin typeface="+mj-lt"/>
        <a:ea typeface="Red Hat Mono Medium" panose="02010309040201060303" pitchFamily="49" charset="0"/>
        <a:cs typeface="Red Hat Mono Medium" panose="02010309040201060303" pitchFamily="49" charset="0"/>
      </a:defRPr>
    </a:lvl6pPr>
    <a:lvl7pPr marL="0" indent="0" algn="l" defTabSz="914400" rtl="0" eaLnBrk="1" latinLnBrk="0" hangingPunct="1">
      <a:lnSpc>
        <a:spcPct val="100000"/>
      </a:lnSpc>
      <a:spcBef>
        <a:spcPts val="0"/>
      </a:spcBef>
      <a:spcAft>
        <a:spcPts val="600"/>
      </a:spcAft>
      <a:buFont typeface="Red Hat Text" panose="02010303040201060303" pitchFamily="2" charset="0"/>
      <a:buNone/>
      <a:defRPr sz="1000" b="0" kern="1200">
        <a:solidFill>
          <a:schemeClr val="tx1"/>
        </a:solidFill>
        <a:latin typeface="+mj-lt"/>
        <a:ea typeface="Red Hat Mono Medium" panose="02010309040201060303" pitchFamily="49" charset="0"/>
        <a:cs typeface="Red Hat Mono Medium" panose="02010309040201060303" pitchFamily="49" charset="0"/>
      </a:defRPr>
    </a:lvl7pPr>
    <a:lvl8pPr marL="0" indent="0" algn="l" defTabSz="914400" rtl="0" eaLnBrk="1" latinLnBrk="0" hangingPunct="1">
      <a:lnSpc>
        <a:spcPct val="100000"/>
      </a:lnSpc>
      <a:spcBef>
        <a:spcPts val="0"/>
      </a:spcBef>
      <a:spcAft>
        <a:spcPts val="600"/>
      </a:spcAft>
      <a:buFont typeface="Red Hat Text" panose="02010303040201060303" pitchFamily="2" charset="0"/>
      <a:buNone/>
      <a:defRPr sz="1000" b="0" kern="1200">
        <a:solidFill>
          <a:schemeClr val="tx1"/>
        </a:solidFill>
        <a:latin typeface="+mj-lt"/>
        <a:ea typeface="Red Hat Mono Medium" panose="02010309040201060303" pitchFamily="49" charset="0"/>
        <a:cs typeface="Red Hat Mono Medium" panose="02010309040201060303" pitchFamily="49" charset="0"/>
      </a:defRPr>
    </a:lvl8pPr>
    <a:lvl9pPr marL="0" indent="0" algn="l" defTabSz="914400" rtl="0" eaLnBrk="1" latinLnBrk="0" hangingPunct="1">
      <a:lnSpc>
        <a:spcPct val="100000"/>
      </a:lnSpc>
      <a:spcBef>
        <a:spcPts val="0"/>
      </a:spcBef>
      <a:spcAft>
        <a:spcPts val="600"/>
      </a:spcAft>
      <a:buFont typeface="Red Hat Text" panose="02010303040201060303" pitchFamily="2" charset="0"/>
      <a:buNone/>
      <a:defRPr sz="1000" b="0" kern="1200">
        <a:solidFill>
          <a:schemeClr val="tx1"/>
        </a:solidFill>
        <a:latin typeface="+mj-lt"/>
        <a:ea typeface="Red Hat Mono Medium" panose="02010309040201060303" pitchFamily="49" charset="0"/>
        <a:cs typeface="Red Hat Mono Medium" panose="02010309040201060303" pitchFamily="49" charset="0"/>
      </a:defRPr>
    </a:lvl9pPr>
  </p:notesStyle>
  <p:extLst>
    <p:ext uri="{620B2872-D7B9-4A21-9093-7833F8D536E1}">
      <p15:sldGuideLst xmlns:p15="http://schemas.microsoft.com/office/powerpoint/2012/main">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lienbildplatzhalter 11">
            <a:extLst>
              <a:ext uri="{FF2B5EF4-FFF2-40B4-BE49-F238E27FC236}">
                <a16:creationId xmlns:a16="http://schemas.microsoft.com/office/drawing/2014/main" id="{3B1CDBE1-788B-05AA-A547-F83299519F96}"/>
              </a:ext>
            </a:extLst>
          </p:cNvPr>
          <p:cNvSpPr>
            <a:spLocks noGrp="1" noRot="1" noChangeAspect="1"/>
          </p:cNvSpPr>
          <p:nvPr>
            <p:ph type="sldImg"/>
          </p:nvPr>
        </p:nvSpPr>
        <p:spPr>
          <a:xfrm>
            <a:off x="479425" y="1027113"/>
            <a:ext cx="5903913" cy="3321050"/>
          </a:xfrm>
        </p:spPr>
      </p:sp>
      <p:sp>
        <p:nvSpPr>
          <p:cNvPr id="13" name="Kopfzeilenplatzhalter 12">
            <a:extLst>
              <a:ext uri="{FF2B5EF4-FFF2-40B4-BE49-F238E27FC236}">
                <a16:creationId xmlns:a16="http://schemas.microsoft.com/office/drawing/2014/main" id="{7A67E17B-2764-5232-24AE-66D7BB937D2E}"/>
              </a:ext>
            </a:extLst>
          </p:cNvPr>
          <p:cNvSpPr>
            <a:spLocks noGrp="1"/>
          </p:cNvSpPr>
          <p:nvPr>
            <p:ph type="hdr" sz="quarter"/>
          </p:nvPr>
        </p:nvSpPr>
        <p:spPr/>
        <p:txBody>
          <a:bodyPr/>
          <a:lstStyle/>
          <a:p>
            <a:endParaRPr lang="de-DE" dirty="0"/>
          </a:p>
        </p:txBody>
      </p:sp>
      <p:sp>
        <p:nvSpPr>
          <p:cNvPr id="14" name="Datumsplatzhalter 13">
            <a:extLst>
              <a:ext uri="{FF2B5EF4-FFF2-40B4-BE49-F238E27FC236}">
                <a16:creationId xmlns:a16="http://schemas.microsoft.com/office/drawing/2014/main" id="{E717F9D2-FB56-DC9A-8F7B-9BFE38374E0C}"/>
              </a:ext>
            </a:extLst>
          </p:cNvPr>
          <p:cNvSpPr>
            <a:spLocks noGrp="1"/>
          </p:cNvSpPr>
          <p:nvPr>
            <p:ph type="dt" sz="quarter" idx="1"/>
          </p:nvPr>
        </p:nvSpPr>
        <p:spPr/>
        <p:txBody>
          <a:bodyPr/>
          <a:lstStyle/>
          <a:p>
            <a:pPr algn="l"/>
            <a:r>
              <a:rPr lang="de-DE" sz="800" dirty="0">
                <a:latin typeface="+mn-lt"/>
              </a:rPr>
              <a:t>Intern, TT.MM.JJJJ</a:t>
            </a:r>
          </a:p>
        </p:txBody>
      </p:sp>
      <p:sp>
        <p:nvSpPr>
          <p:cNvPr id="15" name="Foliennummernplatzhalter 14">
            <a:extLst>
              <a:ext uri="{FF2B5EF4-FFF2-40B4-BE49-F238E27FC236}">
                <a16:creationId xmlns:a16="http://schemas.microsoft.com/office/drawing/2014/main" id="{E957BA08-F3F1-0F17-48A1-335920527440}"/>
              </a:ext>
            </a:extLst>
          </p:cNvPr>
          <p:cNvSpPr>
            <a:spLocks noGrp="1"/>
          </p:cNvSpPr>
          <p:nvPr>
            <p:ph type="sldNum" sz="quarter" idx="5"/>
          </p:nvPr>
        </p:nvSpPr>
        <p:spPr/>
        <p:txBody>
          <a:bodyPr/>
          <a:lstStyle/>
          <a:p>
            <a:fld id="{263B4ECD-0F37-421B-9F42-76505C8D682D}" type="slidenum">
              <a:rPr lang="de-DE" sz="800" smtClean="0"/>
              <a:pPr/>
              <a:t>1</a:t>
            </a:fld>
            <a:endParaRPr lang="de-DE" sz="800" dirty="0">
              <a:latin typeface="+mn-lt"/>
            </a:endParaRPr>
          </a:p>
        </p:txBody>
      </p:sp>
      <p:sp>
        <p:nvSpPr>
          <p:cNvPr id="2" name="Notizenplatzhalter 1">
            <a:extLst>
              <a:ext uri="{FF2B5EF4-FFF2-40B4-BE49-F238E27FC236}">
                <a16:creationId xmlns:a16="http://schemas.microsoft.com/office/drawing/2014/main" id="{9AC1384E-B8C8-A6C9-55B1-B41200B28140}"/>
              </a:ext>
            </a:extLst>
          </p:cNvPr>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78567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1027113"/>
            <a:ext cx="5903913" cy="332105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263B4ECD-0F37-421B-9F42-76505C8D682D}" type="slidenum">
              <a:rPr lang="de-DE" sz="800" smtClean="0"/>
              <a:pPr/>
              <a:t>2</a:t>
            </a:fld>
            <a:endParaRPr lang="de-DE" sz="800" dirty="0">
              <a:latin typeface="+mn-lt"/>
            </a:endParaRPr>
          </a:p>
        </p:txBody>
      </p:sp>
      <p:sp>
        <p:nvSpPr>
          <p:cNvPr id="5" name="Kopfzeilenplatzhalter 4"/>
          <p:cNvSpPr>
            <a:spLocks noGrp="1"/>
          </p:cNvSpPr>
          <p:nvPr>
            <p:ph type="hdr" sz="quarter"/>
          </p:nvPr>
        </p:nvSpPr>
        <p:spPr/>
        <p:txBody>
          <a:bodyPr/>
          <a:lstStyle/>
          <a:p>
            <a:endParaRPr lang="de-DE" dirty="0"/>
          </a:p>
        </p:txBody>
      </p:sp>
      <p:sp>
        <p:nvSpPr>
          <p:cNvPr id="6" name="Datumsplatzhalter 5"/>
          <p:cNvSpPr>
            <a:spLocks noGrp="1"/>
          </p:cNvSpPr>
          <p:nvPr>
            <p:ph type="dt" sz="quarter" idx="1"/>
          </p:nvPr>
        </p:nvSpPr>
        <p:spPr/>
        <p:txBody>
          <a:bodyPr/>
          <a:lstStyle/>
          <a:p>
            <a:pPr algn="l"/>
            <a:r>
              <a:rPr lang="de-DE" sz="800">
                <a:latin typeface="+mn-lt"/>
              </a:rPr>
              <a:t>Intern, TT.MM.JJJJ</a:t>
            </a:r>
            <a:endParaRPr lang="de-DE" sz="800" dirty="0">
              <a:latin typeface="+mn-lt"/>
            </a:endParaRPr>
          </a:p>
        </p:txBody>
      </p:sp>
    </p:spTree>
    <p:extLst>
      <p:ext uri="{BB962C8B-B14F-4D97-AF65-F5344CB8AC3E}">
        <p14:creationId xmlns:p14="http://schemas.microsoft.com/office/powerpoint/2010/main" val="3597079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1027113"/>
            <a:ext cx="5903913" cy="332105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263B4ECD-0F37-421B-9F42-76505C8D682D}" type="slidenum">
              <a:rPr lang="de-DE" sz="800" smtClean="0"/>
              <a:pPr/>
              <a:t>3</a:t>
            </a:fld>
            <a:endParaRPr lang="de-DE" sz="800" dirty="0">
              <a:latin typeface="+mn-lt"/>
            </a:endParaRPr>
          </a:p>
        </p:txBody>
      </p:sp>
      <p:sp>
        <p:nvSpPr>
          <p:cNvPr id="5" name="Kopfzeilenplatzhalter 4"/>
          <p:cNvSpPr>
            <a:spLocks noGrp="1"/>
          </p:cNvSpPr>
          <p:nvPr>
            <p:ph type="hdr" sz="quarter"/>
          </p:nvPr>
        </p:nvSpPr>
        <p:spPr/>
        <p:txBody>
          <a:bodyPr/>
          <a:lstStyle/>
          <a:p>
            <a:endParaRPr lang="de-DE" dirty="0"/>
          </a:p>
        </p:txBody>
      </p:sp>
      <p:sp>
        <p:nvSpPr>
          <p:cNvPr id="6" name="Datumsplatzhalter 5"/>
          <p:cNvSpPr>
            <a:spLocks noGrp="1"/>
          </p:cNvSpPr>
          <p:nvPr>
            <p:ph type="dt" sz="quarter" idx="1"/>
          </p:nvPr>
        </p:nvSpPr>
        <p:spPr/>
        <p:txBody>
          <a:bodyPr/>
          <a:lstStyle/>
          <a:p>
            <a:pPr algn="l"/>
            <a:r>
              <a:rPr lang="de-DE" sz="800">
                <a:latin typeface="+mn-lt"/>
              </a:rPr>
              <a:t>Intern, TT.MM.JJJJ</a:t>
            </a:r>
            <a:endParaRPr lang="de-DE" sz="800" dirty="0">
              <a:latin typeface="+mn-lt"/>
            </a:endParaRPr>
          </a:p>
        </p:txBody>
      </p:sp>
    </p:spTree>
    <p:extLst>
      <p:ext uri="{BB962C8B-B14F-4D97-AF65-F5344CB8AC3E}">
        <p14:creationId xmlns:p14="http://schemas.microsoft.com/office/powerpoint/2010/main" val="3161013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1027113"/>
            <a:ext cx="5903913" cy="332105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263B4ECD-0F37-421B-9F42-76505C8D682D}" type="slidenum">
              <a:rPr lang="de-DE" sz="800" smtClean="0"/>
              <a:pPr/>
              <a:t>4</a:t>
            </a:fld>
            <a:endParaRPr lang="de-DE" sz="800" dirty="0">
              <a:latin typeface="+mn-lt"/>
            </a:endParaRPr>
          </a:p>
        </p:txBody>
      </p:sp>
      <p:sp>
        <p:nvSpPr>
          <p:cNvPr id="5" name="Kopfzeilenplatzhalter 4"/>
          <p:cNvSpPr>
            <a:spLocks noGrp="1"/>
          </p:cNvSpPr>
          <p:nvPr>
            <p:ph type="hdr" sz="quarter"/>
          </p:nvPr>
        </p:nvSpPr>
        <p:spPr/>
        <p:txBody>
          <a:bodyPr/>
          <a:lstStyle/>
          <a:p>
            <a:endParaRPr lang="de-DE" dirty="0"/>
          </a:p>
        </p:txBody>
      </p:sp>
      <p:sp>
        <p:nvSpPr>
          <p:cNvPr id="6" name="Datumsplatzhalter 5"/>
          <p:cNvSpPr>
            <a:spLocks noGrp="1"/>
          </p:cNvSpPr>
          <p:nvPr>
            <p:ph type="dt" sz="quarter" idx="1"/>
          </p:nvPr>
        </p:nvSpPr>
        <p:spPr/>
        <p:txBody>
          <a:bodyPr/>
          <a:lstStyle/>
          <a:p>
            <a:pPr algn="l"/>
            <a:r>
              <a:rPr lang="de-DE" sz="800">
                <a:latin typeface="+mn-lt"/>
              </a:rPr>
              <a:t>Intern, TT.MM.JJJJ</a:t>
            </a:r>
            <a:endParaRPr lang="de-DE" sz="800" dirty="0">
              <a:latin typeface="+mn-lt"/>
            </a:endParaRPr>
          </a:p>
        </p:txBody>
      </p:sp>
    </p:spTree>
    <p:extLst>
      <p:ext uri="{BB962C8B-B14F-4D97-AF65-F5344CB8AC3E}">
        <p14:creationId xmlns:p14="http://schemas.microsoft.com/office/powerpoint/2010/main" val="1627470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1027113"/>
            <a:ext cx="5903913" cy="3321050"/>
          </a:xfrm>
        </p:spPr>
        <p:txBody>
          <a:bodyPr/>
          <a:lstStyle/>
          <a:p>
            <a:endParaRPr lang="de-DE"/>
          </a:p>
        </p:txBody>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263B4ECD-0F37-421B-9F42-76505C8D682D}" type="slidenum">
              <a:rPr lang="de-DE" sz="800" smtClean="0"/>
              <a:pPr/>
              <a:t>5</a:t>
            </a:fld>
            <a:endParaRPr lang="de-DE" sz="800" dirty="0">
              <a:latin typeface="+mn-lt"/>
            </a:endParaRPr>
          </a:p>
        </p:txBody>
      </p:sp>
      <p:sp>
        <p:nvSpPr>
          <p:cNvPr id="5" name="Kopfzeilenplatzhalter 4">
            <a:extLst>
              <a:ext uri="{FF2B5EF4-FFF2-40B4-BE49-F238E27FC236}">
                <a16:creationId xmlns:a16="http://schemas.microsoft.com/office/drawing/2014/main" id="{82DF0E33-7924-018D-3B2C-F9BD51AA4303}"/>
              </a:ext>
            </a:extLst>
          </p:cNvPr>
          <p:cNvSpPr>
            <a:spLocks noGrp="1"/>
          </p:cNvSpPr>
          <p:nvPr>
            <p:ph type="hdr" sz="quarter"/>
          </p:nvPr>
        </p:nvSpPr>
        <p:spPr/>
        <p:txBody>
          <a:bodyPr/>
          <a:lstStyle/>
          <a:p>
            <a:endParaRPr lang="de-DE" dirty="0"/>
          </a:p>
        </p:txBody>
      </p:sp>
      <p:sp>
        <p:nvSpPr>
          <p:cNvPr id="6" name="Datumsplatzhalter 5">
            <a:extLst>
              <a:ext uri="{FF2B5EF4-FFF2-40B4-BE49-F238E27FC236}">
                <a16:creationId xmlns:a16="http://schemas.microsoft.com/office/drawing/2014/main" id="{CBD8DF3D-12D3-3BAC-72A9-21053ACD9F31}"/>
              </a:ext>
            </a:extLst>
          </p:cNvPr>
          <p:cNvSpPr>
            <a:spLocks noGrp="1"/>
          </p:cNvSpPr>
          <p:nvPr>
            <p:ph type="dt" sz="quarter" idx="1"/>
          </p:nvPr>
        </p:nvSpPr>
        <p:spPr/>
        <p:txBody>
          <a:bodyPr/>
          <a:lstStyle/>
          <a:p>
            <a:pPr algn="l"/>
            <a:r>
              <a:rPr lang="de-DE" sz="800">
                <a:latin typeface="+mn-lt"/>
              </a:rPr>
              <a:t>Intern, TT.MM.JJJJ</a:t>
            </a:r>
            <a:endParaRPr lang="de-DE" sz="800" dirty="0">
              <a:latin typeface="+mn-lt"/>
            </a:endParaRPr>
          </a:p>
        </p:txBody>
      </p:sp>
    </p:spTree>
    <p:extLst>
      <p:ext uri="{BB962C8B-B14F-4D97-AF65-F5344CB8AC3E}">
        <p14:creationId xmlns:p14="http://schemas.microsoft.com/office/powerpoint/2010/main" val="246472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1027113"/>
            <a:ext cx="5903913" cy="332105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263B4ECD-0F37-421B-9F42-76505C8D682D}" type="slidenum">
              <a:rPr lang="de-DE" sz="800" smtClean="0"/>
              <a:pPr/>
              <a:t>7</a:t>
            </a:fld>
            <a:endParaRPr lang="de-DE" sz="800" dirty="0">
              <a:latin typeface="+mn-lt"/>
            </a:endParaRPr>
          </a:p>
        </p:txBody>
      </p:sp>
      <p:sp>
        <p:nvSpPr>
          <p:cNvPr id="5" name="Kopfzeilenplatzhalter 4"/>
          <p:cNvSpPr>
            <a:spLocks noGrp="1"/>
          </p:cNvSpPr>
          <p:nvPr>
            <p:ph type="hdr" sz="quarter"/>
          </p:nvPr>
        </p:nvSpPr>
        <p:spPr/>
        <p:txBody>
          <a:bodyPr/>
          <a:lstStyle/>
          <a:p>
            <a:endParaRPr lang="de-DE" dirty="0"/>
          </a:p>
        </p:txBody>
      </p:sp>
      <p:sp>
        <p:nvSpPr>
          <p:cNvPr id="6" name="Datumsplatzhalter 5"/>
          <p:cNvSpPr>
            <a:spLocks noGrp="1"/>
          </p:cNvSpPr>
          <p:nvPr>
            <p:ph type="dt" sz="quarter" idx="1"/>
          </p:nvPr>
        </p:nvSpPr>
        <p:spPr/>
        <p:txBody>
          <a:bodyPr/>
          <a:lstStyle/>
          <a:p>
            <a:pPr algn="l"/>
            <a:r>
              <a:rPr lang="de-DE" sz="800">
                <a:latin typeface="+mn-lt"/>
              </a:rPr>
              <a:t>Intern, TT.MM.JJJJ</a:t>
            </a:r>
            <a:endParaRPr lang="de-DE" sz="800" dirty="0">
              <a:latin typeface="+mn-lt"/>
            </a:endParaRPr>
          </a:p>
        </p:txBody>
      </p:sp>
    </p:spTree>
    <p:extLst>
      <p:ext uri="{BB962C8B-B14F-4D97-AF65-F5344CB8AC3E}">
        <p14:creationId xmlns:p14="http://schemas.microsoft.com/office/powerpoint/2010/main" val="22855681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sv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6.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6.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6.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6.svg"/></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0.png"/><Relationship Id="rId7"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1.svg"/></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1.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5" name="patternmember">
            <a:extLst>
              <a:ext uri="{FF2B5EF4-FFF2-40B4-BE49-F238E27FC236}">
                <a16:creationId xmlns:a16="http://schemas.microsoft.com/office/drawing/2014/main" id="{BEFC540D-B858-95D8-8A06-3263F036DDA9}"/>
              </a:ext>
              <a:ext uri="{C183D7F6-B498-43B3-948B-1728B52AA6E4}">
                <adec:decorative xmlns:adec="http://schemas.microsoft.com/office/drawing/2017/decorative" val="1"/>
              </a:ext>
            </a:extLst>
          </p:cNvPr>
          <p:cNvSpPr txBox="1">
            <a:spLocks/>
          </p:cNvSpPr>
          <p:nvPr userDrawn="1"/>
        </p:nvSpPr>
        <p:spPr bwMode="gray">
          <a:xfrm>
            <a:off x="1271464" y="1484784"/>
            <a:ext cx="2043171" cy="2128302"/>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9" name="Titel 18">
            <a:extLst>
              <a:ext uri="{FF2B5EF4-FFF2-40B4-BE49-F238E27FC236}">
                <a16:creationId xmlns:a16="http://schemas.microsoft.com/office/drawing/2014/main" id="{E7D3A9F3-D62D-9552-A542-D058156411A7}"/>
              </a:ext>
            </a:extLst>
          </p:cNvPr>
          <p:cNvSpPr>
            <a:spLocks noGrp="1"/>
          </p:cNvSpPr>
          <p:nvPr>
            <p:ph type="title" hasCustomPrompt="1"/>
          </p:nvPr>
        </p:nvSpPr>
        <p:spPr bwMode="gray">
          <a:xfrm>
            <a:off x="-456728" y="3038426"/>
            <a:ext cx="10513541" cy="2695624"/>
          </a:xfrm>
          <a:prstGeom prst="round2DiagRect">
            <a:avLst>
              <a:gd name="adj1" fmla="val 14440"/>
              <a:gd name="adj2" fmla="val 0"/>
            </a:avLst>
          </a:prstGeom>
          <a:gradFill>
            <a:gsLst>
              <a:gs pos="0">
                <a:srgbClr val="9B348E"/>
              </a:gs>
              <a:gs pos="43000">
                <a:schemeClr val="bg2"/>
              </a:gs>
            </a:gsLst>
            <a:lin ang="13200000" scaled="0"/>
          </a:gradFill>
        </p:spPr>
        <p:txBody>
          <a:bodyPr wrap="square" lIns="1044000" tIns="216000" rIns="720000" bIns="792000" anchor="b" anchorCtr="0">
            <a:spAutoFit/>
          </a:bodyPr>
          <a:lstStyle>
            <a:lvl1pPr>
              <a:tabLst/>
              <a:defRPr sz="5000">
                <a:solidFill>
                  <a:schemeClr val="bg1"/>
                </a:solidFill>
              </a:defRPr>
            </a:lvl1pPr>
          </a:lstStyle>
          <a:p>
            <a:r>
              <a:rPr lang="de-DE" dirty="0"/>
              <a:t>Titel der Präsentation hinzufügen</a:t>
            </a:r>
          </a:p>
        </p:txBody>
      </p:sp>
      <p:sp>
        <p:nvSpPr>
          <p:cNvPr id="3" name="Untertitel 2"/>
          <p:cNvSpPr>
            <a:spLocks noGrp="1"/>
          </p:cNvSpPr>
          <p:nvPr>
            <p:ph type="subTitle" idx="1" hasCustomPrompt="1"/>
          </p:nvPr>
        </p:nvSpPr>
        <p:spPr bwMode="gray">
          <a:xfrm>
            <a:off x="695325" y="5014800"/>
            <a:ext cx="8424863" cy="432000"/>
          </a:xfrm>
          <a:prstGeom prst="rect">
            <a:avLst/>
          </a:prstGeom>
          <a:noFill/>
          <a:ln>
            <a:noFill/>
          </a:ln>
        </p:spPr>
        <p:txBody>
          <a:bodyPr wrap="square" lIns="0" tIns="0" rIns="0" bIns="0" rtlCol="0" anchor="t" anchorCtr="0">
            <a:noAutofit/>
          </a:bodyPr>
          <a:lstStyle>
            <a:lvl1pPr marL="0" indent="0" algn="l">
              <a:lnSpc>
                <a:spcPct val="100000"/>
              </a:lnSpc>
              <a:spcBef>
                <a:spcPts val="0"/>
              </a:spcBef>
              <a:spcAft>
                <a:spcPts val="0"/>
              </a:spcAft>
              <a:buNone/>
              <a:defRPr kumimoji="0" lang="de-DE" sz="2000" b="0" i="0" u="none" strike="noStrike" cap="none" spc="0" normalizeH="0" baseline="0" dirty="0">
                <a:ln>
                  <a:noFill/>
                </a:ln>
                <a:solidFill>
                  <a:schemeClr val="bg1"/>
                </a:solidFill>
                <a:effectLst/>
                <a:uLnTx/>
                <a:uFillTx/>
                <a:latin typeface="+mn-lt"/>
                <a:ea typeface="ADLaM Display" panose="020F0502020204030204" pitchFamily="2" charset="0"/>
                <a:cs typeface="ADLaM Display" panose="020F0502020204030204" pitchFamily="2" charset="0"/>
              </a:defRPr>
            </a:lvl1pPr>
            <a:lvl2pPr marL="0" indent="0" algn="l">
              <a:lnSpc>
                <a:spcPct val="100000"/>
              </a:lnSpc>
              <a:spcBef>
                <a:spcPts val="0"/>
              </a:spcBef>
              <a:spcAft>
                <a:spcPts val="0"/>
              </a:spcAft>
              <a:buNone/>
              <a:defRPr sz="2000" b="0">
                <a:solidFill>
                  <a:schemeClr val="bg1"/>
                </a:solidFill>
              </a:defRPr>
            </a:lvl2pPr>
            <a:lvl3pPr marL="0" indent="0" algn="l">
              <a:lnSpc>
                <a:spcPct val="100000"/>
              </a:lnSpc>
              <a:spcBef>
                <a:spcPts val="0"/>
              </a:spcBef>
              <a:spcAft>
                <a:spcPts val="0"/>
              </a:spcAft>
              <a:buNone/>
              <a:defRPr sz="2000" b="0">
                <a:solidFill>
                  <a:schemeClr val="bg1"/>
                </a:solidFill>
              </a:defRPr>
            </a:lvl3pPr>
            <a:lvl4pPr marL="0" indent="0" algn="l">
              <a:lnSpc>
                <a:spcPct val="100000"/>
              </a:lnSpc>
              <a:spcBef>
                <a:spcPts val="0"/>
              </a:spcBef>
              <a:spcAft>
                <a:spcPts val="0"/>
              </a:spcAft>
              <a:buNone/>
              <a:defRPr sz="2000" b="0">
                <a:solidFill>
                  <a:schemeClr val="bg1"/>
                </a:solidFill>
              </a:defRPr>
            </a:lvl4pPr>
            <a:lvl5pPr marL="0" indent="0" algn="l">
              <a:lnSpc>
                <a:spcPct val="100000"/>
              </a:lnSpc>
              <a:spcBef>
                <a:spcPts val="0"/>
              </a:spcBef>
              <a:spcAft>
                <a:spcPts val="0"/>
              </a:spcAft>
              <a:buNone/>
              <a:defRPr sz="2000" b="0">
                <a:solidFill>
                  <a:schemeClr val="bg1"/>
                </a:solidFill>
              </a:defRPr>
            </a:lvl5pPr>
            <a:lvl6pPr marL="0" indent="0" algn="l">
              <a:lnSpc>
                <a:spcPct val="100000"/>
              </a:lnSpc>
              <a:spcBef>
                <a:spcPts val="0"/>
              </a:spcBef>
              <a:spcAft>
                <a:spcPts val="0"/>
              </a:spcAft>
              <a:buNone/>
              <a:defRPr sz="2000" b="0">
                <a:solidFill>
                  <a:schemeClr val="bg1"/>
                </a:solidFill>
                <a:latin typeface="+mn-lt"/>
              </a:defRPr>
            </a:lvl6pPr>
            <a:lvl7pPr marL="0" indent="0" algn="l">
              <a:lnSpc>
                <a:spcPct val="100000"/>
              </a:lnSpc>
              <a:spcBef>
                <a:spcPts val="0"/>
              </a:spcBef>
              <a:spcAft>
                <a:spcPts val="0"/>
              </a:spcAft>
              <a:buNone/>
              <a:defRPr sz="2000" b="0">
                <a:solidFill>
                  <a:schemeClr val="bg1"/>
                </a:solidFill>
              </a:defRPr>
            </a:lvl7pPr>
            <a:lvl8pPr marL="0" indent="0" algn="l">
              <a:lnSpc>
                <a:spcPct val="100000"/>
              </a:lnSpc>
              <a:spcBef>
                <a:spcPts val="0"/>
              </a:spcBef>
              <a:spcAft>
                <a:spcPts val="0"/>
              </a:spcAft>
              <a:buNone/>
              <a:defRPr sz="2000" b="0">
                <a:solidFill>
                  <a:schemeClr val="bg1"/>
                </a:solidFill>
              </a:defRPr>
            </a:lvl8pPr>
            <a:lvl9pPr marL="0" indent="0" algn="l">
              <a:lnSpc>
                <a:spcPct val="100000"/>
              </a:lnSpc>
              <a:spcBef>
                <a:spcPts val="0"/>
              </a:spcBef>
              <a:spcAft>
                <a:spcPts val="0"/>
              </a:spcAft>
              <a:buNone/>
              <a:defRPr sz="2000" b="0">
                <a:solidFill>
                  <a:schemeClr val="bg1"/>
                </a:solidFill>
              </a:defRPr>
            </a:lvl9pPr>
          </a:lstStyle>
          <a:p>
            <a:pPr lvl="0"/>
            <a:r>
              <a:rPr lang="de-DE" dirty="0"/>
              <a:t>Untertitel der Präsentation</a:t>
            </a:r>
          </a:p>
        </p:txBody>
      </p:sp>
      <p:sp>
        <p:nvSpPr>
          <p:cNvPr id="8" name="Verbund">
            <a:extLst>
              <a:ext uri="{FF2B5EF4-FFF2-40B4-BE49-F238E27FC236}">
                <a16:creationId xmlns:a16="http://schemas.microsoft.com/office/drawing/2014/main" id="{2F916559-9A57-9145-E9C5-F941B87235C6}"/>
              </a:ext>
            </a:extLst>
          </p:cNvPr>
          <p:cNvSpPr txBox="1"/>
          <p:nvPr userDrawn="1">
            <p:custDataLst>
              <p:tags r:id="rId1"/>
            </p:custDataLst>
          </p:nvPr>
        </p:nvSpPr>
        <p:spPr bwMode="gray">
          <a:xfrm>
            <a:off x="9572637" y="6588000"/>
            <a:ext cx="2356011" cy="144000"/>
          </a:xfrm>
          <a:prstGeom prst="rect">
            <a:avLst/>
          </a:prstGeom>
          <a:noFill/>
        </p:spPr>
        <p:txBody>
          <a:bodyPr wrap="square" lIns="0" tIns="0" rIns="0" bIns="0" rtlCol="0" anchor="b" anchorCtr="0">
            <a:noAutofit/>
          </a:bodyPr>
          <a:lstStyle/>
          <a:p>
            <a:pPr marL="0" marR="0" lvl="0" indent="0" algn="r" defTabSz="914115" rtl="0" eaLnBrk="1" fontAlgn="auto" latinLnBrk="0" hangingPunct="1">
              <a:lnSpc>
                <a:spcPct val="100000"/>
              </a:lnSpc>
              <a:spcBef>
                <a:spcPts val="299"/>
              </a:spcBef>
              <a:spcAft>
                <a:spcPts val="299"/>
              </a:spcAft>
              <a:buClrTx/>
              <a:buSzTx/>
              <a:buFont typeface="Arial" pitchFamily="34" charset="0"/>
              <a:buNone/>
              <a:tabLst/>
              <a:defRPr/>
            </a:pPr>
            <a:r>
              <a:rPr kumimoji="0" lang="de-DE" sz="950" b="0" i="0" u="none" strike="noStrike" kern="1200" cap="none" spc="30" normalizeH="0" noProof="0" dirty="0">
                <a:ln>
                  <a:noFill/>
                </a:ln>
                <a:solidFill>
                  <a:srgbClr val="24282C"/>
                </a:solidFill>
                <a:effectLst/>
                <a:uLnTx/>
                <a:uFillTx/>
                <a:latin typeface="+mj-lt"/>
                <a:ea typeface="+mn-ea"/>
                <a:cs typeface="+mn-cs"/>
              </a:rPr>
              <a:t>Sparkassen-Finanzgruppe</a:t>
            </a:r>
          </a:p>
        </p:txBody>
      </p:sp>
      <p:sp>
        <p:nvSpPr>
          <p:cNvPr id="4" name="patternmember">
            <a:extLst>
              <a:ext uri="{FF2B5EF4-FFF2-40B4-BE49-F238E27FC236}">
                <a16:creationId xmlns:a16="http://schemas.microsoft.com/office/drawing/2014/main" id="{3E98B180-A7ED-7859-C90B-4B8E62FFD0C8}"/>
              </a:ext>
              <a:ext uri="{C183D7F6-B498-43B3-948B-1728B52AA6E4}">
                <adec:decorative xmlns:adec="http://schemas.microsoft.com/office/drawing/2017/decorative" val="1"/>
              </a:ext>
            </a:extLst>
          </p:cNvPr>
          <p:cNvSpPr txBox="1">
            <a:spLocks/>
          </p:cNvSpPr>
          <p:nvPr userDrawn="1"/>
        </p:nvSpPr>
        <p:spPr bwMode="gray">
          <a:xfrm>
            <a:off x="3935760" y="289763"/>
            <a:ext cx="742970" cy="773928"/>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6" name="patternmember">
            <a:extLst>
              <a:ext uri="{FF2B5EF4-FFF2-40B4-BE49-F238E27FC236}">
                <a16:creationId xmlns:a16="http://schemas.microsoft.com/office/drawing/2014/main" id="{1922B9D8-858C-4648-65D5-02041F35803F}"/>
              </a:ext>
              <a:ext uri="{C183D7F6-B498-43B3-948B-1728B52AA6E4}">
                <adec:decorative xmlns:adec="http://schemas.microsoft.com/office/drawing/2017/decorative" val="1"/>
              </a:ext>
            </a:extLst>
          </p:cNvPr>
          <p:cNvSpPr txBox="1">
            <a:spLocks/>
          </p:cNvSpPr>
          <p:nvPr userDrawn="1"/>
        </p:nvSpPr>
        <p:spPr bwMode="gray">
          <a:xfrm>
            <a:off x="1631504" y="188640"/>
            <a:ext cx="1064682" cy="1109046"/>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7" name="patternmember">
            <a:extLst>
              <a:ext uri="{FF2B5EF4-FFF2-40B4-BE49-F238E27FC236}">
                <a16:creationId xmlns:a16="http://schemas.microsoft.com/office/drawing/2014/main" id="{5617738D-7939-3C18-B228-DE9BB08830E2}"/>
              </a:ext>
              <a:ext uri="{C183D7F6-B498-43B3-948B-1728B52AA6E4}">
                <adec:decorative xmlns:adec="http://schemas.microsoft.com/office/drawing/2017/decorative" val="1"/>
              </a:ext>
            </a:extLst>
          </p:cNvPr>
          <p:cNvSpPr txBox="1">
            <a:spLocks/>
          </p:cNvSpPr>
          <p:nvPr userDrawn="1"/>
        </p:nvSpPr>
        <p:spPr bwMode="gray">
          <a:xfrm>
            <a:off x="3791744" y="1484784"/>
            <a:ext cx="1313424" cy="1368152"/>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defPPr>
              <a:defRPr lang="en-US"/>
            </a:defPPr>
            <a:lvl1pPr marR="0" lvl="0" indent="0" defTabSz="914115" fontAlgn="auto">
              <a:lnSpc>
                <a:spcPct val="100000"/>
              </a:lnSpc>
              <a:spcBef>
                <a:spcPct val="0"/>
              </a:spcBef>
              <a:spcAft>
                <a:spcPts val="0"/>
              </a:spcAft>
              <a:buClrTx/>
              <a:buSzTx/>
              <a:buFontTx/>
              <a:buNone/>
              <a:tabLst>
                <a:tab pos="8061482" algn="r"/>
              </a:tabLst>
              <a:defRPr kumimoji="0" b="0" i="0" u="none" strike="noStrike" cap="none" spc="0" normalizeH="0" baseline="0">
                <a:ln>
                  <a:noFill/>
                </a:ln>
                <a:solidFill>
                  <a:srgbClr val="FFFFFF"/>
                </a:solidFill>
                <a:effectLst/>
                <a:uLnTx/>
                <a:uFillTx/>
                <a:latin typeface="Sparkasse Rg"/>
                <a:ea typeface="+mj-ea"/>
                <a:cs typeface="+mj-cs"/>
              </a:defRPr>
            </a:lvl1pPr>
          </a:lstStyle>
          <a:p>
            <a:endParaRPr lang="de-DE" dirty="0"/>
          </a:p>
        </p:txBody>
      </p:sp>
      <p:sp>
        <p:nvSpPr>
          <p:cNvPr id="9" name="patternmember">
            <a:extLst>
              <a:ext uri="{FF2B5EF4-FFF2-40B4-BE49-F238E27FC236}">
                <a16:creationId xmlns:a16="http://schemas.microsoft.com/office/drawing/2014/main" id="{03DAC99C-39F1-C415-3225-ECC1629B5489}"/>
              </a:ext>
              <a:ext uri="{C183D7F6-B498-43B3-948B-1728B52AA6E4}">
                <adec:decorative xmlns:adec="http://schemas.microsoft.com/office/drawing/2017/decorative" val="1"/>
              </a:ext>
            </a:extLst>
          </p:cNvPr>
          <p:cNvSpPr txBox="1">
            <a:spLocks/>
          </p:cNvSpPr>
          <p:nvPr userDrawn="1"/>
        </p:nvSpPr>
        <p:spPr bwMode="gray">
          <a:xfrm>
            <a:off x="263352" y="1700808"/>
            <a:ext cx="811519" cy="845331"/>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0" name="patternmember">
            <a:extLst>
              <a:ext uri="{FF2B5EF4-FFF2-40B4-BE49-F238E27FC236}">
                <a16:creationId xmlns:a16="http://schemas.microsoft.com/office/drawing/2014/main" id="{BE3A12FA-FEEC-74D3-3358-EB63783C6815}"/>
              </a:ext>
              <a:ext uri="{C183D7F6-B498-43B3-948B-1728B52AA6E4}">
                <adec:decorative xmlns:adec="http://schemas.microsoft.com/office/drawing/2017/decorative" val="1"/>
              </a:ext>
            </a:extLst>
          </p:cNvPr>
          <p:cNvSpPr txBox="1">
            <a:spLocks/>
          </p:cNvSpPr>
          <p:nvPr userDrawn="1"/>
        </p:nvSpPr>
        <p:spPr bwMode="gray">
          <a:xfrm>
            <a:off x="548504" y="332656"/>
            <a:ext cx="560783" cy="584150"/>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1" name="patternmember">
            <a:extLst>
              <a:ext uri="{FF2B5EF4-FFF2-40B4-BE49-F238E27FC236}">
                <a16:creationId xmlns:a16="http://schemas.microsoft.com/office/drawing/2014/main" id="{9F111D9C-3B8B-4707-477F-9EA52C436CBA}"/>
              </a:ext>
              <a:ext uri="{C183D7F6-B498-43B3-948B-1728B52AA6E4}">
                <adec:decorative xmlns:adec="http://schemas.microsoft.com/office/drawing/2017/decorative" val="1"/>
              </a:ext>
            </a:extLst>
          </p:cNvPr>
          <p:cNvSpPr txBox="1">
            <a:spLocks/>
          </p:cNvSpPr>
          <p:nvPr userDrawn="1"/>
        </p:nvSpPr>
        <p:spPr bwMode="gray">
          <a:xfrm>
            <a:off x="5663952" y="908720"/>
            <a:ext cx="1021584" cy="1064151"/>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2" name="Bild 1">
            <a:extLst>
              <a:ext uri="{FF2B5EF4-FFF2-40B4-BE49-F238E27FC236}">
                <a16:creationId xmlns:a16="http://schemas.microsoft.com/office/drawing/2014/main" id="{57362358-90E5-7428-EC2B-964D2B1925E3}"/>
              </a:ext>
              <a:ext uri="{C183D7F6-B498-43B3-948B-1728B52AA6E4}">
                <adec:decorative xmlns:adec="http://schemas.microsoft.com/office/drawing/2017/decorative" val="1"/>
              </a:ext>
            </a:extLst>
          </p:cNvPr>
          <p:cNvSpPr txBox="1">
            <a:spLocks/>
          </p:cNvSpPr>
          <p:nvPr userDrawn="1"/>
        </p:nvSpPr>
        <p:spPr bwMode="gray">
          <a:xfrm>
            <a:off x="695400" y="620688"/>
            <a:ext cx="1511795" cy="1512000"/>
          </a:xfrm>
          <a:prstGeom prst="round2DiagRect">
            <a:avLst>
              <a:gd name="adj1" fmla="val 14151"/>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chemeClr val="tx2"/>
              </a:solidFill>
              <a:effectLst/>
              <a:uLnTx/>
              <a:uFillTx/>
              <a:latin typeface="Sparkasse Rg"/>
              <a:ea typeface="+mj-ea"/>
              <a:cs typeface="+mj-cs"/>
            </a:endParaRPr>
          </a:p>
        </p:txBody>
      </p:sp>
      <p:sp>
        <p:nvSpPr>
          <p:cNvPr id="13" name="Titel 13">
            <a:extLst>
              <a:ext uri="{FF2B5EF4-FFF2-40B4-BE49-F238E27FC236}">
                <a16:creationId xmlns:a16="http://schemas.microsoft.com/office/drawing/2014/main" id="{3E9928BB-EA4B-8377-AB9F-551AF91C3903}"/>
              </a:ext>
              <a:ext uri="{C183D7F6-B498-43B3-948B-1728B52AA6E4}">
                <adec:decorative xmlns:adec="http://schemas.microsoft.com/office/drawing/2017/decorative" val="1"/>
              </a:ext>
            </a:extLst>
          </p:cNvPr>
          <p:cNvSpPr txBox="1">
            <a:spLocks/>
          </p:cNvSpPr>
          <p:nvPr userDrawn="1"/>
        </p:nvSpPr>
        <p:spPr bwMode="gray">
          <a:xfrm>
            <a:off x="4437966" y="621377"/>
            <a:ext cx="1511795" cy="1512000"/>
          </a:xfrm>
          <a:prstGeom prst="round2DiagRect">
            <a:avLst>
              <a:gd name="adj1" fmla="val 14151"/>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chemeClr val="tx2"/>
              </a:solidFill>
              <a:effectLst/>
              <a:uLnTx/>
              <a:uFillTx/>
              <a:latin typeface="Sparkasse Rg"/>
              <a:ea typeface="+mj-ea"/>
              <a:cs typeface="+mj-cs"/>
            </a:endParaRPr>
          </a:p>
        </p:txBody>
      </p:sp>
      <p:sp>
        <p:nvSpPr>
          <p:cNvPr id="14" name="Bild 2">
            <a:extLst>
              <a:ext uri="{FF2B5EF4-FFF2-40B4-BE49-F238E27FC236}">
                <a16:creationId xmlns:a16="http://schemas.microsoft.com/office/drawing/2014/main" id="{8F799CA1-9C65-ACC6-80AA-3E309E42E286}"/>
              </a:ext>
              <a:ext uri="{C183D7F6-B498-43B3-948B-1728B52AA6E4}">
                <adec:decorative xmlns:adec="http://schemas.microsoft.com/office/drawing/2017/decorative" val="1"/>
              </a:ext>
            </a:extLst>
          </p:cNvPr>
          <p:cNvSpPr txBox="1">
            <a:spLocks/>
          </p:cNvSpPr>
          <p:nvPr userDrawn="1"/>
        </p:nvSpPr>
        <p:spPr bwMode="gray">
          <a:xfrm>
            <a:off x="2567608" y="621377"/>
            <a:ext cx="1511795" cy="1512000"/>
          </a:xfrm>
          <a:prstGeom prst="round2DiagRect">
            <a:avLst>
              <a:gd name="adj1" fmla="val 14281"/>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chemeClr val="tx2"/>
              </a:solidFill>
              <a:effectLst/>
              <a:uLnTx/>
              <a:uFillTx/>
              <a:latin typeface="Sparkasse Rg"/>
              <a:ea typeface="+mj-ea"/>
              <a:cs typeface="+mj-cs"/>
            </a:endParaRPr>
          </a:p>
        </p:txBody>
      </p:sp>
      <p:pic>
        <p:nvPicPr>
          <p:cNvPr id="15" name="Logo">
            <a:extLst>
              <a:ext uri="{FF2B5EF4-FFF2-40B4-BE49-F238E27FC236}">
                <a16:creationId xmlns:a16="http://schemas.microsoft.com/office/drawing/2014/main" id="{C2ACB06F-C996-BAC9-389A-6CF47FFE268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632504" y="620688"/>
            <a:ext cx="936000" cy="936000"/>
          </a:xfrm>
          <a:prstGeom prst="rect">
            <a:avLst/>
          </a:prstGeom>
        </p:spPr>
      </p:pic>
      <p:sp>
        <p:nvSpPr>
          <p:cNvPr id="17" name="Datumsplatzhalter 14">
            <a:extLst>
              <a:ext uri="{FF2B5EF4-FFF2-40B4-BE49-F238E27FC236}">
                <a16:creationId xmlns:a16="http://schemas.microsoft.com/office/drawing/2014/main" id="{73EE9B74-0B97-1754-CB45-E5CA516FB6E5}"/>
              </a:ext>
            </a:extLst>
          </p:cNvPr>
          <p:cNvSpPr>
            <a:spLocks noGrp="1"/>
          </p:cNvSpPr>
          <p:nvPr>
            <p:ph type="dt" sz="half" idx="28"/>
          </p:nvPr>
        </p:nvSpPr>
        <p:spPr bwMode="gray">
          <a:xfrm>
            <a:off x="1199456" y="6573600"/>
            <a:ext cx="1944000" cy="144000"/>
          </a:xfrm>
        </p:spPr>
        <p:txBody>
          <a:bodyPr/>
          <a:lstStyle/>
          <a:p>
            <a:r>
              <a:rPr lang="de-DE"/>
              <a:t>Intern, TT.MM.JJJJ</a:t>
            </a:r>
            <a:endParaRPr lang="de-DE" sz="800" dirty="0"/>
          </a:p>
        </p:txBody>
      </p:sp>
      <p:sp>
        <p:nvSpPr>
          <p:cNvPr id="21" name="Caption">
            <a:extLst>
              <a:ext uri="{FF2B5EF4-FFF2-40B4-BE49-F238E27FC236}">
                <a16:creationId xmlns:a16="http://schemas.microsoft.com/office/drawing/2014/main" id="{1D409D10-B623-633B-3E3A-4262A2677BBF}"/>
              </a:ext>
            </a:extLst>
          </p:cNvPr>
          <p:cNvSpPr/>
          <p:nvPr userDrawn="1"/>
        </p:nvSpPr>
        <p:spPr bwMode="gray">
          <a:xfrm>
            <a:off x="262800" y="6573600"/>
            <a:ext cx="864256" cy="144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lvl="0">
              <a:spcBef>
                <a:spcPts val="300"/>
              </a:spcBef>
              <a:spcAft>
                <a:spcPts val="300"/>
              </a:spcAft>
              <a:tabLst>
                <a:tab pos="898525" algn="l"/>
              </a:tabLst>
            </a:pPr>
            <a:r>
              <a:rPr lang="de-DE" sz="800" dirty="0">
                <a:solidFill>
                  <a:srgbClr val="24282C"/>
                </a:solidFill>
                <a:latin typeface="+mn-lt"/>
              </a:rPr>
              <a:t>Sensitivitätsstufe:</a:t>
            </a:r>
          </a:p>
        </p:txBody>
      </p:sp>
    </p:spTree>
    <p:extLst>
      <p:ext uri="{BB962C8B-B14F-4D97-AF65-F5344CB8AC3E}">
        <p14:creationId xmlns:p14="http://schemas.microsoft.com/office/powerpoint/2010/main" val="1414573449"/>
      </p:ext>
    </p:extLst>
  </p:cSld>
  <p:clrMapOvr>
    <a:masterClrMapping/>
  </p:clrMapOvr>
  <p:transition>
    <p:fade/>
  </p:transition>
  <p:extLst>
    <p:ext uri="{DCECCB84-F9BA-43D5-87BE-67443E8EF086}">
      <p15:sldGuideLst xmlns:p15="http://schemas.microsoft.com/office/powerpoint/2012/main">
        <p15:guide id="1" pos="6335">
          <p15:clr>
            <a:srgbClr val="FBAE40"/>
          </p15:clr>
        </p15:guide>
        <p15:guide id="2" pos="6697">
          <p15:clr>
            <a:srgbClr val="FBAE40"/>
          </p15:clr>
        </p15:guide>
        <p15:guide id="3" pos="5745">
          <p15:clr>
            <a:srgbClr val="FBAE40"/>
          </p15:clr>
        </p15:guide>
        <p15:guide id="4" orient="horz" pos="3612">
          <p15:clr>
            <a:srgbClr val="FBAE40"/>
          </p15:clr>
        </p15:guide>
        <p15:guide id="5" orient="horz" pos="406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hellem Bild">
    <p:bg>
      <p:bgPr>
        <a:solidFill>
          <a:schemeClr val="bg1"/>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D28A6F0F-73B3-63B2-D4CA-C16A222B9C19}"/>
              </a:ext>
            </a:extLst>
          </p:cNvPr>
          <p:cNvSpPr/>
          <p:nvPr userDrawn="1"/>
        </p:nvSpPr>
        <p:spPr bwMode="gray">
          <a:xfrm>
            <a:off x="0" y="0"/>
            <a:ext cx="12192000" cy="6453188"/>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grpSp>
        <p:nvGrpSpPr>
          <p:cNvPr id="5" name="Hinweis Bild">
            <a:extLst>
              <a:ext uri="{FF2B5EF4-FFF2-40B4-BE49-F238E27FC236}">
                <a16:creationId xmlns:a16="http://schemas.microsoft.com/office/drawing/2014/main" id="{D7901B57-B8C1-9461-492A-8202996807F5}"/>
              </a:ext>
              <a:ext uri="{C183D7F6-B498-43B3-948B-1728B52AA6E4}">
                <adec:decorative xmlns:adec="http://schemas.microsoft.com/office/drawing/2017/decorative" val="1"/>
              </a:ext>
            </a:extLst>
          </p:cNvPr>
          <p:cNvGrpSpPr>
            <a:grpSpLocks noGrp="1" noUngrp="1" noRot="1" noMove="1" noResize="1"/>
          </p:cNvGrpSpPr>
          <p:nvPr userDrawn="1"/>
        </p:nvGrpSpPr>
        <p:grpSpPr bwMode="gray">
          <a:xfrm>
            <a:off x="12265536" y="0"/>
            <a:ext cx="1967368" cy="5227668"/>
            <a:chOff x="-2203588" y="-257857"/>
            <a:chExt cx="1967368" cy="5227668"/>
          </a:xfrm>
        </p:grpSpPr>
        <p:sp>
          <p:nvSpPr>
            <p:cNvPr id="8" name="Hinweis">
              <a:extLst>
                <a:ext uri="{FF2B5EF4-FFF2-40B4-BE49-F238E27FC236}">
                  <a16:creationId xmlns:a16="http://schemas.microsoft.com/office/drawing/2014/main" id="{6E5CA845-A31E-D789-9DB3-C1D159A5217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2184920" y="-257857"/>
              <a:ext cx="1944216" cy="320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bIns="108000" rtlCol="0" anchor="b" anchorCtr="0">
              <a:spAutoFit/>
            </a:bodyPr>
            <a:lstStyle/>
            <a:p>
              <a:pPr marL="0" marR="0" lvl="0"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200" b="0" i="0" u="none" strike="noStrike" kern="1200" cap="none" spc="0" normalizeH="0" baseline="0" noProof="0" dirty="0">
                  <a:ln>
                    <a:noFill/>
                  </a:ln>
                  <a:solidFill>
                    <a:srgbClr val="000000"/>
                  </a:solidFill>
                  <a:effectLst/>
                  <a:uLnTx/>
                  <a:uFillTx/>
                  <a:latin typeface="Sparkasse Head"/>
                  <a:ea typeface="+mn-ea"/>
                  <a:cs typeface="+mn-cs"/>
                </a:rPr>
                <a:t>Bitte beachten:</a:t>
              </a:r>
            </a:p>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100" b="0" i="0" u="none" strike="noStrike" kern="1200" cap="none" spc="0" normalizeH="0" baseline="0" noProof="0" dirty="0">
                  <a:ln>
                    <a:noFill/>
                  </a:ln>
                  <a:solidFill>
                    <a:srgbClr val="000000"/>
                  </a:solidFill>
                  <a:effectLst/>
                  <a:uLnTx/>
                  <a:uFillTx/>
                  <a:latin typeface="Sparkasse Lt"/>
                  <a:ea typeface="+mn-ea"/>
                  <a:cs typeface="+mn-cs"/>
                </a:rPr>
                <a:t>Damit der Bildplatzhalter </a:t>
              </a:r>
              <a:br>
                <a:rPr kumimoji="0" lang="de-DE" sz="1100" b="0" i="0" u="none" strike="noStrike" kern="1200" cap="none" spc="0" normalizeH="0" baseline="0" noProof="0" dirty="0">
                  <a:ln>
                    <a:noFill/>
                  </a:ln>
                  <a:solidFill>
                    <a:srgbClr val="000000"/>
                  </a:solidFill>
                  <a:effectLst/>
                  <a:uLnTx/>
                  <a:uFillTx/>
                  <a:latin typeface="Sparkasse Lt"/>
                  <a:ea typeface="+mn-ea"/>
                  <a:cs typeface="+mn-cs"/>
                </a:rPr>
              </a:br>
              <a:r>
                <a:rPr kumimoji="0" lang="de-DE" sz="1100" b="0" i="0" u="none" strike="noStrike" kern="1200" cap="none" spc="0" normalizeH="0" baseline="0" noProof="0" dirty="0">
                  <a:ln>
                    <a:noFill/>
                  </a:ln>
                  <a:solidFill>
                    <a:srgbClr val="000000"/>
                  </a:solidFill>
                  <a:effectLst/>
                  <a:uLnTx/>
                  <a:uFillTx/>
                  <a:latin typeface="Sparkasse Lt"/>
                  <a:ea typeface="+mn-ea"/>
                  <a:cs typeface="+mn-cs"/>
                </a:rPr>
                <a:t>für das Hintergrundbild einfacher </a:t>
              </a:r>
              <a:r>
                <a:rPr kumimoji="0" lang="de-DE" sz="1100" b="0" i="0" u="none" strike="noStrike" kern="1200" cap="none" spc="0" normalizeH="0" baseline="0" noProof="0" dirty="0" err="1">
                  <a:ln>
                    <a:noFill/>
                  </a:ln>
                  <a:solidFill>
                    <a:srgbClr val="000000"/>
                  </a:solidFill>
                  <a:effectLst/>
                  <a:uLnTx/>
                  <a:uFillTx/>
                  <a:latin typeface="Sparkasse Lt"/>
                  <a:ea typeface="+mn-ea"/>
                  <a:cs typeface="+mn-cs"/>
                </a:rPr>
                <a:t>mithilfe</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 des Symbols befüllt werden kann, liegt dieser im Vordergrund der Folie. Wenn Sie das Bild eingesetzt haben, müssen Sie dieses </a:t>
              </a:r>
              <a:r>
                <a:rPr kumimoji="0" lang="de-DE" sz="1100" b="0" i="0" u="none" strike="noStrike" kern="1200" cap="none" spc="0" normalizeH="0" baseline="0" noProof="0" dirty="0">
                  <a:ln>
                    <a:noFill/>
                  </a:ln>
                  <a:solidFill>
                    <a:srgbClr val="000000"/>
                  </a:solidFill>
                  <a:effectLst/>
                  <a:uLnTx/>
                  <a:uFillTx/>
                  <a:latin typeface="+mj-lt"/>
                  <a:ea typeface="+mn-ea"/>
                  <a:cs typeface="+mn-cs"/>
                </a:rPr>
                <a:t>in den Hintergrund </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der Folie setzen, damit  die übrigen Elemente sicht- und editierbar werden. Das geht ganz einfach: Bild markieren, Menü „Start“ &gt;  „Anordnen“ &gt; „In den Hintergrund“).</a:t>
              </a:r>
            </a:p>
          </p:txBody>
        </p:sp>
        <p:pic>
          <p:nvPicPr>
            <p:cNvPr id="9" name="Grafik 8">
              <a:extLst>
                <a:ext uri="{FF2B5EF4-FFF2-40B4-BE49-F238E27FC236}">
                  <a16:creationId xmlns:a16="http://schemas.microsoft.com/office/drawing/2014/main" id="{23C5CE77-C753-2B70-AC81-50775092EECC}"/>
                </a:ext>
              </a:extLst>
            </p:cNvPr>
            <p:cNvPicPr>
              <a:picLocks noGrp="1" noRot="1" noMove="1" noResize="1" noEditPoints="1" noAdjustHandles="1" noChangeArrowheads="1" noChangeShapeType="1" noCrop="1"/>
            </p:cNvPicPr>
            <p:nvPr userDrawn="1"/>
          </p:nvPicPr>
          <p:blipFill>
            <a:blip r:embed="rId3"/>
            <a:stretch>
              <a:fillRect/>
            </a:stretch>
          </p:blipFill>
          <p:spPr bwMode="gray">
            <a:xfrm>
              <a:off x="-2184704" y="2924944"/>
              <a:ext cx="1944000" cy="2044867"/>
            </a:xfrm>
            <a:prstGeom prst="rect">
              <a:avLst/>
            </a:prstGeom>
          </p:spPr>
        </p:pic>
        <p:sp>
          <p:nvSpPr>
            <p:cNvPr id="10" name="Rechteck 9">
              <a:extLst>
                <a:ext uri="{FF2B5EF4-FFF2-40B4-BE49-F238E27FC236}">
                  <a16:creationId xmlns:a16="http://schemas.microsoft.com/office/drawing/2014/main" id="{0BC6587F-F658-D299-277F-B31AF9484B98}"/>
                </a:ext>
              </a:extLst>
            </p:cNvPr>
            <p:cNvSpPr>
              <a:spLocks noGrp="1" noRot="1" noMove="1" noResize="1" noEditPoints="1" noAdjustHandles="1" noChangeArrowheads="1" noChangeShapeType="1"/>
            </p:cNvSpPr>
            <p:nvPr userDrawn="1"/>
          </p:nvSpPr>
          <p:spPr bwMode="gray">
            <a:xfrm>
              <a:off x="-2203588" y="4192704"/>
              <a:ext cx="1967368" cy="280236"/>
            </a:xfrm>
            <a:prstGeom prst="rect">
              <a:avLst/>
            </a:prstGeom>
            <a:solidFill>
              <a:schemeClr val="tx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grpSp>
      <p:sp>
        <p:nvSpPr>
          <p:cNvPr id="2" name="Logo">
            <a:extLst>
              <a:ext uri="{FF2B5EF4-FFF2-40B4-BE49-F238E27FC236}">
                <a16:creationId xmlns:a16="http://schemas.microsoft.com/office/drawing/2014/main" id="{530F08F3-2198-35F1-EC87-B317E9007254}"/>
              </a:ext>
              <a:ext uri="{C183D7F6-B498-43B3-948B-1728B52AA6E4}">
                <adec:decorative xmlns:adec="http://schemas.microsoft.com/office/drawing/2017/decorative" val="1"/>
              </a:ext>
            </a:extLst>
          </p:cNvPr>
          <p:cNvSpPr>
            <a:spLocks noGrp="1" noChangeAspect="1"/>
          </p:cNvSpPr>
          <p:nvPr>
            <p:ph type="pic" sz="quarter" idx="23"/>
          </p:nvPr>
        </p:nvSpPr>
        <p:spPr bwMode="gray">
          <a:xfrm>
            <a:off x="10632504" y="620688"/>
            <a:ext cx="936000" cy="936000"/>
          </a:xfrm>
          <a:prstGeom prst="rect">
            <a:avLst/>
          </a:prstGeom>
          <a:blipFill>
            <a:blip r:embed="rId4">
              <a:extLst>
                <a:ext uri="{96DAC541-7B7A-43D3-8B79-37D633B846F1}">
                  <asvg:svgBlip xmlns:asvg="http://schemas.microsoft.com/office/drawing/2016/SVG/main" r:embed="rId5"/>
                </a:ext>
              </a:extLst>
            </a:blip>
            <a:stretch>
              <a:fillRect/>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4" name="Pattern">
            <a:extLst>
              <a:ext uri="{FF2B5EF4-FFF2-40B4-BE49-F238E27FC236}">
                <a16:creationId xmlns:a16="http://schemas.microsoft.com/office/drawing/2014/main" id="{4654A1F1-E203-EB73-E521-D5BE42DBD898}"/>
              </a:ext>
              <a:ext uri="{C183D7F6-B498-43B3-948B-1728B52AA6E4}">
                <adec:decorative xmlns:adec="http://schemas.microsoft.com/office/drawing/2017/decorative" val="1"/>
              </a:ext>
            </a:extLst>
          </p:cNvPr>
          <p:cNvSpPr>
            <a:spLocks noGrp="1"/>
          </p:cNvSpPr>
          <p:nvPr>
            <p:ph type="pic" sz="quarter" idx="24"/>
          </p:nvPr>
        </p:nvSpPr>
        <p:spPr bwMode="gray">
          <a:xfrm>
            <a:off x="0" y="0"/>
            <a:ext cx="6755130" cy="6453188"/>
          </a:xfrm>
          <a:prstGeom prst="rect">
            <a:avLst/>
          </a:prstGeom>
          <a:blipFill>
            <a:blip r:embed="rId6">
              <a:extLst>
                <a:ext uri="{96DAC541-7B7A-43D3-8B79-37D633B846F1}">
                  <asvg:svgBlip xmlns:asvg="http://schemas.microsoft.com/office/drawing/2016/SVG/main" r:embed="rId7"/>
                </a:ext>
              </a:extLst>
            </a:blip>
            <a:srcRect/>
            <a:stretch>
              <a:fillRect l="4088" t="2215" r="1054" b="44709"/>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19" name="Titel 18">
            <a:extLst>
              <a:ext uri="{FF2B5EF4-FFF2-40B4-BE49-F238E27FC236}">
                <a16:creationId xmlns:a16="http://schemas.microsoft.com/office/drawing/2014/main" id="{E7D3A9F3-D62D-9552-A542-D058156411A7}"/>
              </a:ext>
            </a:extLst>
          </p:cNvPr>
          <p:cNvSpPr>
            <a:spLocks noGrp="1"/>
          </p:cNvSpPr>
          <p:nvPr>
            <p:ph type="title" hasCustomPrompt="1"/>
          </p:nvPr>
        </p:nvSpPr>
        <p:spPr bwMode="gray">
          <a:xfrm>
            <a:off x="-456728" y="3038426"/>
            <a:ext cx="10513541" cy="2695624"/>
          </a:xfrm>
          <a:prstGeom prst="round2DiagRect">
            <a:avLst>
              <a:gd name="adj1" fmla="val 14440"/>
              <a:gd name="adj2" fmla="val 0"/>
            </a:avLst>
          </a:prstGeom>
          <a:gradFill>
            <a:gsLst>
              <a:gs pos="0">
                <a:srgbClr val="9B348E"/>
              </a:gs>
              <a:gs pos="43000">
                <a:schemeClr val="bg2"/>
              </a:gs>
            </a:gsLst>
            <a:lin ang="13200000" scaled="0"/>
          </a:gradFill>
        </p:spPr>
        <p:txBody>
          <a:bodyPr wrap="square" lIns="1044000" tIns="216000" rIns="720000" bIns="792000" anchor="b" anchorCtr="0">
            <a:spAutoFit/>
          </a:bodyPr>
          <a:lstStyle>
            <a:lvl1pPr>
              <a:tabLst/>
              <a:defRPr sz="5000">
                <a:solidFill>
                  <a:schemeClr val="bg1"/>
                </a:solidFill>
              </a:defRPr>
            </a:lvl1pPr>
          </a:lstStyle>
          <a:p>
            <a:r>
              <a:rPr lang="de-DE" dirty="0"/>
              <a:t>Titel der Präsentation hinzufügen</a:t>
            </a:r>
          </a:p>
        </p:txBody>
      </p:sp>
      <p:sp>
        <p:nvSpPr>
          <p:cNvPr id="3" name="Untertitel 2"/>
          <p:cNvSpPr>
            <a:spLocks noGrp="1"/>
          </p:cNvSpPr>
          <p:nvPr>
            <p:ph type="subTitle" idx="1" hasCustomPrompt="1"/>
          </p:nvPr>
        </p:nvSpPr>
        <p:spPr bwMode="gray">
          <a:xfrm>
            <a:off x="695325" y="5014800"/>
            <a:ext cx="8424863" cy="432000"/>
          </a:xfrm>
          <a:prstGeom prst="rect">
            <a:avLst/>
          </a:prstGeom>
          <a:noFill/>
          <a:ln>
            <a:noFill/>
          </a:ln>
        </p:spPr>
        <p:txBody>
          <a:bodyPr wrap="square" lIns="0" tIns="0" rIns="0" bIns="0" rtlCol="0" anchor="t" anchorCtr="0">
            <a:noAutofit/>
          </a:bodyPr>
          <a:lstStyle>
            <a:lvl1pPr marL="0" indent="0" algn="l">
              <a:lnSpc>
                <a:spcPct val="100000"/>
              </a:lnSpc>
              <a:spcBef>
                <a:spcPts val="0"/>
              </a:spcBef>
              <a:spcAft>
                <a:spcPts val="0"/>
              </a:spcAft>
              <a:buNone/>
              <a:defRPr kumimoji="0" lang="de-DE" sz="2000" b="0" i="0" u="none" strike="noStrike" cap="none" spc="0" normalizeH="0" baseline="0" dirty="0">
                <a:ln>
                  <a:noFill/>
                </a:ln>
                <a:solidFill>
                  <a:schemeClr val="bg1"/>
                </a:solidFill>
                <a:effectLst/>
                <a:uLnTx/>
                <a:uFillTx/>
                <a:latin typeface="+mn-lt"/>
                <a:ea typeface="ADLaM Display" panose="020F0502020204030204" pitchFamily="2" charset="0"/>
                <a:cs typeface="ADLaM Display" panose="020F0502020204030204" pitchFamily="2" charset="0"/>
              </a:defRPr>
            </a:lvl1pPr>
            <a:lvl2pPr marL="0" indent="0" algn="l">
              <a:lnSpc>
                <a:spcPct val="100000"/>
              </a:lnSpc>
              <a:spcBef>
                <a:spcPts val="0"/>
              </a:spcBef>
              <a:spcAft>
                <a:spcPts val="0"/>
              </a:spcAft>
              <a:buNone/>
              <a:defRPr sz="2000" b="0">
                <a:solidFill>
                  <a:schemeClr val="bg1"/>
                </a:solidFill>
              </a:defRPr>
            </a:lvl2pPr>
            <a:lvl3pPr marL="0" indent="0" algn="l">
              <a:lnSpc>
                <a:spcPct val="100000"/>
              </a:lnSpc>
              <a:spcBef>
                <a:spcPts val="0"/>
              </a:spcBef>
              <a:spcAft>
                <a:spcPts val="0"/>
              </a:spcAft>
              <a:buNone/>
              <a:defRPr sz="2000" b="0">
                <a:solidFill>
                  <a:schemeClr val="bg1"/>
                </a:solidFill>
              </a:defRPr>
            </a:lvl3pPr>
            <a:lvl4pPr marL="0" indent="0" algn="l">
              <a:lnSpc>
                <a:spcPct val="100000"/>
              </a:lnSpc>
              <a:spcBef>
                <a:spcPts val="0"/>
              </a:spcBef>
              <a:spcAft>
                <a:spcPts val="0"/>
              </a:spcAft>
              <a:buNone/>
              <a:defRPr sz="2000" b="0">
                <a:solidFill>
                  <a:schemeClr val="bg1"/>
                </a:solidFill>
              </a:defRPr>
            </a:lvl4pPr>
            <a:lvl5pPr marL="0" indent="0" algn="l">
              <a:lnSpc>
                <a:spcPct val="100000"/>
              </a:lnSpc>
              <a:spcBef>
                <a:spcPts val="0"/>
              </a:spcBef>
              <a:spcAft>
                <a:spcPts val="0"/>
              </a:spcAft>
              <a:buNone/>
              <a:defRPr sz="2000" b="0">
                <a:solidFill>
                  <a:schemeClr val="bg1"/>
                </a:solidFill>
              </a:defRPr>
            </a:lvl5pPr>
            <a:lvl6pPr marL="0" indent="0" algn="l">
              <a:lnSpc>
                <a:spcPct val="100000"/>
              </a:lnSpc>
              <a:spcBef>
                <a:spcPts val="0"/>
              </a:spcBef>
              <a:spcAft>
                <a:spcPts val="0"/>
              </a:spcAft>
              <a:buNone/>
              <a:defRPr sz="2000" b="0">
                <a:solidFill>
                  <a:schemeClr val="bg1"/>
                </a:solidFill>
                <a:latin typeface="+mn-lt"/>
              </a:defRPr>
            </a:lvl6pPr>
            <a:lvl7pPr marL="0" indent="0" algn="l">
              <a:lnSpc>
                <a:spcPct val="100000"/>
              </a:lnSpc>
              <a:spcBef>
                <a:spcPts val="0"/>
              </a:spcBef>
              <a:spcAft>
                <a:spcPts val="0"/>
              </a:spcAft>
              <a:buNone/>
              <a:defRPr sz="2000" b="0">
                <a:solidFill>
                  <a:schemeClr val="bg1"/>
                </a:solidFill>
              </a:defRPr>
            </a:lvl7pPr>
            <a:lvl8pPr marL="0" indent="0" algn="l">
              <a:lnSpc>
                <a:spcPct val="100000"/>
              </a:lnSpc>
              <a:spcBef>
                <a:spcPts val="0"/>
              </a:spcBef>
              <a:spcAft>
                <a:spcPts val="0"/>
              </a:spcAft>
              <a:buNone/>
              <a:defRPr sz="2000" b="0">
                <a:solidFill>
                  <a:schemeClr val="bg1"/>
                </a:solidFill>
              </a:defRPr>
            </a:lvl8pPr>
            <a:lvl9pPr marL="0" indent="0" algn="l">
              <a:lnSpc>
                <a:spcPct val="100000"/>
              </a:lnSpc>
              <a:spcBef>
                <a:spcPts val="0"/>
              </a:spcBef>
              <a:spcAft>
                <a:spcPts val="0"/>
              </a:spcAft>
              <a:buNone/>
              <a:defRPr sz="2000" b="0">
                <a:solidFill>
                  <a:schemeClr val="bg1"/>
                </a:solidFill>
              </a:defRPr>
            </a:lvl9pPr>
          </a:lstStyle>
          <a:p>
            <a:pPr lvl="0"/>
            <a:r>
              <a:rPr lang="de-DE" dirty="0"/>
              <a:t>Untertitel der Präsentation</a:t>
            </a:r>
          </a:p>
        </p:txBody>
      </p:sp>
      <p:sp>
        <p:nvSpPr>
          <p:cNvPr id="33" name="Textplatzhalter 32">
            <a:extLst>
              <a:ext uri="{FF2B5EF4-FFF2-40B4-BE49-F238E27FC236}">
                <a16:creationId xmlns:a16="http://schemas.microsoft.com/office/drawing/2014/main" id="{33506CA9-F3AF-08BA-ABE9-215C6A11E08B}"/>
              </a:ext>
            </a:extLst>
          </p:cNvPr>
          <p:cNvSpPr>
            <a:spLocks noGrp="1"/>
          </p:cNvSpPr>
          <p:nvPr>
            <p:ph type="body" sz="quarter" idx="14" hasCustomPrompt="1"/>
          </p:nvPr>
        </p:nvSpPr>
        <p:spPr bwMode="gray">
          <a:xfrm>
            <a:off x="695400" y="262602"/>
            <a:ext cx="1512000" cy="358775"/>
          </a:xfrm>
        </p:spPr>
        <p:txBody>
          <a:bodyPr bIns="36000" anchor="b" anchorCtr="0"/>
          <a:lstStyle>
            <a:lvl1pPr marL="0" indent="0" algn="r">
              <a:lnSpc>
                <a:spcPct val="100000"/>
              </a:lnSpc>
              <a:spcAft>
                <a:spcPts val="0"/>
              </a:spcAft>
              <a:buFontTx/>
              <a:buNone/>
              <a:tabLst/>
              <a:defRPr sz="1000">
                <a:solidFill>
                  <a:schemeClr val="tx1"/>
                </a:solidFill>
                <a:latin typeface="+mj-lt"/>
              </a:defRPr>
            </a:lvl1pPr>
            <a:lvl2pPr marL="0" indent="0" algn="r">
              <a:lnSpc>
                <a:spcPct val="100000"/>
              </a:lnSpc>
              <a:spcAft>
                <a:spcPts val="0"/>
              </a:spcAft>
              <a:buFontTx/>
              <a:buNone/>
              <a:tabLst/>
              <a:defRPr sz="1000">
                <a:solidFill>
                  <a:schemeClr val="tx1"/>
                </a:solidFill>
                <a:latin typeface="+mj-lt"/>
              </a:defRPr>
            </a:lvl2pPr>
            <a:lvl3pPr marL="0" indent="0" algn="r">
              <a:lnSpc>
                <a:spcPct val="100000"/>
              </a:lnSpc>
              <a:spcAft>
                <a:spcPts val="0"/>
              </a:spcAft>
              <a:buFontTx/>
              <a:buNone/>
              <a:tabLst/>
              <a:defRPr sz="1000">
                <a:solidFill>
                  <a:schemeClr val="tx1"/>
                </a:solidFill>
                <a:latin typeface="+mj-lt"/>
              </a:defRPr>
            </a:lvl3pPr>
            <a:lvl4pPr marL="0" indent="0" algn="r">
              <a:lnSpc>
                <a:spcPct val="100000"/>
              </a:lnSpc>
              <a:spcAft>
                <a:spcPts val="0"/>
              </a:spcAft>
              <a:buFontTx/>
              <a:buNone/>
              <a:tabLst/>
              <a:defRPr sz="1000">
                <a:solidFill>
                  <a:schemeClr val="tx1"/>
                </a:solidFill>
                <a:latin typeface="+mj-lt"/>
              </a:defRPr>
            </a:lvl4pPr>
            <a:lvl5pPr marL="0" indent="0" algn="r">
              <a:lnSpc>
                <a:spcPct val="100000"/>
              </a:lnSpc>
              <a:spcAft>
                <a:spcPts val="0"/>
              </a:spcAft>
              <a:buFontTx/>
              <a:buNone/>
              <a:tabLst/>
              <a:defRPr sz="1000">
                <a:solidFill>
                  <a:schemeClr val="tx1"/>
                </a:solidFill>
                <a:latin typeface="+mj-lt"/>
              </a:defRPr>
            </a:lvl5pPr>
            <a:lvl6pPr marL="0" indent="0" algn="r">
              <a:lnSpc>
                <a:spcPct val="100000"/>
              </a:lnSpc>
              <a:spcAft>
                <a:spcPts val="0"/>
              </a:spcAft>
              <a:buFontTx/>
              <a:buNone/>
              <a:tabLst/>
              <a:defRPr sz="1000">
                <a:solidFill>
                  <a:schemeClr val="tx1"/>
                </a:solidFill>
                <a:latin typeface="+mj-lt"/>
              </a:defRPr>
            </a:lvl6pPr>
            <a:lvl7pPr marL="0" indent="0" algn="r">
              <a:lnSpc>
                <a:spcPct val="100000"/>
              </a:lnSpc>
              <a:spcAft>
                <a:spcPts val="0"/>
              </a:spcAft>
              <a:buFontTx/>
              <a:buNone/>
              <a:tabLst/>
              <a:defRPr sz="1000">
                <a:solidFill>
                  <a:schemeClr val="tx1"/>
                </a:solidFill>
                <a:latin typeface="+mj-lt"/>
              </a:defRPr>
            </a:lvl7pPr>
            <a:lvl8pPr marL="0" indent="0" algn="r">
              <a:lnSpc>
                <a:spcPct val="100000"/>
              </a:lnSpc>
              <a:spcAft>
                <a:spcPts val="0"/>
              </a:spcAft>
              <a:buFontTx/>
              <a:buNone/>
              <a:tabLst/>
              <a:defRPr sz="1000">
                <a:solidFill>
                  <a:schemeClr val="tx1"/>
                </a:solidFill>
                <a:latin typeface="+mj-lt"/>
              </a:defRPr>
            </a:lvl8pPr>
            <a:lvl9pPr marL="0" indent="0" algn="r">
              <a:lnSpc>
                <a:spcPct val="100000"/>
              </a:lnSpc>
              <a:spcAft>
                <a:spcPts val="0"/>
              </a:spcAft>
              <a:buFontTx/>
              <a:buNone/>
              <a:tabLst/>
              <a:defRPr sz="1000">
                <a:solidFill>
                  <a:schemeClr val="tx1"/>
                </a:solidFill>
                <a:latin typeface="+mj-lt"/>
              </a:defRPr>
            </a:lvl9pPr>
          </a:lstStyle>
          <a:p>
            <a:pPr lvl="0"/>
            <a:r>
              <a:rPr lang="de-DE" dirty="0"/>
              <a:t>Namen hinzufügen</a:t>
            </a:r>
          </a:p>
        </p:txBody>
      </p:sp>
      <p:sp>
        <p:nvSpPr>
          <p:cNvPr id="34" name="Textplatzhalter 32">
            <a:extLst>
              <a:ext uri="{FF2B5EF4-FFF2-40B4-BE49-F238E27FC236}">
                <a16:creationId xmlns:a16="http://schemas.microsoft.com/office/drawing/2014/main" id="{96F2A617-E1A8-32E7-1143-D425F9306B70}"/>
              </a:ext>
            </a:extLst>
          </p:cNvPr>
          <p:cNvSpPr>
            <a:spLocks noGrp="1"/>
          </p:cNvSpPr>
          <p:nvPr>
            <p:ph type="body" sz="quarter" idx="15" hasCustomPrompt="1"/>
          </p:nvPr>
        </p:nvSpPr>
        <p:spPr bwMode="gray">
          <a:xfrm>
            <a:off x="695400" y="2134121"/>
            <a:ext cx="1512000" cy="358775"/>
          </a:xfrm>
        </p:spPr>
        <p:txBody>
          <a:bodyPr tIns="36000" anchor="t" anchorCtr="0"/>
          <a:lstStyle>
            <a:lvl1pPr marL="0" indent="0" algn="l">
              <a:lnSpc>
                <a:spcPct val="100000"/>
              </a:lnSpc>
              <a:spcAft>
                <a:spcPts val="0"/>
              </a:spcAft>
              <a:buFontTx/>
              <a:buNone/>
              <a:tabLst/>
              <a:defRPr sz="1000">
                <a:solidFill>
                  <a:schemeClr val="tx1"/>
                </a:solidFill>
                <a:latin typeface="+mj-lt"/>
              </a:defRPr>
            </a:lvl1pPr>
            <a:lvl2pPr marL="0" indent="0" algn="l">
              <a:lnSpc>
                <a:spcPct val="100000"/>
              </a:lnSpc>
              <a:spcAft>
                <a:spcPts val="0"/>
              </a:spcAft>
              <a:buFontTx/>
              <a:buNone/>
              <a:tabLst/>
              <a:defRPr sz="1000">
                <a:solidFill>
                  <a:schemeClr val="tx1"/>
                </a:solidFill>
                <a:latin typeface="+mj-lt"/>
              </a:defRPr>
            </a:lvl2pPr>
            <a:lvl3pPr marL="0" indent="0" algn="l">
              <a:lnSpc>
                <a:spcPct val="100000"/>
              </a:lnSpc>
              <a:spcAft>
                <a:spcPts val="0"/>
              </a:spcAft>
              <a:buFontTx/>
              <a:buNone/>
              <a:tabLst/>
              <a:defRPr sz="1000">
                <a:solidFill>
                  <a:schemeClr val="tx1"/>
                </a:solidFill>
                <a:latin typeface="+mj-lt"/>
              </a:defRPr>
            </a:lvl3pPr>
            <a:lvl4pPr marL="0" indent="0" algn="l">
              <a:lnSpc>
                <a:spcPct val="100000"/>
              </a:lnSpc>
              <a:spcAft>
                <a:spcPts val="0"/>
              </a:spcAft>
              <a:buFontTx/>
              <a:buNone/>
              <a:tabLst/>
              <a:defRPr sz="1000">
                <a:solidFill>
                  <a:schemeClr val="tx1"/>
                </a:solidFill>
                <a:latin typeface="+mj-lt"/>
              </a:defRPr>
            </a:lvl4pPr>
            <a:lvl5pPr marL="0" indent="0" algn="l">
              <a:lnSpc>
                <a:spcPct val="100000"/>
              </a:lnSpc>
              <a:spcAft>
                <a:spcPts val="0"/>
              </a:spcAft>
              <a:buFontTx/>
              <a:buNone/>
              <a:tabLst/>
              <a:defRPr sz="1000">
                <a:solidFill>
                  <a:schemeClr val="tx1"/>
                </a:solidFill>
                <a:latin typeface="+mj-lt"/>
              </a:defRPr>
            </a:lvl5pPr>
            <a:lvl6pPr marL="0" indent="0" algn="l">
              <a:lnSpc>
                <a:spcPct val="100000"/>
              </a:lnSpc>
              <a:spcAft>
                <a:spcPts val="0"/>
              </a:spcAft>
              <a:buFontTx/>
              <a:buNone/>
              <a:tabLst/>
              <a:defRPr sz="1000">
                <a:solidFill>
                  <a:schemeClr val="tx1"/>
                </a:solidFill>
                <a:latin typeface="+mj-lt"/>
              </a:defRPr>
            </a:lvl6pPr>
            <a:lvl7pPr marL="0" indent="0" algn="l">
              <a:lnSpc>
                <a:spcPct val="100000"/>
              </a:lnSpc>
              <a:spcAft>
                <a:spcPts val="0"/>
              </a:spcAft>
              <a:buFontTx/>
              <a:buNone/>
              <a:tabLst/>
              <a:defRPr sz="1000">
                <a:solidFill>
                  <a:schemeClr val="tx1"/>
                </a:solidFill>
                <a:latin typeface="+mj-lt"/>
              </a:defRPr>
            </a:lvl7pPr>
            <a:lvl8pPr marL="0" indent="0" algn="l">
              <a:lnSpc>
                <a:spcPct val="100000"/>
              </a:lnSpc>
              <a:spcAft>
                <a:spcPts val="0"/>
              </a:spcAft>
              <a:buFontTx/>
              <a:buNone/>
              <a:tabLst/>
              <a:defRPr sz="1000">
                <a:solidFill>
                  <a:schemeClr val="tx1"/>
                </a:solidFill>
                <a:latin typeface="+mj-lt"/>
              </a:defRPr>
            </a:lvl8pPr>
            <a:lvl9pPr marL="0" indent="0" algn="l">
              <a:lnSpc>
                <a:spcPct val="100000"/>
              </a:lnSpc>
              <a:spcAft>
                <a:spcPts val="0"/>
              </a:spcAft>
              <a:buFontTx/>
              <a:buNone/>
              <a:tabLst/>
              <a:defRPr sz="1000">
                <a:solidFill>
                  <a:schemeClr val="tx1"/>
                </a:solidFill>
                <a:latin typeface="+mj-lt"/>
              </a:defRPr>
            </a:lvl9pPr>
          </a:lstStyle>
          <a:p>
            <a:pPr lvl="0"/>
            <a:r>
              <a:rPr lang="de-DE" dirty="0"/>
              <a:t>Unternehmensnamen hinzufügen</a:t>
            </a:r>
          </a:p>
        </p:txBody>
      </p:sp>
      <p:sp>
        <p:nvSpPr>
          <p:cNvPr id="44" name="Textplatzhalter 32">
            <a:extLst>
              <a:ext uri="{FF2B5EF4-FFF2-40B4-BE49-F238E27FC236}">
                <a16:creationId xmlns:a16="http://schemas.microsoft.com/office/drawing/2014/main" id="{29EC36D0-593C-758A-0A7D-C66E72027F85}"/>
              </a:ext>
            </a:extLst>
          </p:cNvPr>
          <p:cNvSpPr>
            <a:spLocks noGrp="1"/>
          </p:cNvSpPr>
          <p:nvPr>
            <p:ph type="body" sz="quarter" idx="19" hasCustomPrompt="1"/>
          </p:nvPr>
        </p:nvSpPr>
        <p:spPr bwMode="gray">
          <a:xfrm>
            <a:off x="2567403" y="262602"/>
            <a:ext cx="1512000" cy="358775"/>
          </a:xfrm>
        </p:spPr>
        <p:txBody>
          <a:bodyPr bIns="36000" anchor="b" anchorCtr="0"/>
          <a:lstStyle>
            <a:lvl1pPr marL="0" indent="0" algn="r">
              <a:lnSpc>
                <a:spcPct val="100000"/>
              </a:lnSpc>
              <a:spcAft>
                <a:spcPts val="0"/>
              </a:spcAft>
              <a:buFontTx/>
              <a:buNone/>
              <a:tabLst/>
              <a:defRPr sz="1000">
                <a:solidFill>
                  <a:schemeClr val="tx1"/>
                </a:solidFill>
                <a:latin typeface="+mj-lt"/>
              </a:defRPr>
            </a:lvl1pPr>
            <a:lvl2pPr marL="0" indent="0" algn="r">
              <a:lnSpc>
                <a:spcPct val="100000"/>
              </a:lnSpc>
              <a:spcAft>
                <a:spcPts val="0"/>
              </a:spcAft>
              <a:buFontTx/>
              <a:buNone/>
              <a:tabLst/>
              <a:defRPr sz="1000">
                <a:solidFill>
                  <a:schemeClr val="tx1"/>
                </a:solidFill>
                <a:latin typeface="+mj-lt"/>
              </a:defRPr>
            </a:lvl2pPr>
            <a:lvl3pPr marL="0" indent="0" algn="r">
              <a:lnSpc>
                <a:spcPct val="100000"/>
              </a:lnSpc>
              <a:spcAft>
                <a:spcPts val="0"/>
              </a:spcAft>
              <a:buFontTx/>
              <a:buNone/>
              <a:tabLst/>
              <a:defRPr sz="1000">
                <a:solidFill>
                  <a:schemeClr val="tx1"/>
                </a:solidFill>
                <a:latin typeface="+mj-lt"/>
              </a:defRPr>
            </a:lvl3pPr>
            <a:lvl4pPr marL="0" indent="0" algn="r">
              <a:lnSpc>
                <a:spcPct val="100000"/>
              </a:lnSpc>
              <a:spcAft>
                <a:spcPts val="0"/>
              </a:spcAft>
              <a:buFontTx/>
              <a:buNone/>
              <a:tabLst/>
              <a:defRPr sz="1000">
                <a:solidFill>
                  <a:schemeClr val="tx1"/>
                </a:solidFill>
                <a:latin typeface="+mj-lt"/>
              </a:defRPr>
            </a:lvl4pPr>
            <a:lvl5pPr marL="0" indent="0" algn="r">
              <a:lnSpc>
                <a:spcPct val="100000"/>
              </a:lnSpc>
              <a:spcAft>
                <a:spcPts val="0"/>
              </a:spcAft>
              <a:buFontTx/>
              <a:buNone/>
              <a:tabLst/>
              <a:defRPr sz="1000">
                <a:solidFill>
                  <a:schemeClr val="tx1"/>
                </a:solidFill>
                <a:latin typeface="+mj-lt"/>
              </a:defRPr>
            </a:lvl5pPr>
            <a:lvl6pPr marL="0" indent="0" algn="r">
              <a:lnSpc>
                <a:spcPct val="100000"/>
              </a:lnSpc>
              <a:spcAft>
                <a:spcPts val="0"/>
              </a:spcAft>
              <a:buFontTx/>
              <a:buNone/>
              <a:tabLst/>
              <a:defRPr sz="1000">
                <a:solidFill>
                  <a:schemeClr val="tx1"/>
                </a:solidFill>
                <a:latin typeface="+mj-lt"/>
              </a:defRPr>
            </a:lvl6pPr>
            <a:lvl7pPr marL="0" indent="0" algn="r">
              <a:lnSpc>
                <a:spcPct val="100000"/>
              </a:lnSpc>
              <a:spcAft>
                <a:spcPts val="0"/>
              </a:spcAft>
              <a:buFontTx/>
              <a:buNone/>
              <a:tabLst/>
              <a:defRPr sz="1000">
                <a:solidFill>
                  <a:schemeClr val="tx1"/>
                </a:solidFill>
                <a:latin typeface="+mj-lt"/>
              </a:defRPr>
            </a:lvl7pPr>
            <a:lvl8pPr marL="0" indent="0" algn="r">
              <a:lnSpc>
                <a:spcPct val="100000"/>
              </a:lnSpc>
              <a:spcAft>
                <a:spcPts val="0"/>
              </a:spcAft>
              <a:buFontTx/>
              <a:buNone/>
              <a:tabLst/>
              <a:defRPr sz="1000">
                <a:solidFill>
                  <a:schemeClr val="tx1"/>
                </a:solidFill>
                <a:latin typeface="+mj-lt"/>
              </a:defRPr>
            </a:lvl8pPr>
            <a:lvl9pPr marL="0" indent="0" algn="r">
              <a:lnSpc>
                <a:spcPct val="100000"/>
              </a:lnSpc>
              <a:spcAft>
                <a:spcPts val="0"/>
              </a:spcAft>
              <a:buFontTx/>
              <a:buNone/>
              <a:tabLst/>
              <a:defRPr sz="1000">
                <a:solidFill>
                  <a:schemeClr val="tx1"/>
                </a:solidFill>
                <a:latin typeface="+mj-lt"/>
              </a:defRPr>
            </a:lvl9pPr>
          </a:lstStyle>
          <a:p>
            <a:pPr lvl="0"/>
            <a:r>
              <a:rPr lang="de-DE" dirty="0"/>
              <a:t>Namen hinzufügen</a:t>
            </a:r>
          </a:p>
        </p:txBody>
      </p:sp>
      <p:sp>
        <p:nvSpPr>
          <p:cNvPr id="45" name="Textplatzhalter 32">
            <a:extLst>
              <a:ext uri="{FF2B5EF4-FFF2-40B4-BE49-F238E27FC236}">
                <a16:creationId xmlns:a16="http://schemas.microsoft.com/office/drawing/2014/main" id="{CE283C2C-F95C-540C-4C8C-7E7733786CF6}"/>
              </a:ext>
            </a:extLst>
          </p:cNvPr>
          <p:cNvSpPr>
            <a:spLocks noGrp="1"/>
          </p:cNvSpPr>
          <p:nvPr>
            <p:ph type="body" sz="quarter" idx="20" hasCustomPrompt="1"/>
          </p:nvPr>
        </p:nvSpPr>
        <p:spPr bwMode="gray">
          <a:xfrm>
            <a:off x="2567403" y="2134121"/>
            <a:ext cx="1512000" cy="358775"/>
          </a:xfrm>
        </p:spPr>
        <p:txBody>
          <a:bodyPr tIns="36000" anchor="t" anchorCtr="0"/>
          <a:lstStyle>
            <a:lvl1pPr marL="0" indent="0" algn="l">
              <a:lnSpc>
                <a:spcPct val="100000"/>
              </a:lnSpc>
              <a:spcAft>
                <a:spcPts val="0"/>
              </a:spcAft>
              <a:buFontTx/>
              <a:buNone/>
              <a:tabLst/>
              <a:defRPr sz="1000">
                <a:solidFill>
                  <a:schemeClr val="tx1"/>
                </a:solidFill>
                <a:latin typeface="+mj-lt"/>
              </a:defRPr>
            </a:lvl1pPr>
            <a:lvl2pPr marL="0" indent="0" algn="l">
              <a:lnSpc>
                <a:spcPct val="100000"/>
              </a:lnSpc>
              <a:spcAft>
                <a:spcPts val="0"/>
              </a:spcAft>
              <a:buFontTx/>
              <a:buNone/>
              <a:tabLst/>
              <a:defRPr sz="1000">
                <a:solidFill>
                  <a:schemeClr val="tx1"/>
                </a:solidFill>
                <a:latin typeface="+mj-lt"/>
              </a:defRPr>
            </a:lvl2pPr>
            <a:lvl3pPr marL="0" indent="0" algn="l">
              <a:lnSpc>
                <a:spcPct val="100000"/>
              </a:lnSpc>
              <a:spcAft>
                <a:spcPts val="0"/>
              </a:spcAft>
              <a:buFontTx/>
              <a:buNone/>
              <a:tabLst/>
              <a:defRPr sz="1000">
                <a:solidFill>
                  <a:schemeClr val="tx1"/>
                </a:solidFill>
                <a:latin typeface="+mj-lt"/>
              </a:defRPr>
            </a:lvl3pPr>
            <a:lvl4pPr marL="0" indent="0" algn="l">
              <a:lnSpc>
                <a:spcPct val="100000"/>
              </a:lnSpc>
              <a:spcAft>
                <a:spcPts val="0"/>
              </a:spcAft>
              <a:buFontTx/>
              <a:buNone/>
              <a:tabLst/>
              <a:defRPr sz="1000">
                <a:solidFill>
                  <a:schemeClr val="tx1"/>
                </a:solidFill>
                <a:latin typeface="+mj-lt"/>
              </a:defRPr>
            </a:lvl4pPr>
            <a:lvl5pPr marL="0" indent="0" algn="l">
              <a:lnSpc>
                <a:spcPct val="100000"/>
              </a:lnSpc>
              <a:spcAft>
                <a:spcPts val="0"/>
              </a:spcAft>
              <a:buFontTx/>
              <a:buNone/>
              <a:tabLst/>
              <a:defRPr sz="1000">
                <a:solidFill>
                  <a:schemeClr val="tx1"/>
                </a:solidFill>
                <a:latin typeface="+mj-lt"/>
              </a:defRPr>
            </a:lvl5pPr>
            <a:lvl6pPr marL="0" indent="0" algn="l">
              <a:lnSpc>
                <a:spcPct val="100000"/>
              </a:lnSpc>
              <a:spcAft>
                <a:spcPts val="0"/>
              </a:spcAft>
              <a:buFontTx/>
              <a:buNone/>
              <a:tabLst/>
              <a:defRPr sz="1000">
                <a:solidFill>
                  <a:schemeClr val="tx1"/>
                </a:solidFill>
                <a:latin typeface="+mj-lt"/>
              </a:defRPr>
            </a:lvl6pPr>
            <a:lvl7pPr marL="0" indent="0" algn="l">
              <a:lnSpc>
                <a:spcPct val="100000"/>
              </a:lnSpc>
              <a:spcAft>
                <a:spcPts val="0"/>
              </a:spcAft>
              <a:buFontTx/>
              <a:buNone/>
              <a:tabLst/>
              <a:defRPr sz="1000">
                <a:solidFill>
                  <a:schemeClr val="tx1"/>
                </a:solidFill>
                <a:latin typeface="+mj-lt"/>
              </a:defRPr>
            </a:lvl7pPr>
            <a:lvl8pPr marL="0" indent="0" algn="l">
              <a:lnSpc>
                <a:spcPct val="100000"/>
              </a:lnSpc>
              <a:spcAft>
                <a:spcPts val="0"/>
              </a:spcAft>
              <a:buFontTx/>
              <a:buNone/>
              <a:tabLst/>
              <a:defRPr sz="1000">
                <a:solidFill>
                  <a:schemeClr val="tx1"/>
                </a:solidFill>
                <a:latin typeface="+mj-lt"/>
              </a:defRPr>
            </a:lvl8pPr>
            <a:lvl9pPr marL="0" indent="0" algn="l">
              <a:lnSpc>
                <a:spcPct val="100000"/>
              </a:lnSpc>
              <a:spcAft>
                <a:spcPts val="0"/>
              </a:spcAft>
              <a:buFontTx/>
              <a:buNone/>
              <a:tabLst/>
              <a:defRPr sz="1000">
                <a:solidFill>
                  <a:schemeClr val="tx1"/>
                </a:solidFill>
                <a:latin typeface="+mj-lt"/>
              </a:defRPr>
            </a:lvl9pPr>
          </a:lstStyle>
          <a:p>
            <a:pPr lvl="0"/>
            <a:r>
              <a:rPr lang="de-DE" dirty="0"/>
              <a:t>Unternehmensnamen hinzufügen</a:t>
            </a:r>
          </a:p>
        </p:txBody>
      </p:sp>
      <p:sp>
        <p:nvSpPr>
          <p:cNvPr id="46" name="Textplatzhalter 32">
            <a:extLst>
              <a:ext uri="{FF2B5EF4-FFF2-40B4-BE49-F238E27FC236}">
                <a16:creationId xmlns:a16="http://schemas.microsoft.com/office/drawing/2014/main" id="{BF303DF8-A828-55FC-72EF-60E47357CB15}"/>
              </a:ext>
            </a:extLst>
          </p:cNvPr>
          <p:cNvSpPr>
            <a:spLocks noGrp="1"/>
          </p:cNvSpPr>
          <p:nvPr>
            <p:ph type="body" sz="quarter" idx="21" hasCustomPrompt="1"/>
          </p:nvPr>
        </p:nvSpPr>
        <p:spPr bwMode="gray">
          <a:xfrm>
            <a:off x="4437761" y="262602"/>
            <a:ext cx="1512000" cy="358775"/>
          </a:xfrm>
        </p:spPr>
        <p:txBody>
          <a:bodyPr bIns="36000" anchor="b" anchorCtr="0"/>
          <a:lstStyle>
            <a:lvl1pPr marL="0" indent="0" algn="r">
              <a:lnSpc>
                <a:spcPct val="100000"/>
              </a:lnSpc>
              <a:spcAft>
                <a:spcPts val="0"/>
              </a:spcAft>
              <a:buFontTx/>
              <a:buNone/>
              <a:tabLst/>
              <a:defRPr sz="1000">
                <a:solidFill>
                  <a:schemeClr val="tx1"/>
                </a:solidFill>
                <a:latin typeface="+mj-lt"/>
              </a:defRPr>
            </a:lvl1pPr>
            <a:lvl2pPr marL="0" indent="0" algn="r">
              <a:lnSpc>
                <a:spcPct val="100000"/>
              </a:lnSpc>
              <a:spcAft>
                <a:spcPts val="0"/>
              </a:spcAft>
              <a:buFontTx/>
              <a:buNone/>
              <a:tabLst/>
              <a:defRPr sz="1000">
                <a:solidFill>
                  <a:schemeClr val="tx1"/>
                </a:solidFill>
                <a:latin typeface="+mj-lt"/>
              </a:defRPr>
            </a:lvl2pPr>
            <a:lvl3pPr marL="0" indent="0" algn="r">
              <a:lnSpc>
                <a:spcPct val="100000"/>
              </a:lnSpc>
              <a:spcAft>
                <a:spcPts val="0"/>
              </a:spcAft>
              <a:buFontTx/>
              <a:buNone/>
              <a:tabLst/>
              <a:defRPr sz="1000">
                <a:solidFill>
                  <a:schemeClr val="tx1"/>
                </a:solidFill>
                <a:latin typeface="+mj-lt"/>
              </a:defRPr>
            </a:lvl3pPr>
            <a:lvl4pPr marL="0" indent="0" algn="r">
              <a:lnSpc>
                <a:spcPct val="100000"/>
              </a:lnSpc>
              <a:spcAft>
                <a:spcPts val="0"/>
              </a:spcAft>
              <a:buFontTx/>
              <a:buNone/>
              <a:tabLst/>
              <a:defRPr sz="1000">
                <a:solidFill>
                  <a:schemeClr val="tx1"/>
                </a:solidFill>
                <a:latin typeface="+mj-lt"/>
              </a:defRPr>
            </a:lvl4pPr>
            <a:lvl5pPr marL="0" indent="0" algn="r">
              <a:lnSpc>
                <a:spcPct val="100000"/>
              </a:lnSpc>
              <a:spcAft>
                <a:spcPts val="0"/>
              </a:spcAft>
              <a:buFontTx/>
              <a:buNone/>
              <a:tabLst/>
              <a:defRPr sz="1000">
                <a:solidFill>
                  <a:schemeClr val="tx1"/>
                </a:solidFill>
                <a:latin typeface="+mj-lt"/>
              </a:defRPr>
            </a:lvl5pPr>
            <a:lvl6pPr marL="0" indent="0" algn="r">
              <a:lnSpc>
                <a:spcPct val="100000"/>
              </a:lnSpc>
              <a:spcAft>
                <a:spcPts val="0"/>
              </a:spcAft>
              <a:buFontTx/>
              <a:buNone/>
              <a:tabLst/>
              <a:defRPr sz="1000">
                <a:solidFill>
                  <a:schemeClr val="tx1"/>
                </a:solidFill>
                <a:latin typeface="+mj-lt"/>
              </a:defRPr>
            </a:lvl6pPr>
            <a:lvl7pPr marL="0" indent="0" algn="r">
              <a:lnSpc>
                <a:spcPct val="100000"/>
              </a:lnSpc>
              <a:spcAft>
                <a:spcPts val="0"/>
              </a:spcAft>
              <a:buFontTx/>
              <a:buNone/>
              <a:tabLst/>
              <a:defRPr sz="1000">
                <a:solidFill>
                  <a:schemeClr val="tx1"/>
                </a:solidFill>
                <a:latin typeface="+mj-lt"/>
              </a:defRPr>
            </a:lvl7pPr>
            <a:lvl8pPr marL="0" indent="0" algn="r">
              <a:lnSpc>
                <a:spcPct val="100000"/>
              </a:lnSpc>
              <a:spcAft>
                <a:spcPts val="0"/>
              </a:spcAft>
              <a:buFontTx/>
              <a:buNone/>
              <a:tabLst/>
              <a:defRPr sz="1000">
                <a:solidFill>
                  <a:schemeClr val="tx1"/>
                </a:solidFill>
                <a:latin typeface="+mj-lt"/>
              </a:defRPr>
            </a:lvl8pPr>
            <a:lvl9pPr marL="0" indent="0" algn="r">
              <a:lnSpc>
                <a:spcPct val="100000"/>
              </a:lnSpc>
              <a:spcAft>
                <a:spcPts val="0"/>
              </a:spcAft>
              <a:buFontTx/>
              <a:buNone/>
              <a:tabLst/>
              <a:defRPr sz="1000">
                <a:solidFill>
                  <a:schemeClr val="tx1"/>
                </a:solidFill>
                <a:latin typeface="+mj-lt"/>
              </a:defRPr>
            </a:lvl9pPr>
          </a:lstStyle>
          <a:p>
            <a:pPr lvl="0"/>
            <a:r>
              <a:rPr lang="de-DE" dirty="0"/>
              <a:t>Namen hinzufügen</a:t>
            </a:r>
          </a:p>
        </p:txBody>
      </p:sp>
      <p:sp>
        <p:nvSpPr>
          <p:cNvPr id="47" name="Textplatzhalter 32">
            <a:extLst>
              <a:ext uri="{FF2B5EF4-FFF2-40B4-BE49-F238E27FC236}">
                <a16:creationId xmlns:a16="http://schemas.microsoft.com/office/drawing/2014/main" id="{9962C797-C95F-21F2-2844-301AF949E895}"/>
              </a:ext>
            </a:extLst>
          </p:cNvPr>
          <p:cNvSpPr>
            <a:spLocks noGrp="1"/>
          </p:cNvSpPr>
          <p:nvPr>
            <p:ph type="body" sz="quarter" idx="22" hasCustomPrompt="1"/>
          </p:nvPr>
        </p:nvSpPr>
        <p:spPr bwMode="gray">
          <a:xfrm>
            <a:off x="4437761" y="2134121"/>
            <a:ext cx="1512000" cy="358775"/>
          </a:xfrm>
        </p:spPr>
        <p:txBody>
          <a:bodyPr tIns="36000" anchor="t" anchorCtr="0"/>
          <a:lstStyle>
            <a:lvl1pPr marL="0" indent="0" algn="l">
              <a:lnSpc>
                <a:spcPct val="100000"/>
              </a:lnSpc>
              <a:spcAft>
                <a:spcPts val="0"/>
              </a:spcAft>
              <a:buFontTx/>
              <a:buNone/>
              <a:tabLst/>
              <a:defRPr sz="1000">
                <a:solidFill>
                  <a:schemeClr val="tx1"/>
                </a:solidFill>
                <a:latin typeface="+mj-lt"/>
              </a:defRPr>
            </a:lvl1pPr>
            <a:lvl2pPr marL="0" indent="0" algn="l">
              <a:lnSpc>
                <a:spcPct val="100000"/>
              </a:lnSpc>
              <a:spcAft>
                <a:spcPts val="0"/>
              </a:spcAft>
              <a:buFontTx/>
              <a:buNone/>
              <a:tabLst/>
              <a:defRPr sz="1000">
                <a:solidFill>
                  <a:schemeClr val="tx1"/>
                </a:solidFill>
                <a:latin typeface="+mj-lt"/>
              </a:defRPr>
            </a:lvl2pPr>
            <a:lvl3pPr marL="0" indent="0" algn="l">
              <a:lnSpc>
                <a:spcPct val="100000"/>
              </a:lnSpc>
              <a:spcAft>
                <a:spcPts val="0"/>
              </a:spcAft>
              <a:buFontTx/>
              <a:buNone/>
              <a:tabLst/>
              <a:defRPr sz="1000">
                <a:solidFill>
                  <a:schemeClr val="tx1"/>
                </a:solidFill>
                <a:latin typeface="+mj-lt"/>
              </a:defRPr>
            </a:lvl3pPr>
            <a:lvl4pPr marL="0" indent="0" algn="l">
              <a:lnSpc>
                <a:spcPct val="100000"/>
              </a:lnSpc>
              <a:spcAft>
                <a:spcPts val="0"/>
              </a:spcAft>
              <a:buFontTx/>
              <a:buNone/>
              <a:tabLst/>
              <a:defRPr sz="1000">
                <a:solidFill>
                  <a:schemeClr val="tx1"/>
                </a:solidFill>
                <a:latin typeface="+mj-lt"/>
              </a:defRPr>
            </a:lvl4pPr>
            <a:lvl5pPr marL="0" indent="0" algn="l">
              <a:lnSpc>
                <a:spcPct val="100000"/>
              </a:lnSpc>
              <a:spcAft>
                <a:spcPts val="0"/>
              </a:spcAft>
              <a:buFontTx/>
              <a:buNone/>
              <a:tabLst/>
              <a:defRPr sz="1000">
                <a:solidFill>
                  <a:schemeClr val="tx1"/>
                </a:solidFill>
                <a:latin typeface="+mj-lt"/>
              </a:defRPr>
            </a:lvl5pPr>
            <a:lvl6pPr marL="0" indent="0" algn="l">
              <a:lnSpc>
                <a:spcPct val="100000"/>
              </a:lnSpc>
              <a:spcAft>
                <a:spcPts val="0"/>
              </a:spcAft>
              <a:buFontTx/>
              <a:buNone/>
              <a:tabLst/>
              <a:defRPr sz="1000">
                <a:solidFill>
                  <a:schemeClr val="tx1"/>
                </a:solidFill>
                <a:latin typeface="+mj-lt"/>
              </a:defRPr>
            </a:lvl6pPr>
            <a:lvl7pPr marL="0" indent="0" algn="l">
              <a:lnSpc>
                <a:spcPct val="100000"/>
              </a:lnSpc>
              <a:spcAft>
                <a:spcPts val="0"/>
              </a:spcAft>
              <a:buFontTx/>
              <a:buNone/>
              <a:tabLst/>
              <a:defRPr sz="1000">
                <a:solidFill>
                  <a:schemeClr val="tx1"/>
                </a:solidFill>
                <a:latin typeface="+mj-lt"/>
              </a:defRPr>
            </a:lvl7pPr>
            <a:lvl8pPr marL="0" indent="0" algn="l">
              <a:lnSpc>
                <a:spcPct val="100000"/>
              </a:lnSpc>
              <a:spcAft>
                <a:spcPts val="0"/>
              </a:spcAft>
              <a:buFontTx/>
              <a:buNone/>
              <a:tabLst/>
              <a:defRPr sz="1000">
                <a:solidFill>
                  <a:schemeClr val="tx1"/>
                </a:solidFill>
                <a:latin typeface="+mj-lt"/>
              </a:defRPr>
            </a:lvl8pPr>
            <a:lvl9pPr marL="0" indent="0" algn="l">
              <a:lnSpc>
                <a:spcPct val="100000"/>
              </a:lnSpc>
              <a:spcAft>
                <a:spcPts val="0"/>
              </a:spcAft>
              <a:buFontTx/>
              <a:buNone/>
              <a:tabLst/>
              <a:defRPr sz="1000">
                <a:solidFill>
                  <a:schemeClr val="tx1"/>
                </a:solidFill>
                <a:latin typeface="+mj-lt"/>
              </a:defRPr>
            </a:lvl9pPr>
          </a:lstStyle>
          <a:p>
            <a:pPr lvl="0"/>
            <a:r>
              <a:rPr lang="de-DE" dirty="0"/>
              <a:t>Unternehmensnamen hinzufügen</a:t>
            </a:r>
          </a:p>
        </p:txBody>
      </p:sp>
      <p:sp>
        <p:nvSpPr>
          <p:cNvPr id="20" name="Bildplatzhalter 19">
            <a:extLst>
              <a:ext uri="{FF2B5EF4-FFF2-40B4-BE49-F238E27FC236}">
                <a16:creationId xmlns:a16="http://schemas.microsoft.com/office/drawing/2014/main" id="{BEBF1EAB-F6A5-2974-1C87-1914552D956B}"/>
              </a:ext>
              <a:ext uri="{C183D7F6-B498-43B3-948B-1728B52AA6E4}">
                <adec:decorative xmlns:adec="http://schemas.microsoft.com/office/drawing/2017/decorative" val="1"/>
              </a:ext>
            </a:extLst>
          </p:cNvPr>
          <p:cNvSpPr>
            <a:spLocks noGrp="1"/>
          </p:cNvSpPr>
          <p:nvPr>
            <p:ph type="pic" sz="quarter" idx="11"/>
          </p:nvPr>
        </p:nvSpPr>
        <p:spPr bwMode="gray">
          <a:xfrm>
            <a:off x="0" y="0"/>
            <a:ext cx="12196800" cy="6453188"/>
          </a:xfrm>
          <a:noFill/>
        </p:spPr>
        <p:txBody>
          <a:bodyPr/>
          <a:lstStyle>
            <a:lvl1pPr algn="ctr">
              <a:tabLst>
                <a:tab pos="7715250" algn="l"/>
              </a:tabLst>
              <a:defRPr sz="800">
                <a:noFill/>
              </a:defRPr>
            </a:lvl1pPr>
          </a:lstStyle>
          <a:p>
            <a:r>
              <a:rPr lang="de-DE"/>
              <a:t>Bild durch Klicken auf Symbol hinzufügen</a:t>
            </a:r>
            <a:endParaRPr lang="de-DE" dirty="0"/>
          </a:p>
        </p:txBody>
      </p:sp>
      <p:sp>
        <p:nvSpPr>
          <p:cNvPr id="40" name="Bildplatzhalter 39">
            <a:extLst>
              <a:ext uri="{FF2B5EF4-FFF2-40B4-BE49-F238E27FC236}">
                <a16:creationId xmlns:a16="http://schemas.microsoft.com/office/drawing/2014/main" id="{B112ABFA-2042-F798-7F9B-DB09D04BB468}"/>
              </a:ext>
              <a:ext uri="{C183D7F6-B498-43B3-948B-1728B52AA6E4}">
                <adec:decorative xmlns:adec="http://schemas.microsoft.com/office/drawing/2017/decorative" val="1"/>
              </a:ext>
            </a:extLst>
          </p:cNvPr>
          <p:cNvSpPr>
            <a:spLocks noGrp="1" noChangeAspect="1"/>
          </p:cNvSpPr>
          <p:nvPr>
            <p:ph type="pic" sz="quarter" idx="16"/>
          </p:nvPr>
        </p:nvSpPr>
        <p:spPr bwMode="gray">
          <a:xfrm>
            <a:off x="695400" y="620688"/>
            <a:ext cx="1512000" cy="1512000"/>
          </a:xfrm>
          <a:prstGeom prst="round2DiagRect">
            <a:avLst/>
          </a:prstGeom>
          <a:noFill/>
          <a:ln>
            <a:solidFill>
              <a:schemeClr val="bg1"/>
            </a:solidFill>
          </a:ln>
        </p:spPr>
        <p:txBody>
          <a:bodyPr vert="horz" lIns="0" tIns="0" rIns="0" bIns="0" rtlCol="0">
            <a:noAutofit/>
          </a:bodyPr>
          <a:lstStyle>
            <a:lvl1pPr>
              <a:defRPr lang="de-DE" sz="800">
                <a:noFill/>
              </a:defRPr>
            </a:lvl1pPr>
          </a:lstStyle>
          <a:p>
            <a:pPr lvl="0" algn="ctr">
              <a:tabLst>
                <a:tab pos="7715250" algn="l"/>
              </a:tabLst>
            </a:pPr>
            <a:r>
              <a:rPr lang="de-DE"/>
              <a:t>Bild durch Klicken auf Symbol hinzufügen</a:t>
            </a:r>
            <a:endParaRPr lang="de-DE" dirty="0"/>
          </a:p>
        </p:txBody>
      </p:sp>
      <p:sp>
        <p:nvSpPr>
          <p:cNvPr id="42" name="Bildplatzhalter 39">
            <a:extLst>
              <a:ext uri="{FF2B5EF4-FFF2-40B4-BE49-F238E27FC236}">
                <a16:creationId xmlns:a16="http://schemas.microsoft.com/office/drawing/2014/main" id="{7DEF1401-3FF0-DEF1-C855-A13FFFB36FEF}"/>
              </a:ext>
              <a:ext uri="{C183D7F6-B498-43B3-948B-1728B52AA6E4}">
                <adec:decorative xmlns:adec="http://schemas.microsoft.com/office/drawing/2017/decorative" val="1"/>
              </a:ext>
            </a:extLst>
          </p:cNvPr>
          <p:cNvSpPr>
            <a:spLocks noGrp="1" noChangeAspect="1"/>
          </p:cNvSpPr>
          <p:nvPr>
            <p:ph type="pic" sz="quarter" idx="17"/>
          </p:nvPr>
        </p:nvSpPr>
        <p:spPr bwMode="gray">
          <a:xfrm>
            <a:off x="2567403" y="620688"/>
            <a:ext cx="1512000" cy="1512000"/>
          </a:xfrm>
          <a:prstGeom prst="round2DiagRect">
            <a:avLst/>
          </a:prstGeom>
          <a:noFill/>
          <a:ln>
            <a:solidFill>
              <a:schemeClr val="bg1"/>
            </a:solidFill>
          </a:ln>
        </p:spPr>
        <p:txBody>
          <a:bodyPr vert="horz" lIns="0" tIns="0" rIns="0" bIns="0" rtlCol="0">
            <a:noAutofit/>
          </a:bodyPr>
          <a:lstStyle>
            <a:lvl1pPr>
              <a:defRPr lang="de-DE" sz="800">
                <a:noFill/>
              </a:defRPr>
            </a:lvl1pPr>
          </a:lstStyle>
          <a:p>
            <a:pPr lvl="0" algn="ctr">
              <a:tabLst>
                <a:tab pos="7715250" algn="l"/>
              </a:tabLst>
            </a:pPr>
            <a:r>
              <a:rPr lang="de-DE"/>
              <a:t>Bild durch Klicken auf Symbol hinzufügen</a:t>
            </a:r>
            <a:endParaRPr lang="de-DE" dirty="0"/>
          </a:p>
        </p:txBody>
      </p:sp>
      <p:sp>
        <p:nvSpPr>
          <p:cNvPr id="43" name="Bildplatzhalter 39">
            <a:extLst>
              <a:ext uri="{FF2B5EF4-FFF2-40B4-BE49-F238E27FC236}">
                <a16:creationId xmlns:a16="http://schemas.microsoft.com/office/drawing/2014/main" id="{84459BBE-6637-4876-73FF-919792576FB2}"/>
              </a:ext>
              <a:ext uri="{C183D7F6-B498-43B3-948B-1728B52AA6E4}">
                <adec:decorative xmlns:adec="http://schemas.microsoft.com/office/drawing/2017/decorative" val="1"/>
              </a:ext>
            </a:extLst>
          </p:cNvPr>
          <p:cNvSpPr>
            <a:spLocks noGrp="1" noChangeAspect="1"/>
          </p:cNvSpPr>
          <p:nvPr>
            <p:ph type="pic" sz="quarter" idx="18"/>
          </p:nvPr>
        </p:nvSpPr>
        <p:spPr bwMode="gray">
          <a:xfrm>
            <a:off x="4437761" y="620688"/>
            <a:ext cx="1512000" cy="1512000"/>
          </a:xfrm>
          <a:prstGeom prst="round2DiagRect">
            <a:avLst/>
          </a:prstGeom>
          <a:noFill/>
          <a:ln>
            <a:solidFill>
              <a:schemeClr val="bg1"/>
            </a:solidFill>
          </a:ln>
        </p:spPr>
        <p:txBody>
          <a:bodyPr vert="horz" lIns="0" tIns="0" rIns="0" bIns="0" rtlCol="0">
            <a:noAutofit/>
          </a:bodyPr>
          <a:lstStyle>
            <a:lvl1pPr>
              <a:defRPr lang="de-DE" sz="800">
                <a:noFill/>
              </a:defRPr>
            </a:lvl1pPr>
          </a:lstStyle>
          <a:p>
            <a:pPr lvl="0" algn="ctr">
              <a:tabLst>
                <a:tab pos="7715250" algn="l"/>
              </a:tabLst>
            </a:pPr>
            <a:r>
              <a:rPr lang="de-DE"/>
              <a:t>Bild durch Klicken auf Symbol hinzufügen</a:t>
            </a:r>
            <a:endParaRPr lang="de-DE" dirty="0"/>
          </a:p>
        </p:txBody>
      </p:sp>
      <p:sp>
        <p:nvSpPr>
          <p:cNvPr id="7" name="Datumsplatzhalter 14">
            <a:extLst>
              <a:ext uri="{FF2B5EF4-FFF2-40B4-BE49-F238E27FC236}">
                <a16:creationId xmlns:a16="http://schemas.microsoft.com/office/drawing/2014/main" id="{A7532C30-7F87-D2E4-266E-F510AABD79E1}"/>
              </a:ext>
            </a:extLst>
          </p:cNvPr>
          <p:cNvSpPr>
            <a:spLocks noGrp="1"/>
          </p:cNvSpPr>
          <p:nvPr>
            <p:ph type="dt" sz="half" idx="28"/>
          </p:nvPr>
        </p:nvSpPr>
        <p:spPr bwMode="gray">
          <a:xfrm>
            <a:off x="1199456" y="6573600"/>
            <a:ext cx="1944000" cy="144000"/>
          </a:xfrm>
        </p:spPr>
        <p:txBody>
          <a:bodyPr/>
          <a:lstStyle/>
          <a:p>
            <a:r>
              <a:rPr lang="de-DE"/>
              <a:t>Intern, TT.MM.JJJJ</a:t>
            </a:r>
            <a:endParaRPr lang="de-DE" sz="800" dirty="0"/>
          </a:p>
        </p:txBody>
      </p:sp>
      <p:sp>
        <p:nvSpPr>
          <p:cNvPr id="12" name="Caption">
            <a:extLst>
              <a:ext uri="{FF2B5EF4-FFF2-40B4-BE49-F238E27FC236}">
                <a16:creationId xmlns:a16="http://schemas.microsoft.com/office/drawing/2014/main" id="{8CD98BF1-7BEA-0F1D-C0D4-CEDBD3C6F5B1}"/>
              </a:ext>
            </a:extLst>
          </p:cNvPr>
          <p:cNvSpPr/>
          <p:nvPr userDrawn="1"/>
        </p:nvSpPr>
        <p:spPr bwMode="gray">
          <a:xfrm>
            <a:off x="262800" y="6573600"/>
            <a:ext cx="864256" cy="144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lvl="0">
              <a:spcBef>
                <a:spcPts val="300"/>
              </a:spcBef>
              <a:spcAft>
                <a:spcPts val="300"/>
              </a:spcAft>
              <a:tabLst>
                <a:tab pos="898525" algn="l"/>
              </a:tabLst>
            </a:pPr>
            <a:r>
              <a:rPr lang="de-DE" sz="800" dirty="0">
                <a:solidFill>
                  <a:srgbClr val="24282C"/>
                </a:solidFill>
                <a:latin typeface="+mn-lt"/>
              </a:rPr>
              <a:t>Sensitivitätsstufe:</a:t>
            </a:r>
          </a:p>
        </p:txBody>
      </p:sp>
      <p:sp>
        <p:nvSpPr>
          <p:cNvPr id="11" name="Verbund">
            <a:extLst>
              <a:ext uri="{FF2B5EF4-FFF2-40B4-BE49-F238E27FC236}">
                <a16:creationId xmlns:a16="http://schemas.microsoft.com/office/drawing/2014/main" id="{1019CE53-563D-DC06-0FC1-C8BFF72A7D51}"/>
              </a:ext>
            </a:extLst>
          </p:cNvPr>
          <p:cNvSpPr txBox="1"/>
          <p:nvPr userDrawn="1">
            <p:custDataLst>
              <p:tags r:id="rId1"/>
            </p:custDataLst>
          </p:nvPr>
        </p:nvSpPr>
        <p:spPr bwMode="gray">
          <a:xfrm>
            <a:off x="9572637" y="6586300"/>
            <a:ext cx="2356011" cy="144000"/>
          </a:xfrm>
          <a:prstGeom prst="rect">
            <a:avLst/>
          </a:prstGeom>
          <a:noFill/>
        </p:spPr>
        <p:txBody>
          <a:bodyPr wrap="square" lIns="0" tIns="0" rIns="0" bIns="0" rtlCol="0" anchor="b" anchorCtr="0">
            <a:noAutofit/>
          </a:bodyPr>
          <a:lstStyle/>
          <a:p>
            <a:pPr marL="0" marR="0" lvl="0" indent="0" algn="r" defTabSz="914115" rtl="0" eaLnBrk="1" fontAlgn="auto" latinLnBrk="0" hangingPunct="1">
              <a:lnSpc>
                <a:spcPct val="100000"/>
              </a:lnSpc>
              <a:spcBef>
                <a:spcPts val="299"/>
              </a:spcBef>
              <a:spcAft>
                <a:spcPts val="299"/>
              </a:spcAft>
              <a:buClrTx/>
              <a:buSzTx/>
              <a:buFont typeface="Arial" pitchFamily="34" charset="0"/>
              <a:buNone/>
              <a:tabLst/>
              <a:defRPr/>
            </a:pPr>
            <a:r>
              <a:rPr kumimoji="0" lang="de-DE" sz="950" b="0" i="0" u="none" strike="noStrike" kern="1200" cap="none" spc="30" normalizeH="0" noProof="0" dirty="0">
                <a:ln>
                  <a:noFill/>
                </a:ln>
                <a:solidFill>
                  <a:srgbClr val="24282C"/>
                </a:solidFill>
                <a:effectLst/>
                <a:uLnTx/>
                <a:uFillTx/>
                <a:latin typeface="+mj-lt"/>
                <a:ea typeface="+mn-ea"/>
                <a:cs typeface="+mn-cs"/>
              </a:rPr>
              <a:t>Sparkassen-Finanzgruppe</a:t>
            </a:r>
          </a:p>
        </p:txBody>
      </p:sp>
    </p:spTree>
    <p:extLst>
      <p:ext uri="{BB962C8B-B14F-4D97-AF65-F5344CB8AC3E}">
        <p14:creationId xmlns:p14="http://schemas.microsoft.com/office/powerpoint/2010/main" val="1241290412"/>
      </p:ext>
    </p:extLst>
  </p:cSld>
  <p:clrMapOvr>
    <a:masterClrMapping/>
  </p:clrMapOvr>
  <p:transition>
    <p:fade/>
  </p:transition>
  <p:extLst>
    <p:ext uri="{DCECCB84-F9BA-43D5-87BE-67443E8EF086}">
      <p15:sldGuideLst xmlns:p15="http://schemas.microsoft.com/office/powerpoint/2012/main">
        <p15:guide id="1" pos="6698" userDrawn="1">
          <p15:clr>
            <a:srgbClr val="FBAE40"/>
          </p15:clr>
        </p15:guide>
        <p15:guide id="3" pos="5745">
          <p15:clr>
            <a:srgbClr val="FBAE40"/>
          </p15:clr>
        </p15:guide>
        <p15:guide id="4" orient="horz" pos="3612">
          <p15:clr>
            <a:srgbClr val="FBAE40"/>
          </p15:clr>
        </p15:guide>
        <p15:guide id="6" pos="6335" userDrawn="1">
          <p15:clr>
            <a:srgbClr val="FBAE40"/>
          </p15:clr>
        </p15:guide>
        <p15:guide id="7" orient="horz" pos="406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mit dunklem Bild">
    <p:bg>
      <p:bgPr>
        <a:solidFill>
          <a:schemeClr val="bg1"/>
        </a:solidFill>
        <a:effectLst/>
      </p:bgPr>
    </p:bg>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BA85389-D42B-9917-C3EB-F81214BDF4AB}"/>
              </a:ext>
            </a:extLst>
          </p:cNvPr>
          <p:cNvSpPr/>
          <p:nvPr userDrawn="1"/>
        </p:nvSpPr>
        <p:spPr bwMode="gray">
          <a:xfrm>
            <a:off x="0" y="0"/>
            <a:ext cx="12192000" cy="6453188"/>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grpSp>
        <p:nvGrpSpPr>
          <p:cNvPr id="5" name="Hinweis Bild">
            <a:extLst>
              <a:ext uri="{FF2B5EF4-FFF2-40B4-BE49-F238E27FC236}">
                <a16:creationId xmlns:a16="http://schemas.microsoft.com/office/drawing/2014/main" id="{A4EFD19B-C078-F1AA-83F4-8C7C8729E2BA}"/>
              </a:ext>
              <a:ext uri="{C183D7F6-B498-43B3-948B-1728B52AA6E4}">
                <adec:decorative xmlns:adec="http://schemas.microsoft.com/office/drawing/2017/decorative" val="1"/>
              </a:ext>
            </a:extLst>
          </p:cNvPr>
          <p:cNvGrpSpPr>
            <a:grpSpLocks noGrp="1" noUngrp="1" noRot="1" noMove="1" noResize="1"/>
          </p:cNvGrpSpPr>
          <p:nvPr userDrawn="1"/>
        </p:nvGrpSpPr>
        <p:grpSpPr bwMode="gray">
          <a:xfrm>
            <a:off x="12265536" y="0"/>
            <a:ext cx="1967368" cy="5227668"/>
            <a:chOff x="-2203588" y="-257857"/>
            <a:chExt cx="1967368" cy="5227668"/>
          </a:xfrm>
        </p:grpSpPr>
        <p:sp>
          <p:nvSpPr>
            <p:cNvPr id="8" name="Hinweis">
              <a:extLst>
                <a:ext uri="{FF2B5EF4-FFF2-40B4-BE49-F238E27FC236}">
                  <a16:creationId xmlns:a16="http://schemas.microsoft.com/office/drawing/2014/main" id="{15C666AA-7BD8-0A13-A308-CDEDAB0855A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2184920" y="-257857"/>
              <a:ext cx="1944216" cy="320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bIns="108000" rtlCol="0" anchor="b" anchorCtr="0">
              <a:spAutoFit/>
            </a:bodyPr>
            <a:lstStyle/>
            <a:p>
              <a:pPr marL="0" marR="0" lvl="0"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200" b="0" i="0" u="none" strike="noStrike" kern="1200" cap="none" spc="0" normalizeH="0" baseline="0" noProof="0" dirty="0">
                  <a:ln>
                    <a:noFill/>
                  </a:ln>
                  <a:solidFill>
                    <a:srgbClr val="000000"/>
                  </a:solidFill>
                  <a:effectLst/>
                  <a:uLnTx/>
                  <a:uFillTx/>
                  <a:latin typeface="Sparkasse Head"/>
                  <a:ea typeface="+mn-ea"/>
                  <a:cs typeface="+mn-cs"/>
                </a:rPr>
                <a:t>Bitte beachten:</a:t>
              </a:r>
            </a:p>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100" b="0" i="0" u="none" strike="noStrike" kern="1200" cap="none" spc="0" normalizeH="0" baseline="0" noProof="0" dirty="0">
                  <a:ln>
                    <a:noFill/>
                  </a:ln>
                  <a:solidFill>
                    <a:srgbClr val="000000"/>
                  </a:solidFill>
                  <a:effectLst/>
                  <a:uLnTx/>
                  <a:uFillTx/>
                  <a:latin typeface="Sparkasse Lt"/>
                  <a:ea typeface="+mn-ea"/>
                  <a:cs typeface="+mn-cs"/>
                </a:rPr>
                <a:t>Damit der Bildplatzhalter </a:t>
              </a:r>
              <a:br>
                <a:rPr kumimoji="0" lang="de-DE" sz="1100" b="0" i="0" u="none" strike="noStrike" kern="1200" cap="none" spc="0" normalizeH="0" baseline="0" noProof="0" dirty="0">
                  <a:ln>
                    <a:noFill/>
                  </a:ln>
                  <a:solidFill>
                    <a:srgbClr val="000000"/>
                  </a:solidFill>
                  <a:effectLst/>
                  <a:uLnTx/>
                  <a:uFillTx/>
                  <a:latin typeface="Sparkasse Lt"/>
                  <a:ea typeface="+mn-ea"/>
                  <a:cs typeface="+mn-cs"/>
                </a:rPr>
              </a:br>
              <a:r>
                <a:rPr kumimoji="0" lang="de-DE" sz="1100" b="0" i="0" u="none" strike="noStrike" kern="1200" cap="none" spc="0" normalizeH="0" baseline="0" noProof="0" dirty="0">
                  <a:ln>
                    <a:noFill/>
                  </a:ln>
                  <a:solidFill>
                    <a:srgbClr val="000000"/>
                  </a:solidFill>
                  <a:effectLst/>
                  <a:uLnTx/>
                  <a:uFillTx/>
                  <a:latin typeface="Sparkasse Lt"/>
                  <a:ea typeface="+mn-ea"/>
                  <a:cs typeface="+mn-cs"/>
                </a:rPr>
                <a:t>für das Hintergrundbild einfacher </a:t>
              </a:r>
              <a:r>
                <a:rPr kumimoji="0" lang="de-DE" sz="1100" b="0" i="0" u="none" strike="noStrike" kern="1200" cap="none" spc="0" normalizeH="0" baseline="0" noProof="0" dirty="0" err="1">
                  <a:ln>
                    <a:noFill/>
                  </a:ln>
                  <a:solidFill>
                    <a:srgbClr val="000000"/>
                  </a:solidFill>
                  <a:effectLst/>
                  <a:uLnTx/>
                  <a:uFillTx/>
                  <a:latin typeface="Sparkasse Lt"/>
                  <a:ea typeface="+mn-ea"/>
                  <a:cs typeface="+mn-cs"/>
                </a:rPr>
                <a:t>mithilfe</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 des Symbols befüllt werden kann, liegt dieser im Vordergrund der Folie. Wenn Sie das Bild eingesetzt haben, müssen Sie dieses </a:t>
              </a:r>
              <a:r>
                <a:rPr kumimoji="0" lang="de-DE" sz="1100" b="0" i="0" u="none" strike="noStrike" kern="1200" cap="none" spc="0" normalizeH="0" baseline="0" noProof="0" dirty="0">
                  <a:ln>
                    <a:noFill/>
                  </a:ln>
                  <a:solidFill>
                    <a:srgbClr val="000000"/>
                  </a:solidFill>
                  <a:effectLst/>
                  <a:uLnTx/>
                  <a:uFillTx/>
                  <a:latin typeface="+mj-lt"/>
                  <a:ea typeface="+mn-ea"/>
                  <a:cs typeface="+mn-cs"/>
                </a:rPr>
                <a:t>in den Hintergrund </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der Folie setzen, damit  die übrigen Elemente sicht- und editierbar werden. Das geht ganz einfach: Bild markieren, Menü „Start“ &gt;  „Anordnen“ &gt; „In den Hintergrund“).</a:t>
              </a:r>
            </a:p>
          </p:txBody>
        </p:sp>
        <p:pic>
          <p:nvPicPr>
            <p:cNvPr id="9" name="Grafik 8">
              <a:extLst>
                <a:ext uri="{FF2B5EF4-FFF2-40B4-BE49-F238E27FC236}">
                  <a16:creationId xmlns:a16="http://schemas.microsoft.com/office/drawing/2014/main" id="{1B58B3CC-C827-0E25-157E-3648221F6A4A}"/>
                </a:ext>
              </a:extLst>
            </p:cNvPr>
            <p:cNvPicPr>
              <a:picLocks noGrp="1" noRot="1" noMove="1" noResize="1" noEditPoints="1" noAdjustHandles="1" noChangeArrowheads="1" noChangeShapeType="1" noCrop="1"/>
            </p:cNvPicPr>
            <p:nvPr userDrawn="1"/>
          </p:nvPicPr>
          <p:blipFill>
            <a:blip r:embed="rId3"/>
            <a:stretch>
              <a:fillRect/>
            </a:stretch>
          </p:blipFill>
          <p:spPr bwMode="gray">
            <a:xfrm>
              <a:off x="-2184704" y="2924944"/>
              <a:ext cx="1944000" cy="2044867"/>
            </a:xfrm>
            <a:prstGeom prst="rect">
              <a:avLst/>
            </a:prstGeom>
          </p:spPr>
        </p:pic>
        <p:sp>
          <p:nvSpPr>
            <p:cNvPr id="10" name="Rechteck 9">
              <a:extLst>
                <a:ext uri="{FF2B5EF4-FFF2-40B4-BE49-F238E27FC236}">
                  <a16:creationId xmlns:a16="http://schemas.microsoft.com/office/drawing/2014/main" id="{07EAA8DC-DA88-0089-C5DC-D7C437B27116}"/>
                </a:ext>
              </a:extLst>
            </p:cNvPr>
            <p:cNvSpPr>
              <a:spLocks noGrp="1" noRot="1" noMove="1" noResize="1" noEditPoints="1" noAdjustHandles="1" noChangeArrowheads="1" noChangeShapeType="1"/>
            </p:cNvSpPr>
            <p:nvPr userDrawn="1"/>
          </p:nvSpPr>
          <p:spPr bwMode="gray">
            <a:xfrm>
              <a:off x="-2203588" y="4192704"/>
              <a:ext cx="1967368" cy="280236"/>
            </a:xfrm>
            <a:prstGeom prst="rect">
              <a:avLst/>
            </a:prstGeom>
            <a:solidFill>
              <a:schemeClr val="tx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grpSp>
      <p:sp>
        <p:nvSpPr>
          <p:cNvPr id="2" name="Logo">
            <a:extLst>
              <a:ext uri="{FF2B5EF4-FFF2-40B4-BE49-F238E27FC236}">
                <a16:creationId xmlns:a16="http://schemas.microsoft.com/office/drawing/2014/main" id="{530F08F3-2198-35F1-EC87-B317E9007254}"/>
              </a:ext>
              <a:ext uri="{C183D7F6-B498-43B3-948B-1728B52AA6E4}">
                <adec:decorative xmlns:adec="http://schemas.microsoft.com/office/drawing/2017/decorative" val="1"/>
              </a:ext>
            </a:extLst>
          </p:cNvPr>
          <p:cNvSpPr>
            <a:spLocks noGrp="1" noChangeAspect="1"/>
          </p:cNvSpPr>
          <p:nvPr>
            <p:ph type="pic" sz="quarter" idx="23"/>
          </p:nvPr>
        </p:nvSpPr>
        <p:spPr bwMode="gray">
          <a:xfrm>
            <a:off x="10632504" y="620688"/>
            <a:ext cx="936000" cy="936000"/>
          </a:xfrm>
          <a:prstGeom prst="rect">
            <a:avLst/>
          </a:prstGeom>
          <a:blipFill>
            <a:blip r:embed="rId4">
              <a:extLst>
                <a:ext uri="{96DAC541-7B7A-43D3-8B79-37D633B846F1}">
                  <asvg:svgBlip xmlns:asvg="http://schemas.microsoft.com/office/drawing/2016/SVG/main" r:embed="rId5"/>
                </a:ext>
              </a:extLst>
            </a:blip>
            <a:stretch>
              <a:fillRect/>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4" name="Pattern">
            <a:extLst>
              <a:ext uri="{FF2B5EF4-FFF2-40B4-BE49-F238E27FC236}">
                <a16:creationId xmlns:a16="http://schemas.microsoft.com/office/drawing/2014/main" id="{4654A1F1-E203-EB73-E521-D5BE42DBD898}"/>
              </a:ext>
              <a:ext uri="{C183D7F6-B498-43B3-948B-1728B52AA6E4}">
                <adec:decorative xmlns:adec="http://schemas.microsoft.com/office/drawing/2017/decorative" val="1"/>
              </a:ext>
            </a:extLst>
          </p:cNvPr>
          <p:cNvSpPr>
            <a:spLocks noGrp="1"/>
          </p:cNvSpPr>
          <p:nvPr>
            <p:ph type="pic" sz="quarter" idx="24"/>
          </p:nvPr>
        </p:nvSpPr>
        <p:spPr bwMode="gray">
          <a:xfrm>
            <a:off x="0" y="0"/>
            <a:ext cx="6755130" cy="6453188"/>
          </a:xfrm>
          <a:prstGeom prst="rect">
            <a:avLst/>
          </a:prstGeom>
          <a:blipFill>
            <a:blip r:embed="rId6">
              <a:extLst>
                <a:ext uri="{96DAC541-7B7A-43D3-8B79-37D633B846F1}">
                  <asvg:svgBlip xmlns:asvg="http://schemas.microsoft.com/office/drawing/2016/SVG/main" r:embed="rId7"/>
                </a:ext>
              </a:extLst>
            </a:blip>
            <a:srcRect/>
            <a:stretch>
              <a:fillRect l="4088" t="2215" r="1054" b="44709"/>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19" name="Titel 18">
            <a:extLst>
              <a:ext uri="{FF2B5EF4-FFF2-40B4-BE49-F238E27FC236}">
                <a16:creationId xmlns:a16="http://schemas.microsoft.com/office/drawing/2014/main" id="{E7D3A9F3-D62D-9552-A542-D058156411A7}"/>
              </a:ext>
            </a:extLst>
          </p:cNvPr>
          <p:cNvSpPr>
            <a:spLocks noGrp="1"/>
          </p:cNvSpPr>
          <p:nvPr>
            <p:ph type="title" hasCustomPrompt="1"/>
          </p:nvPr>
        </p:nvSpPr>
        <p:spPr bwMode="gray">
          <a:xfrm>
            <a:off x="-456728" y="3038426"/>
            <a:ext cx="10513541" cy="2695624"/>
          </a:xfrm>
          <a:prstGeom prst="round2DiagRect">
            <a:avLst>
              <a:gd name="adj1" fmla="val 14440"/>
              <a:gd name="adj2" fmla="val 0"/>
            </a:avLst>
          </a:prstGeom>
          <a:gradFill>
            <a:gsLst>
              <a:gs pos="0">
                <a:schemeClr val="bg1">
                  <a:alpha val="40000"/>
                </a:schemeClr>
              </a:gs>
              <a:gs pos="32000">
                <a:schemeClr val="bg1"/>
              </a:gs>
            </a:gsLst>
            <a:lin ang="13200000" scaled="0"/>
          </a:gradFill>
        </p:spPr>
        <p:txBody>
          <a:bodyPr wrap="square" lIns="1044000" tIns="216000" rIns="720000" bIns="792000" anchor="b" anchorCtr="0">
            <a:spAutoFit/>
          </a:bodyPr>
          <a:lstStyle>
            <a:lvl1pPr>
              <a:tabLst/>
              <a:defRPr sz="5000">
                <a:solidFill>
                  <a:srgbClr val="FF0000"/>
                </a:solidFill>
              </a:defRPr>
            </a:lvl1pPr>
          </a:lstStyle>
          <a:p>
            <a:r>
              <a:rPr lang="de-DE" dirty="0"/>
              <a:t>Titel der Präsentation hinzufügen</a:t>
            </a:r>
          </a:p>
        </p:txBody>
      </p:sp>
      <p:sp>
        <p:nvSpPr>
          <p:cNvPr id="3" name="Untertitel 2"/>
          <p:cNvSpPr>
            <a:spLocks noGrp="1"/>
          </p:cNvSpPr>
          <p:nvPr>
            <p:ph type="subTitle" idx="1" hasCustomPrompt="1"/>
          </p:nvPr>
        </p:nvSpPr>
        <p:spPr bwMode="gray">
          <a:xfrm>
            <a:off x="695325" y="5014800"/>
            <a:ext cx="8424863" cy="432000"/>
          </a:xfrm>
          <a:prstGeom prst="rect">
            <a:avLst/>
          </a:prstGeom>
          <a:noFill/>
          <a:ln>
            <a:noFill/>
          </a:ln>
        </p:spPr>
        <p:txBody>
          <a:bodyPr wrap="square" lIns="0" tIns="0" rIns="0" bIns="0" rtlCol="0" anchor="t" anchorCtr="0">
            <a:noAutofit/>
          </a:bodyPr>
          <a:lstStyle>
            <a:lvl1pPr marL="0" indent="0" algn="l">
              <a:lnSpc>
                <a:spcPct val="100000"/>
              </a:lnSpc>
              <a:spcBef>
                <a:spcPts val="0"/>
              </a:spcBef>
              <a:spcAft>
                <a:spcPts val="0"/>
              </a:spcAft>
              <a:buNone/>
              <a:defRPr kumimoji="0" lang="de-DE" sz="2000" b="0" i="0" u="none" strike="noStrike" cap="none" spc="0" normalizeH="0" baseline="0" dirty="0">
                <a:ln>
                  <a:noFill/>
                </a:ln>
                <a:solidFill>
                  <a:srgbClr val="FF0000"/>
                </a:solidFill>
                <a:effectLst/>
                <a:uLnTx/>
                <a:uFillTx/>
                <a:latin typeface="+mn-lt"/>
                <a:ea typeface="ADLaM Display" panose="020F0502020204030204" pitchFamily="2" charset="0"/>
                <a:cs typeface="ADLaM Display" panose="020F0502020204030204" pitchFamily="2" charset="0"/>
              </a:defRPr>
            </a:lvl1pPr>
            <a:lvl2pPr marL="0" indent="0" algn="l">
              <a:lnSpc>
                <a:spcPct val="100000"/>
              </a:lnSpc>
              <a:spcBef>
                <a:spcPts val="0"/>
              </a:spcBef>
              <a:spcAft>
                <a:spcPts val="0"/>
              </a:spcAft>
              <a:buNone/>
              <a:defRPr sz="2000" b="0">
                <a:solidFill>
                  <a:srgbClr val="FF0000"/>
                </a:solidFill>
              </a:defRPr>
            </a:lvl2pPr>
            <a:lvl3pPr marL="0" indent="0" algn="l">
              <a:lnSpc>
                <a:spcPct val="100000"/>
              </a:lnSpc>
              <a:spcBef>
                <a:spcPts val="0"/>
              </a:spcBef>
              <a:spcAft>
                <a:spcPts val="0"/>
              </a:spcAft>
              <a:buNone/>
              <a:defRPr sz="2000" b="0">
                <a:solidFill>
                  <a:srgbClr val="FF0000"/>
                </a:solidFill>
              </a:defRPr>
            </a:lvl3pPr>
            <a:lvl4pPr marL="0" indent="0" algn="l">
              <a:lnSpc>
                <a:spcPct val="100000"/>
              </a:lnSpc>
              <a:spcBef>
                <a:spcPts val="0"/>
              </a:spcBef>
              <a:spcAft>
                <a:spcPts val="0"/>
              </a:spcAft>
              <a:buNone/>
              <a:defRPr sz="2000" b="0">
                <a:solidFill>
                  <a:srgbClr val="FF0000"/>
                </a:solidFill>
              </a:defRPr>
            </a:lvl4pPr>
            <a:lvl5pPr marL="0" indent="0" algn="l">
              <a:lnSpc>
                <a:spcPct val="100000"/>
              </a:lnSpc>
              <a:spcBef>
                <a:spcPts val="0"/>
              </a:spcBef>
              <a:spcAft>
                <a:spcPts val="0"/>
              </a:spcAft>
              <a:buNone/>
              <a:defRPr sz="2000" b="0">
                <a:solidFill>
                  <a:srgbClr val="FF0000"/>
                </a:solidFill>
              </a:defRPr>
            </a:lvl5pPr>
            <a:lvl6pPr marL="0" indent="0" algn="l">
              <a:lnSpc>
                <a:spcPct val="100000"/>
              </a:lnSpc>
              <a:spcBef>
                <a:spcPts val="0"/>
              </a:spcBef>
              <a:spcAft>
                <a:spcPts val="0"/>
              </a:spcAft>
              <a:buNone/>
              <a:defRPr sz="2000" b="0">
                <a:solidFill>
                  <a:srgbClr val="FF0000"/>
                </a:solidFill>
                <a:latin typeface="+mn-lt"/>
              </a:defRPr>
            </a:lvl6pPr>
            <a:lvl7pPr marL="0" indent="0" algn="l">
              <a:lnSpc>
                <a:spcPct val="100000"/>
              </a:lnSpc>
              <a:spcBef>
                <a:spcPts val="0"/>
              </a:spcBef>
              <a:spcAft>
                <a:spcPts val="0"/>
              </a:spcAft>
              <a:buNone/>
              <a:defRPr sz="2000" b="0">
                <a:solidFill>
                  <a:srgbClr val="FF0000"/>
                </a:solidFill>
              </a:defRPr>
            </a:lvl7pPr>
            <a:lvl8pPr marL="0" indent="0" algn="l">
              <a:lnSpc>
                <a:spcPct val="100000"/>
              </a:lnSpc>
              <a:spcBef>
                <a:spcPts val="0"/>
              </a:spcBef>
              <a:spcAft>
                <a:spcPts val="0"/>
              </a:spcAft>
              <a:buNone/>
              <a:defRPr sz="2000" b="0">
                <a:solidFill>
                  <a:srgbClr val="FF0000"/>
                </a:solidFill>
              </a:defRPr>
            </a:lvl8pPr>
            <a:lvl9pPr marL="0" indent="0" algn="l">
              <a:lnSpc>
                <a:spcPct val="100000"/>
              </a:lnSpc>
              <a:spcBef>
                <a:spcPts val="0"/>
              </a:spcBef>
              <a:spcAft>
                <a:spcPts val="0"/>
              </a:spcAft>
              <a:buNone/>
              <a:defRPr sz="2000" b="0">
                <a:solidFill>
                  <a:srgbClr val="FF0000"/>
                </a:solidFill>
              </a:defRPr>
            </a:lvl9pPr>
          </a:lstStyle>
          <a:p>
            <a:pPr lvl="0"/>
            <a:r>
              <a:rPr lang="de-DE" dirty="0"/>
              <a:t>Untertitel der Präsentation</a:t>
            </a:r>
          </a:p>
        </p:txBody>
      </p:sp>
      <p:sp>
        <p:nvSpPr>
          <p:cNvPr id="33" name="Textplatzhalter 32">
            <a:extLst>
              <a:ext uri="{FF2B5EF4-FFF2-40B4-BE49-F238E27FC236}">
                <a16:creationId xmlns:a16="http://schemas.microsoft.com/office/drawing/2014/main" id="{33506CA9-F3AF-08BA-ABE9-215C6A11E08B}"/>
              </a:ext>
            </a:extLst>
          </p:cNvPr>
          <p:cNvSpPr>
            <a:spLocks noGrp="1"/>
          </p:cNvSpPr>
          <p:nvPr>
            <p:ph type="body" sz="quarter" idx="14" hasCustomPrompt="1"/>
          </p:nvPr>
        </p:nvSpPr>
        <p:spPr bwMode="gray">
          <a:xfrm>
            <a:off x="695400" y="262602"/>
            <a:ext cx="1512000" cy="358775"/>
          </a:xfrm>
        </p:spPr>
        <p:txBody>
          <a:bodyPr bIns="36000" anchor="b" anchorCtr="0"/>
          <a:lstStyle>
            <a:lvl1pPr marL="0" indent="0" algn="r">
              <a:lnSpc>
                <a:spcPct val="100000"/>
              </a:lnSpc>
              <a:spcAft>
                <a:spcPts val="0"/>
              </a:spcAft>
              <a:buFontTx/>
              <a:buNone/>
              <a:tabLst/>
              <a:defRPr sz="1000">
                <a:solidFill>
                  <a:schemeClr val="bg1"/>
                </a:solidFill>
                <a:latin typeface="+mj-lt"/>
              </a:defRPr>
            </a:lvl1pPr>
            <a:lvl2pPr marL="0" indent="0" algn="r">
              <a:lnSpc>
                <a:spcPct val="100000"/>
              </a:lnSpc>
              <a:spcAft>
                <a:spcPts val="0"/>
              </a:spcAft>
              <a:buFontTx/>
              <a:buNone/>
              <a:tabLst/>
              <a:defRPr sz="1000">
                <a:solidFill>
                  <a:schemeClr val="bg1"/>
                </a:solidFill>
                <a:latin typeface="+mj-lt"/>
              </a:defRPr>
            </a:lvl2pPr>
            <a:lvl3pPr marL="0" indent="0" algn="r">
              <a:lnSpc>
                <a:spcPct val="100000"/>
              </a:lnSpc>
              <a:spcAft>
                <a:spcPts val="0"/>
              </a:spcAft>
              <a:buFontTx/>
              <a:buNone/>
              <a:tabLst/>
              <a:defRPr sz="1000">
                <a:solidFill>
                  <a:schemeClr val="bg1"/>
                </a:solidFill>
                <a:latin typeface="+mj-lt"/>
              </a:defRPr>
            </a:lvl3pPr>
            <a:lvl4pPr marL="0" indent="0" algn="r">
              <a:lnSpc>
                <a:spcPct val="100000"/>
              </a:lnSpc>
              <a:spcAft>
                <a:spcPts val="0"/>
              </a:spcAft>
              <a:buFontTx/>
              <a:buNone/>
              <a:tabLst/>
              <a:defRPr sz="1000">
                <a:solidFill>
                  <a:schemeClr val="bg1"/>
                </a:solidFill>
                <a:latin typeface="+mj-lt"/>
              </a:defRPr>
            </a:lvl4pPr>
            <a:lvl5pPr marL="0" indent="0" algn="r">
              <a:lnSpc>
                <a:spcPct val="100000"/>
              </a:lnSpc>
              <a:spcAft>
                <a:spcPts val="0"/>
              </a:spcAft>
              <a:buFontTx/>
              <a:buNone/>
              <a:tabLst/>
              <a:defRPr sz="1000">
                <a:solidFill>
                  <a:schemeClr val="bg1"/>
                </a:solidFill>
                <a:latin typeface="+mj-lt"/>
              </a:defRPr>
            </a:lvl5pPr>
            <a:lvl6pPr marL="0" indent="0" algn="r">
              <a:lnSpc>
                <a:spcPct val="100000"/>
              </a:lnSpc>
              <a:spcAft>
                <a:spcPts val="0"/>
              </a:spcAft>
              <a:buFontTx/>
              <a:buNone/>
              <a:tabLst/>
              <a:defRPr sz="1000">
                <a:solidFill>
                  <a:schemeClr val="bg1"/>
                </a:solidFill>
                <a:latin typeface="+mj-lt"/>
              </a:defRPr>
            </a:lvl6pPr>
            <a:lvl7pPr marL="0" indent="0" algn="r">
              <a:lnSpc>
                <a:spcPct val="100000"/>
              </a:lnSpc>
              <a:spcAft>
                <a:spcPts val="0"/>
              </a:spcAft>
              <a:buFontTx/>
              <a:buNone/>
              <a:tabLst/>
              <a:defRPr sz="1000">
                <a:solidFill>
                  <a:schemeClr val="bg1"/>
                </a:solidFill>
                <a:latin typeface="+mj-lt"/>
              </a:defRPr>
            </a:lvl7pPr>
            <a:lvl8pPr marL="0" indent="0" algn="r">
              <a:lnSpc>
                <a:spcPct val="100000"/>
              </a:lnSpc>
              <a:spcAft>
                <a:spcPts val="0"/>
              </a:spcAft>
              <a:buFontTx/>
              <a:buNone/>
              <a:tabLst/>
              <a:defRPr sz="1000">
                <a:solidFill>
                  <a:schemeClr val="bg1"/>
                </a:solidFill>
                <a:latin typeface="+mj-lt"/>
              </a:defRPr>
            </a:lvl8pPr>
            <a:lvl9pPr marL="0" indent="0" algn="r">
              <a:lnSpc>
                <a:spcPct val="100000"/>
              </a:lnSpc>
              <a:spcAft>
                <a:spcPts val="0"/>
              </a:spcAft>
              <a:buFontTx/>
              <a:buNone/>
              <a:tabLst/>
              <a:defRPr sz="1000">
                <a:solidFill>
                  <a:schemeClr val="bg1"/>
                </a:solidFill>
                <a:latin typeface="+mj-lt"/>
              </a:defRPr>
            </a:lvl9pPr>
          </a:lstStyle>
          <a:p>
            <a:pPr lvl="0"/>
            <a:r>
              <a:rPr lang="de-DE" dirty="0"/>
              <a:t>Namen hinzufügen</a:t>
            </a:r>
          </a:p>
        </p:txBody>
      </p:sp>
      <p:sp>
        <p:nvSpPr>
          <p:cNvPr id="34" name="Textplatzhalter 32">
            <a:extLst>
              <a:ext uri="{FF2B5EF4-FFF2-40B4-BE49-F238E27FC236}">
                <a16:creationId xmlns:a16="http://schemas.microsoft.com/office/drawing/2014/main" id="{96F2A617-E1A8-32E7-1143-D425F9306B70}"/>
              </a:ext>
            </a:extLst>
          </p:cNvPr>
          <p:cNvSpPr>
            <a:spLocks noGrp="1"/>
          </p:cNvSpPr>
          <p:nvPr>
            <p:ph type="body" sz="quarter" idx="15" hasCustomPrompt="1"/>
          </p:nvPr>
        </p:nvSpPr>
        <p:spPr bwMode="gray">
          <a:xfrm>
            <a:off x="695400" y="2134121"/>
            <a:ext cx="1512000" cy="358775"/>
          </a:xfrm>
        </p:spPr>
        <p:txBody>
          <a:bodyPr tIns="36000" anchor="t" anchorCtr="0"/>
          <a:lstStyle>
            <a:lvl1pPr marL="0" indent="0" algn="l">
              <a:lnSpc>
                <a:spcPct val="100000"/>
              </a:lnSpc>
              <a:spcAft>
                <a:spcPts val="0"/>
              </a:spcAft>
              <a:buFontTx/>
              <a:buNone/>
              <a:tabLst/>
              <a:defRPr sz="1000">
                <a:solidFill>
                  <a:schemeClr val="bg1"/>
                </a:solidFill>
                <a:latin typeface="+mj-lt"/>
              </a:defRPr>
            </a:lvl1pPr>
            <a:lvl2pPr marL="0" indent="0" algn="l">
              <a:lnSpc>
                <a:spcPct val="100000"/>
              </a:lnSpc>
              <a:spcAft>
                <a:spcPts val="0"/>
              </a:spcAft>
              <a:buFontTx/>
              <a:buNone/>
              <a:tabLst/>
              <a:defRPr sz="1000">
                <a:solidFill>
                  <a:schemeClr val="bg1"/>
                </a:solidFill>
                <a:latin typeface="+mj-lt"/>
              </a:defRPr>
            </a:lvl2pPr>
            <a:lvl3pPr marL="0" indent="0" algn="l">
              <a:lnSpc>
                <a:spcPct val="100000"/>
              </a:lnSpc>
              <a:spcAft>
                <a:spcPts val="0"/>
              </a:spcAft>
              <a:buFontTx/>
              <a:buNone/>
              <a:tabLst/>
              <a:defRPr sz="1000">
                <a:solidFill>
                  <a:schemeClr val="bg1"/>
                </a:solidFill>
                <a:latin typeface="+mj-lt"/>
              </a:defRPr>
            </a:lvl3pPr>
            <a:lvl4pPr marL="0" indent="0" algn="l">
              <a:lnSpc>
                <a:spcPct val="100000"/>
              </a:lnSpc>
              <a:spcAft>
                <a:spcPts val="0"/>
              </a:spcAft>
              <a:buFontTx/>
              <a:buNone/>
              <a:tabLst/>
              <a:defRPr sz="1000">
                <a:solidFill>
                  <a:schemeClr val="bg1"/>
                </a:solidFill>
                <a:latin typeface="+mj-lt"/>
              </a:defRPr>
            </a:lvl4pPr>
            <a:lvl5pPr marL="0" indent="0" algn="l">
              <a:lnSpc>
                <a:spcPct val="100000"/>
              </a:lnSpc>
              <a:spcAft>
                <a:spcPts val="0"/>
              </a:spcAft>
              <a:buFontTx/>
              <a:buNone/>
              <a:tabLst/>
              <a:defRPr sz="1000">
                <a:solidFill>
                  <a:schemeClr val="bg1"/>
                </a:solidFill>
                <a:latin typeface="+mj-lt"/>
              </a:defRPr>
            </a:lvl5pPr>
            <a:lvl6pPr marL="0" indent="0" algn="l">
              <a:lnSpc>
                <a:spcPct val="100000"/>
              </a:lnSpc>
              <a:spcAft>
                <a:spcPts val="0"/>
              </a:spcAft>
              <a:buFontTx/>
              <a:buNone/>
              <a:tabLst/>
              <a:defRPr sz="1000">
                <a:solidFill>
                  <a:schemeClr val="bg1"/>
                </a:solidFill>
                <a:latin typeface="+mj-lt"/>
              </a:defRPr>
            </a:lvl6pPr>
            <a:lvl7pPr marL="0" indent="0" algn="l">
              <a:lnSpc>
                <a:spcPct val="100000"/>
              </a:lnSpc>
              <a:spcAft>
                <a:spcPts val="0"/>
              </a:spcAft>
              <a:buFontTx/>
              <a:buNone/>
              <a:tabLst/>
              <a:defRPr sz="1000">
                <a:solidFill>
                  <a:schemeClr val="bg1"/>
                </a:solidFill>
                <a:latin typeface="+mj-lt"/>
              </a:defRPr>
            </a:lvl7pPr>
            <a:lvl8pPr marL="0" indent="0" algn="l">
              <a:lnSpc>
                <a:spcPct val="100000"/>
              </a:lnSpc>
              <a:spcAft>
                <a:spcPts val="0"/>
              </a:spcAft>
              <a:buFontTx/>
              <a:buNone/>
              <a:tabLst/>
              <a:defRPr sz="1000">
                <a:solidFill>
                  <a:schemeClr val="bg1"/>
                </a:solidFill>
                <a:latin typeface="+mj-lt"/>
              </a:defRPr>
            </a:lvl8pPr>
            <a:lvl9pPr marL="0" indent="0" algn="l">
              <a:lnSpc>
                <a:spcPct val="100000"/>
              </a:lnSpc>
              <a:spcAft>
                <a:spcPts val="0"/>
              </a:spcAft>
              <a:buFontTx/>
              <a:buNone/>
              <a:tabLst/>
              <a:defRPr sz="1000">
                <a:solidFill>
                  <a:schemeClr val="bg1"/>
                </a:solidFill>
                <a:latin typeface="+mj-lt"/>
              </a:defRPr>
            </a:lvl9pPr>
          </a:lstStyle>
          <a:p>
            <a:pPr lvl="0"/>
            <a:r>
              <a:rPr lang="de-DE" dirty="0"/>
              <a:t>Unternehmensnamen hinzufügen</a:t>
            </a:r>
          </a:p>
        </p:txBody>
      </p:sp>
      <p:sp>
        <p:nvSpPr>
          <p:cNvPr id="44" name="Textplatzhalter 32">
            <a:extLst>
              <a:ext uri="{FF2B5EF4-FFF2-40B4-BE49-F238E27FC236}">
                <a16:creationId xmlns:a16="http://schemas.microsoft.com/office/drawing/2014/main" id="{29EC36D0-593C-758A-0A7D-C66E72027F85}"/>
              </a:ext>
            </a:extLst>
          </p:cNvPr>
          <p:cNvSpPr>
            <a:spLocks noGrp="1"/>
          </p:cNvSpPr>
          <p:nvPr>
            <p:ph type="body" sz="quarter" idx="19" hasCustomPrompt="1"/>
          </p:nvPr>
        </p:nvSpPr>
        <p:spPr bwMode="gray">
          <a:xfrm>
            <a:off x="2567403" y="262602"/>
            <a:ext cx="1512000" cy="358775"/>
          </a:xfrm>
        </p:spPr>
        <p:txBody>
          <a:bodyPr bIns="36000" anchor="b" anchorCtr="0"/>
          <a:lstStyle>
            <a:lvl1pPr marL="0" indent="0" algn="r">
              <a:lnSpc>
                <a:spcPct val="100000"/>
              </a:lnSpc>
              <a:spcAft>
                <a:spcPts val="0"/>
              </a:spcAft>
              <a:buFontTx/>
              <a:buNone/>
              <a:tabLst/>
              <a:defRPr sz="1000">
                <a:solidFill>
                  <a:schemeClr val="bg1"/>
                </a:solidFill>
                <a:latin typeface="+mj-lt"/>
              </a:defRPr>
            </a:lvl1pPr>
            <a:lvl2pPr marL="0" indent="0" algn="r">
              <a:lnSpc>
                <a:spcPct val="100000"/>
              </a:lnSpc>
              <a:spcAft>
                <a:spcPts val="0"/>
              </a:spcAft>
              <a:buFontTx/>
              <a:buNone/>
              <a:tabLst/>
              <a:defRPr sz="1000">
                <a:solidFill>
                  <a:schemeClr val="bg1"/>
                </a:solidFill>
                <a:latin typeface="+mj-lt"/>
              </a:defRPr>
            </a:lvl2pPr>
            <a:lvl3pPr marL="0" indent="0" algn="r">
              <a:lnSpc>
                <a:spcPct val="100000"/>
              </a:lnSpc>
              <a:spcAft>
                <a:spcPts val="0"/>
              </a:spcAft>
              <a:buFontTx/>
              <a:buNone/>
              <a:tabLst/>
              <a:defRPr sz="1000">
                <a:solidFill>
                  <a:schemeClr val="bg1"/>
                </a:solidFill>
                <a:latin typeface="+mj-lt"/>
              </a:defRPr>
            </a:lvl3pPr>
            <a:lvl4pPr marL="0" indent="0" algn="r">
              <a:lnSpc>
                <a:spcPct val="100000"/>
              </a:lnSpc>
              <a:spcAft>
                <a:spcPts val="0"/>
              </a:spcAft>
              <a:buFontTx/>
              <a:buNone/>
              <a:tabLst/>
              <a:defRPr sz="1000">
                <a:solidFill>
                  <a:schemeClr val="bg1"/>
                </a:solidFill>
                <a:latin typeface="+mj-lt"/>
              </a:defRPr>
            </a:lvl4pPr>
            <a:lvl5pPr marL="0" indent="0" algn="r">
              <a:lnSpc>
                <a:spcPct val="100000"/>
              </a:lnSpc>
              <a:spcAft>
                <a:spcPts val="0"/>
              </a:spcAft>
              <a:buFontTx/>
              <a:buNone/>
              <a:tabLst/>
              <a:defRPr sz="1000">
                <a:solidFill>
                  <a:schemeClr val="bg1"/>
                </a:solidFill>
                <a:latin typeface="+mj-lt"/>
              </a:defRPr>
            </a:lvl5pPr>
            <a:lvl6pPr marL="0" indent="0" algn="r">
              <a:lnSpc>
                <a:spcPct val="100000"/>
              </a:lnSpc>
              <a:spcAft>
                <a:spcPts val="0"/>
              </a:spcAft>
              <a:buFontTx/>
              <a:buNone/>
              <a:tabLst/>
              <a:defRPr sz="1000">
                <a:solidFill>
                  <a:schemeClr val="bg1"/>
                </a:solidFill>
                <a:latin typeface="+mj-lt"/>
              </a:defRPr>
            </a:lvl6pPr>
            <a:lvl7pPr marL="0" indent="0" algn="r">
              <a:lnSpc>
                <a:spcPct val="100000"/>
              </a:lnSpc>
              <a:spcAft>
                <a:spcPts val="0"/>
              </a:spcAft>
              <a:buFontTx/>
              <a:buNone/>
              <a:tabLst/>
              <a:defRPr sz="1000">
                <a:solidFill>
                  <a:schemeClr val="bg1"/>
                </a:solidFill>
                <a:latin typeface="+mj-lt"/>
              </a:defRPr>
            </a:lvl7pPr>
            <a:lvl8pPr marL="0" indent="0" algn="r">
              <a:lnSpc>
                <a:spcPct val="100000"/>
              </a:lnSpc>
              <a:spcAft>
                <a:spcPts val="0"/>
              </a:spcAft>
              <a:buFontTx/>
              <a:buNone/>
              <a:tabLst/>
              <a:defRPr sz="1000">
                <a:solidFill>
                  <a:schemeClr val="bg1"/>
                </a:solidFill>
                <a:latin typeface="+mj-lt"/>
              </a:defRPr>
            </a:lvl8pPr>
            <a:lvl9pPr marL="0" indent="0" algn="r">
              <a:lnSpc>
                <a:spcPct val="100000"/>
              </a:lnSpc>
              <a:spcAft>
                <a:spcPts val="0"/>
              </a:spcAft>
              <a:buFontTx/>
              <a:buNone/>
              <a:tabLst/>
              <a:defRPr sz="1000">
                <a:solidFill>
                  <a:schemeClr val="bg1"/>
                </a:solidFill>
                <a:latin typeface="+mj-lt"/>
              </a:defRPr>
            </a:lvl9pPr>
          </a:lstStyle>
          <a:p>
            <a:pPr lvl="0"/>
            <a:r>
              <a:rPr lang="de-DE" dirty="0"/>
              <a:t>Namen hinzufügen</a:t>
            </a:r>
          </a:p>
        </p:txBody>
      </p:sp>
      <p:sp>
        <p:nvSpPr>
          <p:cNvPr id="45" name="Textplatzhalter 32">
            <a:extLst>
              <a:ext uri="{FF2B5EF4-FFF2-40B4-BE49-F238E27FC236}">
                <a16:creationId xmlns:a16="http://schemas.microsoft.com/office/drawing/2014/main" id="{CE283C2C-F95C-540C-4C8C-7E7733786CF6}"/>
              </a:ext>
            </a:extLst>
          </p:cNvPr>
          <p:cNvSpPr>
            <a:spLocks noGrp="1"/>
          </p:cNvSpPr>
          <p:nvPr>
            <p:ph type="body" sz="quarter" idx="20" hasCustomPrompt="1"/>
          </p:nvPr>
        </p:nvSpPr>
        <p:spPr bwMode="gray">
          <a:xfrm>
            <a:off x="2567403" y="2134121"/>
            <a:ext cx="1512000" cy="358775"/>
          </a:xfrm>
        </p:spPr>
        <p:txBody>
          <a:bodyPr tIns="36000" anchor="t" anchorCtr="0"/>
          <a:lstStyle>
            <a:lvl1pPr marL="0" indent="0" algn="l">
              <a:lnSpc>
                <a:spcPct val="100000"/>
              </a:lnSpc>
              <a:spcAft>
                <a:spcPts val="0"/>
              </a:spcAft>
              <a:buFontTx/>
              <a:buNone/>
              <a:tabLst/>
              <a:defRPr sz="1000">
                <a:solidFill>
                  <a:schemeClr val="bg1"/>
                </a:solidFill>
                <a:latin typeface="+mj-lt"/>
              </a:defRPr>
            </a:lvl1pPr>
            <a:lvl2pPr marL="0" indent="0" algn="l">
              <a:lnSpc>
                <a:spcPct val="100000"/>
              </a:lnSpc>
              <a:spcAft>
                <a:spcPts val="0"/>
              </a:spcAft>
              <a:buFontTx/>
              <a:buNone/>
              <a:tabLst/>
              <a:defRPr sz="1000">
                <a:solidFill>
                  <a:schemeClr val="bg1"/>
                </a:solidFill>
                <a:latin typeface="+mj-lt"/>
              </a:defRPr>
            </a:lvl2pPr>
            <a:lvl3pPr marL="0" indent="0" algn="l">
              <a:lnSpc>
                <a:spcPct val="100000"/>
              </a:lnSpc>
              <a:spcAft>
                <a:spcPts val="0"/>
              </a:spcAft>
              <a:buFontTx/>
              <a:buNone/>
              <a:tabLst/>
              <a:defRPr sz="1000">
                <a:solidFill>
                  <a:schemeClr val="bg1"/>
                </a:solidFill>
                <a:latin typeface="+mj-lt"/>
              </a:defRPr>
            </a:lvl3pPr>
            <a:lvl4pPr marL="0" indent="0" algn="l">
              <a:lnSpc>
                <a:spcPct val="100000"/>
              </a:lnSpc>
              <a:spcAft>
                <a:spcPts val="0"/>
              </a:spcAft>
              <a:buFontTx/>
              <a:buNone/>
              <a:tabLst/>
              <a:defRPr sz="1000">
                <a:solidFill>
                  <a:schemeClr val="bg1"/>
                </a:solidFill>
                <a:latin typeface="+mj-lt"/>
              </a:defRPr>
            </a:lvl4pPr>
            <a:lvl5pPr marL="0" indent="0" algn="l">
              <a:lnSpc>
                <a:spcPct val="100000"/>
              </a:lnSpc>
              <a:spcAft>
                <a:spcPts val="0"/>
              </a:spcAft>
              <a:buFontTx/>
              <a:buNone/>
              <a:tabLst/>
              <a:defRPr sz="1000">
                <a:solidFill>
                  <a:schemeClr val="bg1"/>
                </a:solidFill>
                <a:latin typeface="+mj-lt"/>
              </a:defRPr>
            </a:lvl5pPr>
            <a:lvl6pPr marL="0" indent="0" algn="l">
              <a:lnSpc>
                <a:spcPct val="100000"/>
              </a:lnSpc>
              <a:spcAft>
                <a:spcPts val="0"/>
              </a:spcAft>
              <a:buFontTx/>
              <a:buNone/>
              <a:tabLst/>
              <a:defRPr sz="1000">
                <a:solidFill>
                  <a:schemeClr val="bg1"/>
                </a:solidFill>
                <a:latin typeface="+mj-lt"/>
              </a:defRPr>
            </a:lvl6pPr>
            <a:lvl7pPr marL="0" indent="0" algn="l">
              <a:lnSpc>
                <a:spcPct val="100000"/>
              </a:lnSpc>
              <a:spcAft>
                <a:spcPts val="0"/>
              </a:spcAft>
              <a:buFontTx/>
              <a:buNone/>
              <a:tabLst/>
              <a:defRPr sz="1000">
                <a:solidFill>
                  <a:schemeClr val="bg1"/>
                </a:solidFill>
                <a:latin typeface="+mj-lt"/>
              </a:defRPr>
            </a:lvl7pPr>
            <a:lvl8pPr marL="0" indent="0" algn="l">
              <a:lnSpc>
                <a:spcPct val="100000"/>
              </a:lnSpc>
              <a:spcAft>
                <a:spcPts val="0"/>
              </a:spcAft>
              <a:buFontTx/>
              <a:buNone/>
              <a:tabLst/>
              <a:defRPr sz="1000">
                <a:solidFill>
                  <a:schemeClr val="bg1"/>
                </a:solidFill>
                <a:latin typeface="+mj-lt"/>
              </a:defRPr>
            </a:lvl8pPr>
            <a:lvl9pPr marL="0" indent="0" algn="l">
              <a:lnSpc>
                <a:spcPct val="100000"/>
              </a:lnSpc>
              <a:spcAft>
                <a:spcPts val="0"/>
              </a:spcAft>
              <a:buFontTx/>
              <a:buNone/>
              <a:tabLst/>
              <a:defRPr sz="1000">
                <a:solidFill>
                  <a:schemeClr val="bg1"/>
                </a:solidFill>
                <a:latin typeface="+mj-lt"/>
              </a:defRPr>
            </a:lvl9pPr>
          </a:lstStyle>
          <a:p>
            <a:pPr lvl="0"/>
            <a:r>
              <a:rPr lang="de-DE" dirty="0"/>
              <a:t>Unternehmensnamen hinzufügen</a:t>
            </a:r>
          </a:p>
        </p:txBody>
      </p:sp>
      <p:sp>
        <p:nvSpPr>
          <p:cNvPr id="46" name="Textplatzhalter 32">
            <a:extLst>
              <a:ext uri="{FF2B5EF4-FFF2-40B4-BE49-F238E27FC236}">
                <a16:creationId xmlns:a16="http://schemas.microsoft.com/office/drawing/2014/main" id="{BF303DF8-A828-55FC-72EF-60E47357CB15}"/>
              </a:ext>
            </a:extLst>
          </p:cNvPr>
          <p:cNvSpPr>
            <a:spLocks noGrp="1"/>
          </p:cNvSpPr>
          <p:nvPr>
            <p:ph type="body" sz="quarter" idx="21" hasCustomPrompt="1"/>
          </p:nvPr>
        </p:nvSpPr>
        <p:spPr bwMode="gray">
          <a:xfrm>
            <a:off x="4437761" y="262602"/>
            <a:ext cx="1512000" cy="358775"/>
          </a:xfrm>
        </p:spPr>
        <p:txBody>
          <a:bodyPr bIns="36000" anchor="b" anchorCtr="0"/>
          <a:lstStyle>
            <a:lvl1pPr marL="0" indent="0" algn="r">
              <a:lnSpc>
                <a:spcPct val="100000"/>
              </a:lnSpc>
              <a:spcAft>
                <a:spcPts val="0"/>
              </a:spcAft>
              <a:buFontTx/>
              <a:buNone/>
              <a:tabLst/>
              <a:defRPr sz="1000">
                <a:solidFill>
                  <a:schemeClr val="bg1"/>
                </a:solidFill>
                <a:latin typeface="+mj-lt"/>
              </a:defRPr>
            </a:lvl1pPr>
            <a:lvl2pPr marL="0" indent="0" algn="r">
              <a:lnSpc>
                <a:spcPct val="100000"/>
              </a:lnSpc>
              <a:spcAft>
                <a:spcPts val="0"/>
              </a:spcAft>
              <a:buFontTx/>
              <a:buNone/>
              <a:tabLst/>
              <a:defRPr sz="1000">
                <a:solidFill>
                  <a:schemeClr val="bg1"/>
                </a:solidFill>
                <a:latin typeface="+mj-lt"/>
              </a:defRPr>
            </a:lvl2pPr>
            <a:lvl3pPr marL="0" indent="0" algn="r">
              <a:lnSpc>
                <a:spcPct val="100000"/>
              </a:lnSpc>
              <a:spcAft>
                <a:spcPts val="0"/>
              </a:spcAft>
              <a:buFontTx/>
              <a:buNone/>
              <a:tabLst/>
              <a:defRPr sz="1000">
                <a:solidFill>
                  <a:schemeClr val="bg1"/>
                </a:solidFill>
                <a:latin typeface="+mj-lt"/>
              </a:defRPr>
            </a:lvl3pPr>
            <a:lvl4pPr marL="0" indent="0" algn="r">
              <a:lnSpc>
                <a:spcPct val="100000"/>
              </a:lnSpc>
              <a:spcAft>
                <a:spcPts val="0"/>
              </a:spcAft>
              <a:buFontTx/>
              <a:buNone/>
              <a:tabLst/>
              <a:defRPr sz="1000">
                <a:solidFill>
                  <a:schemeClr val="bg1"/>
                </a:solidFill>
                <a:latin typeface="+mj-lt"/>
              </a:defRPr>
            </a:lvl4pPr>
            <a:lvl5pPr marL="0" indent="0" algn="r">
              <a:lnSpc>
                <a:spcPct val="100000"/>
              </a:lnSpc>
              <a:spcAft>
                <a:spcPts val="0"/>
              </a:spcAft>
              <a:buFontTx/>
              <a:buNone/>
              <a:tabLst/>
              <a:defRPr sz="1000">
                <a:solidFill>
                  <a:schemeClr val="bg1"/>
                </a:solidFill>
                <a:latin typeface="+mj-lt"/>
              </a:defRPr>
            </a:lvl5pPr>
            <a:lvl6pPr marL="0" indent="0" algn="r">
              <a:lnSpc>
                <a:spcPct val="100000"/>
              </a:lnSpc>
              <a:spcAft>
                <a:spcPts val="0"/>
              </a:spcAft>
              <a:buFontTx/>
              <a:buNone/>
              <a:tabLst/>
              <a:defRPr sz="1000">
                <a:solidFill>
                  <a:schemeClr val="bg1"/>
                </a:solidFill>
                <a:latin typeface="+mj-lt"/>
              </a:defRPr>
            </a:lvl6pPr>
            <a:lvl7pPr marL="0" indent="0" algn="r">
              <a:lnSpc>
                <a:spcPct val="100000"/>
              </a:lnSpc>
              <a:spcAft>
                <a:spcPts val="0"/>
              </a:spcAft>
              <a:buFontTx/>
              <a:buNone/>
              <a:tabLst/>
              <a:defRPr sz="1000">
                <a:solidFill>
                  <a:schemeClr val="bg1"/>
                </a:solidFill>
                <a:latin typeface="+mj-lt"/>
              </a:defRPr>
            </a:lvl7pPr>
            <a:lvl8pPr marL="0" indent="0" algn="r">
              <a:lnSpc>
                <a:spcPct val="100000"/>
              </a:lnSpc>
              <a:spcAft>
                <a:spcPts val="0"/>
              </a:spcAft>
              <a:buFontTx/>
              <a:buNone/>
              <a:tabLst/>
              <a:defRPr sz="1000">
                <a:solidFill>
                  <a:schemeClr val="bg1"/>
                </a:solidFill>
                <a:latin typeface="+mj-lt"/>
              </a:defRPr>
            </a:lvl8pPr>
            <a:lvl9pPr marL="0" indent="0" algn="r">
              <a:lnSpc>
                <a:spcPct val="100000"/>
              </a:lnSpc>
              <a:spcAft>
                <a:spcPts val="0"/>
              </a:spcAft>
              <a:buFontTx/>
              <a:buNone/>
              <a:tabLst/>
              <a:defRPr sz="1000">
                <a:solidFill>
                  <a:schemeClr val="bg1"/>
                </a:solidFill>
                <a:latin typeface="+mj-lt"/>
              </a:defRPr>
            </a:lvl9pPr>
          </a:lstStyle>
          <a:p>
            <a:pPr lvl="0"/>
            <a:r>
              <a:rPr lang="de-DE" dirty="0"/>
              <a:t>Namen hinzufügen</a:t>
            </a:r>
          </a:p>
        </p:txBody>
      </p:sp>
      <p:sp>
        <p:nvSpPr>
          <p:cNvPr id="47" name="Textplatzhalter 32">
            <a:extLst>
              <a:ext uri="{FF2B5EF4-FFF2-40B4-BE49-F238E27FC236}">
                <a16:creationId xmlns:a16="http://schemas.microsoft.com/office/drawing/2014/main" id="{9962C797-C95F-21F2-2844-301AF949E895}"/>
              </a:ext>
            </a:extLst>
          </p:cNvPr>
          <p:cNvSpPr>
            <a:spLocks noGrp="1"/>
          </p:cNvSpPr>
          <p:nvPr>
            <p:ph type="body" sz="quarter" idx="22" hasCustomPrompt="1"/>
          </p:nvPr>
        </p:nvSpPr>
        <p:spPr bwMode="gray">
          <a:xfrm>
            <a:off x="4437761" y="2134121"/>
            <a:ext cx="1512000" cy="358775"/>
          </a:xfrm>
        </p:spPr>
        <p:txBody>
          <a:bodyPr tIns="36000" anchor="t" anchorCtr="0"/>
          <a:lstStyle>
            <a:lvl1pPr marL="0" indent="0" algn="l">
              <a:lnSpc>
                <a:spcPct val="100000"/>
              </a:lnSpc>
              <a:spcAft>
                <a:spcPts val="0"/>
              </a:spcAft>
              <a:buFontTx/>
              <a:buNone/>
              <a:tabLst/>
              <a:defRPr sz="1000">
                <a:solidFill>
                  <a:schemeClr val="bg1"/>
                </a:solidFill>
                <a:latin typeface="+mj-lt"/>
              </a:defRPr>
            </a:lvl1pPr>
            <a:lvl2pPr marL="0" indent="0" algn="l">
              <a:lnSpc>
                <a:spcPct val="100000"/>
              </a:lnSpc>
              <a:spcAft>
                <a:spcPts val="0"/>
              </a:spcAft>
              <a:buFontTx/>
              <a:buNone/>
              <a:tabLst/>
              <a:defRPr sz="1000">
                <a:solidFill>
                  <a:schemeClr val="bg1"/>
                </a:solidFill>
                <a:latin typeface="+mj-lt"/>
              </a:defRPr>
            </a:lvl2pPr>
            <a:lvl3pPr marL="0" indent="0" algn="l">
              <a:lnSpc>
                <a:spcPct val="100000"/>
              </a:lnSpc>
              <a:spcAft>
                <a:spcPts val="0"/>
              </a:spcAft>
              <a:buFontTx/>
              <a:buNone/>
              <a:tabLst/>
              <a:defRPr sz="1000">
                <a:solidFill>
                  <a:schemeClr val="bg1"/>
                </a:solidFill>
                <a:latin typeface="+mj-lt"/>
              </a:defRPr>
            </a:lvl3pPr>
            <a:lvl4pPr marL="0" indent="0" algn="l">
              <a:lnSpc>
                <a:spcPct val="100000"/>
              </a:lnSpc>
              <a:spcAft>
                <a:spcPts val="0"/>
              </a:spcAft>
              <a:buFontTx/>
              <a:buNone/>
              <a:tabLst/>
              <a:defRPr sz="1000">
                <a:solidFill>
                  <a:schemeClr val="bg1"/>
                </a:solidFill>
                <a:latin typeface="+mj-lt"/>
              </a:defRPr>
            </a:lvl4pPr>
            <a:lvl5pPr marL="0" indent="0" algn="l">
              <a:lnSpc>
                <a:spcPct val="100000"/>
              </a:lnSpc>
              <a:spcAft>
                <a:spcPts val="0"/>
              </a:spcAft>
              <a:buFontTx/>
              <a:buNone/>
              <a:tabLst/>
              <a:defRPr sz="1000">
                <a:solidFill>
                  <a:schemeClr val="bg1"/>
                </a:solidFill>
                <a:latin typeface="+mj-lt"/>
              </a:defRPr>
            </a:lvl5pPr>
            <a:lvl6pPr marL="0" indent="0" algn="l">
              <a:lnSpc>
                <a:spcPct val="100000"/>
              </a:lnSpc>
              <a:spcAft>
                <a:spcPts val="0"/>
              </a:spcAft>
              <a:buFontTx/>
              <a:buNone/>
              <a:tabLst/>
              <a:defRPr sz="1000">
                <a:solidFill>
                  <a:schemeClr val="bg1"/>
                </a:solidFill>
                <a:latin typeface="+mj-lt"/>
              </a:defRPr>
            </a:lvl6pPr>
            <a:lvl7pPr marL="0" indent="0" algn="l">
              <a:lnSpc>
                <a:spcPct val="100000"/>
              </a:lnSpc>
              <a:spcAft>
                <a:spcPts val="0"/>
              </a:spcAft>
              <a:buFontTx/>
              <a:buNone/>
              <a:tabLst/>
              <a:defRPr sz="1000">
                <a:solidFill>
                  <a:schemeClr val="bg1"/>
                </a:solidFill>
                <a:latin typeface="+mj-lt"/>
              </a:defRPr>
            </a:lvl7pPr>
            <a:lvl8pPr marL="0" indent="0" algn="l">
              <a:lnSpc>
                <a:spcPct val="100000"/>
              </a:lnSpc>
              <a:spcAft>
                <a:spcPts val="0"/>
              </a:spcAft>
              <a:buFontTx/>
              <a:buNone/>
              <a:tabLst/>
              <a:defRPr sz="1000">
                <a:solidFill>
                  <a:schemeClr val="bg1"/>
                </a:solidFill>
                <a:latin typeface="+mj-lt"/>
              </a:defRPr>
            </a:lvl8pPr>
            <a:lvl9pPr marL="0" indent="0" algn="l">
              <a:lnSpc>
                <a:spcPct val="100000"/>
              </a:lnSpc>
              <a:spcAft>
                <a:spcPts val="0"/>
              </a:spcAft>
              <a:buFontTx/>
              <a:buNone/>
              <a:tabLst/>
              <a:defRPr sz="1000">
                <a:solidFill>
                  <a:schemeClr val="bg1"/>
                </a:solidFill>
                <a:latin typeface="+mj-lt"/>
              </a:defRPr>
            </a:lvl9pPr>
          </a:lstStyle>
          <a:p>
            <a:pPr lvl="0"/>
            <a:r>
              <a:rPr lang="de-DE" dirty="0"/>
              <a:t>Unternehmensnamen hinzufügen</a:t>
            </a:r>
          </a:p>
        </p:txBody>
      </p:sp>
      <p:sp>
        <p:nvSpPr>
          <p:cNvPr id="20" name="Bildplatzhalter 19">
            <a:extLst>
              <a:ext uri="{FF2B5EF4-FFF2-40B4-BE49-F238E27FC236}">
                <a16:creationId xmlns:a16="http://schemas.microsoft.com/office/drawing/2014/main" id="{BEBF1EAB-F6A5-2974-1C87-1914552D956B}"/>
              </a:ext>
              <a:ext uri="{C183D7F6-B498-43B3-948B-1728B52AA6E4}">
                <adec:decorative xmlns:adec="http://schemas.microsoft.com/office/drawing/2017/decorative" val="1"/>
              </a:ext>
            </a:extLst>
          </p:cNvPr>
          <p:cNvSpPr>
            <a:spLocks noGrp="1"/>
          </p:cNvSpPr>
          <p:nvPr>
            <p:ph type="pic" sz="quarter" idx="11"/>
          </p:nvPr>
        </p:nvSpPr>
        <p:spPr bwMode="gray">
          <a:xfrm>
            <a:off x="0" y="0"/>
            <a:ext cx="12196800" cy="6453188"/>
          </a:xfrm>
          <a:noFill/>
        </p:spPr>
        <p:txBody>
          <a:bodyPr/>
          <a:lstStyle>
            <a:lvl1pPr>
              <a:defRPr sz="800">
                <a:noFill/>
              </a:defRPr>
            </a:lvl1pPr>
          </a:lstStyle>
          <a:p>
            <a:r>
              <a:rPr lang="de-DE"/>
              <a:t>Bild durch Klicken auf Symbol hinzufügen</a:t>
            </a:r>
            <a:endParaRPr lang="de-DE" dirty="0"/>
          </a:p>
        </p:txBody>
      </p:sp>
      <p:sp>
        <p:nvSpPr>
          <p:cNvPr id="40" name="Bildplatzhalter 39">
            <a:extLst>
              <a:ext uri="{FF2B5EF4-FFF2-40B4-BE49-F238E27FC236}">
                <a16:creationId xmlns:a16="http://schemas.microsoft.com/office/drawing/2014/main" id="{B112ABFA-2042-F798-7F9B-DB09D04BB468}"/>
              </a:ext>
              <a:ext uri="{C183D7F6-B498-43B3-948B-1728B52AA6E4}">
                <adec:decorative xmlns:adec="http://schemas.microsoft.com/office/drawing/2017/decorative" val="1"/>
              </a:ext>
            </a:extLst>
          </p:cNvPr>
          <p:cNvSpPr>
            <a:spLocks noGrp="1" noChangeAspect="1"/>
          </p:cNvSpPr>
          <p:nvPr>
            <p:ph type="pic" sz="quarter" idx="16"/>
          </p:nvPr>
        </p:nvSpPr>
        <p:spPr bwMode="gray">
          <a:xfrm>
            <a:off x="695400" y="620688"/>
            <a:ext cx="1512000" cy="1512000"/>
          </a:xfrm>
          <a:prstGeom prst="round2DiagRect">
            <a:avLst/>
          </a:prstGeom>
          <a:ln w="12700">
            <a:solidFill>
              <a:schemeClr val="bg1"/>
            </a:solidFill>
          </a:ln>
        </p:spPr>
        <p:txBody>
          <a:bodyPr/>
          <a:lstStyle>
            <a:lvl1pPr>
              <a:defRPr sz="800">
                <a:noFill/>
              </a:defRPr>
            </a:lvl1pPr>
          </a:lstStyle>
          <a:p>
            <a:r>
              <a:rPr lang="de-DE"/>
              <a:t>Bild durch Klicken auf Symbol hinzufügen</a:t>
            </a:r>
            <a:endParaRPr lang="de-DE" dirty="0"/>
          </a:p>
        </p:txBody>
      </p:sp>
      <p:sp>
        <p:nvSpPr>
          <p:cNvPr id="42" name="Bildplatzhalter 39">
            <a:extLst>
              <a:ext uri="{FF2B5EF4-FFF2-40B4-BE49-F238E27FC236}">
                <a16:creationId xmlns:a16="http://schemas.microsoft.com/office/drawing/2014/main" id="{7DEF1401-3FF0-DEF1-C855-A13FFFB36FEF}"/>
              </a:ext>
              <a:ext uri="{C183D7F6-B498-43B3-948B-1728B52AA6E4}">
                <adec:decorative xmlns:adec="http://schemas.microsoft.com/office/drawing/2017/decorative" val="1"/>
              </a:ext>
            </a:extLst>
          </p:cNvPr>
          <p:cNvSpPr>
            <a:spLocks noGrp="1" noChangeAspect="1"/>
          </p:cNvSpPr>
          <p:nvPr>
            <p:ph type="pic" sz="quarter" idx="17"/>
          </p:nvPr>
        </p:nvSpPr>
        <p:spPr bwMode="gray">
          <a:xfrm>
            <a:off x="2567403" y="620688"/>
            <a:ext cx="1512000" cy="1512000"/>
          </a:xfrm>
          <a:prstGeom prst="round2DiagRect">
            <a:avLst/>
          </a:prstGeom>
          <a:ln w="12700">
            <a:solidFill>
              <a:schemeClr val="bg1"/>
            </a:solidFill>
          </a:ln>
        </p:spPr>
        <p:txBody>
          <a:bodyPr/>
          <a:lstStyle>
            <a:lvl1pPr>
              <a:defRPr sz="800">
                <a:noFill/>
              </a:defRPr>
            </a:lvl1pPr>
          </a:lstStyle>
          <a:p>
            <a:r>
              <a:rPr lang="de-DE"/>
              <a:t>Bild durch Klicken auf Symbol hinzufügen</a:t>
            </a:r>
            <a:endParaRPr lang="de-DE" dirty="0"/>
          </a:p>
        </p:txBody>
      </p:sp>
      <p:sp>
        <p:nvSpPr>
          <p:cNvPr id="43" name="Bildplatzhalter 39">
            <a:extLst>
              <a:ext uri="{FF2B5EF4-FFF2-40B4-BE49-F238E27FC236}">
                <a16:creationId xmlns:a16="http://schemas.microsoft.com/office/drawing/2014/main" id="{84459BBE-6637-4876-73FF-919792576FB2}"/>
              </a:ext>
              <a:ext uri="{C183D7F6-B498-43B3-948B-1728B52AA6E4}">
                <adec:decorative xmlns:adec="http://schemas.microsoft.com/office/drawing/2017/decorative" val="1"/>
              </a:ext>
            </a:extLst>
          </p:cNvPr>
          <p:cNvSpPr>
            <a:spLocks noGrp="1" noChangeAspect="1"/>
          </p:cNvSpPr>
          <p:nvPr>
            <p:ph type="pic" sz="quarter" idx="18"/>
          </p:nvPr>
        </p:nvSpPr>
        <p:spPr bwMode="gray">
          <a:xfrm>
            <a:off x="4437761" y="620688"/>
            <a:ext cx="1512000" cy="1512000"/>
          </a:xfrm>
          <a:prstGeom prst="round2DiagRect">
            <a:avLst/>
          </a:prstGeom>
          <a:ln w="12700">
            <a:solidFill>
              <a:schemeClr val="bg1"/>
            </a:solidFill>
          </a:ln>
        </p:spPr>
        <p:txBody>
          <a:bodyPr/>
          <a:lstStyle>
            <a:lvl1pPr>
              <a:defRPr sz="800">
                <a:noFill/>
              </a:defRPr>
            </a:lvl1pPr>
          </a:lstStyle>
          <a:p>
            <a:r>
              <a:rPr lang="de-DE"/>
              <a:t>Bild durch Klicken auf Symbol hinzufügen</a:t>
            </a:r>
            <a:endParaRPr lang="de-DE" dirty="0"/>
          </a:p>
        </p:txBody>
      </p:sp>
      <p:sp>
        <p:nvSpPr>
          <p:cNvPr id="6" name="Datumsplatzhalter 14">
            <a:extLst>
              <a:ext uri="{FF2B5EF4-FFF2-40B4-BE49-F238E27FC236}">
                <a16:creationId xmlns:a16="http://schemas.microsoft.com/office/drawing/2014/main" id="{A16C1974-CB08-C3E4-4777-685714C0FDF5}"/>
              </a:ext>
            </a:extLst>
          </p:cNvPr>
          <p:cNvSpPr>
            <a:spLocks noGrp="1"/>
          </p:cNvSpPr>
          <p:nvPr>
            <p:ph type="dt" sz="half" idx="28"/>
          </p:nvPr>
        </p:nvSpPr>
        <p:spPr bwMode="gray">
          <a:xfrm>
            <a:off x="1198800" y="6573600"/>
            <a:ext cx="1944000" cy="144000"/>
          </a:xfrm>
        </p:spPr>
        <p:txBody>
          <a:bodyPr/>
          <a:lstStyle/>
          <a:p>
            <a:r>
              <a:rPr lang="de-DE"/>
              <a:t>Intern, TT.MM.JJJJ</a:t>
            </a:r>
            <a:endParaRPr lang="de-DE" sz="800" dirty="0"/>
          </a:p>
        </p:txBody>
      </p:sp>
      <p:sp>
        <p:nvSpPr>
          <p:cNvPr id="11" name="Verbund">
            <a:extLst>
              <a:ext uri="{FF2B5EF4-FFF2-40B4-BE49-F238E27FC236}">
                <a16:creationId xmlns:a16="http://schemas.microsoft.com/office/drawing/2014/main" id="{1C415E99-4B8C-2A41-7B20-D94F13E3A3B7}"/>
              </a:ext>
            </a:extLst>
          </p:cNvPr>
          <p:cNvSpPr txBox="1"/>
          <p:nvPr userDrawn="1">
            <p:custDataLst>
              <p:tags r:id="rId1"/>
            </p:custDataLst>
          </p:nvPr>
        </p:nvSpPr>
        <p:spPr bwMode="gray">
          <a:xfrm>
            <a:off x="9572637" y="6588000"/>
            <a:ext cx="2356011" cy="144000"/>
          </a:xfrm>
          <a:prstGeom prst="rect">
            <a:avLst/>
          </a:prstGeom>
          <a:noFill/>
        </p:spPr>
        <p:txBody>
          <a:bodyPr wrap="square" lIns="0" tIns="0" rIns="0" bIns="0" rtlCol="0" anchor="b" anchorCtr="0">
            <a:noAutofit/>
          </a:bodyPr>
          <a:lstStyle/>
          <a:p>
            <a:pPr marL="0" marR="0" lvl="0" indent="0" algn="r" defTabSz="914115" rtl="0" eaLnBrk="1" fontAlgn="auto" latinLnBrk="0" hangingPunct="1">
              <a:lnSpc>
                <a:spcPct val="100000"/>
              </a:lnSpc>
              <a:spcBef>
                <a:spcPts val="299"/>
              </a:spcBef>
              <a:spcAft>
                <a:spcPts val="299"/>
              </a:spcAft>
              <a:buClrTx/>
              <a:buSzTx/>
              <a:buFont typeface="Arial" pitchFamily="34" charset="0"/>
              <a:buNone/>
              <a:tabLst/>
              <a:defRPr/>
            </a:pPr>
            <a:r>
              <a:rPr kumimoji="0" lang="de-DE" sz="950" b="0" i="0" u="none" strike="noStrike" kern="1200" cap="none" spc="30" normalizeH="0" noProof="0" dirty="0">
                <a:ln>
                  <a:noFill/>
                </a:ln>
                <a:solidFill>
                  <a:srgbClr val="24282C"/>
                </a:solidFill>
                <a:effectLst/>
                <a:uLnTx/>
                <a:uFillTx/>
                <a:latin typeface="+mj-lt"/>
                <a:ea typeface="+mn-ea"/>
                <a:cs typeface="+mn-cs"/>
              </a:rPr>
              <a:t>Sparkassen-Finanzgruppe</a:t>
            </a:r>
          </a:p>
        </p:txBody>
      </p:sp>
      <p:sp>
        <p:nvSpPr>
          <p:cNvPr id="14" name="Caption">
            <a:extLst>
              <a:ext uri="{FF2B5EF4-FFF2-40B4-BE49-F238E27FC236}">
                <a16:creationId xmlns:a16="http://schemas.microsoft.com/office/drawing/2014/main" id="{33D558AB-0DDB-5A35-4059-A2B3B10929B3}"/>
              </a:ext>
            </a:extLst>
          </p:cNvPr>
          <p:cNvSpPr/>
          <p:nvPr userDrawn="1"/>
        </p:nvSpPr>
        <p:spPr bwMode="gray">
          <a:xfrm>
            <a:off x="262800" y="6573600"/>
            <a:ext cx="864256" cy="1440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lvl="0">
              <a:spcBef>
                <a:spcPts val="300"/>
              </a:spcBef>
              <a:spcAft>
                <a:spcPts val="300"/>
              </a:spcAft>
              <a:tabLst>
                <a:tab pos="898525" algn="l"/>
              </a:tabLst>
            </a:pPr>
            <a:r>
              <a:rPr lang="de-DE" sz="800" dirty="0">
                <a:solidFill>
                  <a:srgbClr val="24282C"/>
                </a:solidFill>
                <a:latin typeface="+mn-lt"/>
              </a:rPr>
              <a:t>Sensitivitätsstufe:</a:t>
            </a:r>
          </a:p>
        </p:txBody>
      </p:sp>
    </p:spTree>
    <p:extLst>
      <p:ext uri="{BB962C8B-B14F-4D97-AF65-F5344CB8AC3E}">
        <p14:creationId xmlns:p14="http://schemas.microsoft.com/office/powerpoint/2010/main" val="3415834935"/>
      </p:ext>
    </p:extLst>
  </p:cSld>
  <p:clrMapOvr>
    <a:masterClrMapping/>
  </p:clrMapOvr>
  <p:transition>
    <p:fade/>
  </p:transition>
  <p:extLst>
    <p:ext uri="{DCECCB84-F9BA-43D5-87BE-67443E8EF086}">
      <p15:sldGuideLst xmlns:p15="http://schemas.microsoft.com/office/powerpoint/2012/main">
        <p15:guide id="1" pos="6335">
          <p15:clr>
            <a:srgbClr val="FBAE40"/>
          </p15:clr>
        </p15:guide>
        <p15:guide id="2" pos="6698">
          <p15:clr>
            <a:srgbClr val="FBAE40"/>
          </p15:clr>
        </p15:guide>
        <p15:guide id="3" pos="5745">
          <p15:clr>
            <a:srgbClr val="FBAE40"/>
          </p15:clr>
        </p15:guide>
        <p15:guide id="4" orient="horz" pos="3612">
          <p15:clr>
            <a:srgbClr val="FBAE40"/>
          </p15:clr>
        </p15:guide>
        <p15:guide id="5" orient="horz" pos="406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lang">
    <p:spTree>
      <p:nvGrpSpPr>
        <p:cNvPr id="1" name=""/>
        <p:cNvGrpSpPr/>
        <p:nvPr/>
      </p:nvGrpSpPr>
      <p:grpSpPr>
        <a:xfrm>
          <a:off x="0" y="0"/>
          <a:ext cx="0" cy="0"/>
          <a:chOff x="0" y="0"/>
          <a:chExt cx="0" cy="0"/>
        </a:xfrm>
      </p:grpSpPr>
      <p:sp>
        <p:nvSpPr>
          <p:cNvPr id="6" name="Rote Fläche">
            <a:extLst>
              <a:ext uri="{FF2B5EF4-FFF2-40B4-BE49-F238E27FC236}">
                <a16:creationId xmlns:a16="http://schemas.microsoft.com/office/drawing/2014/main" id="{BAF61FBD-2008-7CD5-BAC8-631E9AC4F5DA}"/>
              </a:ext>
              <a:ext uri="{C183D7F6-B498-43B3-948B-1728B52AA6E4}">
                <adec:decorative xmlns:adec="http://schemas.microsoft.com/office/drawing/2017/decorative" val="1"/>
              </a:ext>
            </a:extLst>
          </p:cNvPr>
          <p:cNvSpPr txBox="1">
            <a:spLocks/>
          </p:cNvSpPr>
          <p:nvPr userDrawn="1"/>
        </p:nvSpPr>
        <p:spPr bwMode="gray">
          <a:xfrm rot="16200000" flipH="1" flipV="1">
            <a:off x="2472205" y="-2210919"/>
            <a:ext cx="6047437" cy="10991851"/>
          </a:xfrm>
          <a:prstGeom prst="round2SameRect">
            <a:avLst>
              <a:gd name="adj1" fmla="val 14776"/>
              <a:gd name="adj2" fmla="val 0"/>
            </a:avLst>
          </a:prstGeom>
          <a:gradFill>
            <a:gsLst>
              <a:gs pos="0">
                <a:srgbClr val="9B348E"/>
              </a:gs>
              <a:gs pos="33000">
                <a:schemeClr val="bg2"/>
              </a:gs>
            </a:gsLst>
            <a:lin ang="8400000" scaled="0"/>
          </a:gradFill>
          <a:ln>
            <a:no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4" name="Topline">
            <a:extLst>
              <a:ext uri="{FF2B5EF4-FFF2-40B4-BE49-F238E27FC236}">
                <a16:creationId xmlns:a16="http://schemas.microsoft.com/office/drawing/2014/main" id="{C1013B81-EB24-B25A-3218-D23B76A8900E}"/>
              </a:ext>
            </a:extLst>
          </p:cNvPr>
          <p:cNvSpPr>
            <a:spLocks noGrp="1"/>
          </p:cNvSpPr>
          <p:nvPr>
            <p:ph type="body" sz="quarter" idx="39" hasCustomPrompt="1"/>
          </p:nvPr>
        </p:nvSpPr>
        <p:spPr bwMode="gray">
          <a:xfrm>
            <a:off x="695401" y="548680"/>
            <a:ext cx="9937674" cy="288000"/>
          </a:xfrm>
        </p:spPr>
        <p:txBody>
          <a:bodyPr anchor="b"/>
          <a:lstStyle>
            <a:lvl1pPr marL="0" indent="0">
              <a:spcAft>
                <a:spcPts val="0"/>
              </a:spcAft>
              <a:buFontTx/>
              <a:buNone/>
              <a:defRPr sz="1400">
                <a:solidFill>
                  <a:schemeClr val="bg1"/>
                </a:solidFill>
                <a:latin typeface="+mn-lt"/>
              </a:defRPr>
            </a:lvl1pPr>
            <a:lvl2pPr marL="0" indent="0">
              <a:spcAft>
                <a:spcPts val="0"/>
              </a:spcAft>
              <a:buFontTx/>
              <a:buNone/>
              <a:defRPr sz="1400">
                <a:solidFill>
                  <a:schemeClr val="bg1"/>
                </a:solidFill>
                <a:latin typeface="+mn-lt"/>
              </a:defRPr>
            </a:lvl2pPr>
            <a:lvl3pPr marL="0" indent="0">
              <a:spcAft>
                <a:spcPts val="0"/>
              </a:spcAft>
              <a:buFontTx/>
              <a:buNone/>
              <a:defRPr sz="1400">
                <a:solidFill>
                  <a:schemeClr val="bg1"/>
                </a:solidFill>
                <a:latin typeface="+mn-lt"/>
              </a:defRPr>
            </a:lvl3pPr>
            <a:lvl4pPr marL="0" indent="0">
              <a:spcAft>
                <a:spcPts val="0"/>
              </a:spcAft>
              <a:buFontTx/>
              <a:buNone/>
              <a:defRPr sz="1400">
                <a:solidFill>
                  <a:schemeClr val="bg1"/>
                </a:solidFill>
                <a:latin typeface="+mn-lt"/>
              </a:defRPr>
            </a:lvl4pPr>
            <a:lvl5pPr marL="0" indent="0">
              <a:spcAft>
                <a:spcPts val="0"/>
              </a:spcAft>
              <a:buFontTx/>
              <a:buNone/>
              <a:defRPr sz="1400">
                <a:solidFill>
                  <a:schemeClr val="bg1"/>
                </a:solidFill>
                <a:latin typeface="+mn-lt"/>
              </a:defRPr>
            </a:lvl5pPr>
            <a:lvl6pPr marL="0" indent="0">
              <a:spcAft>
                <a:spcPts val="0"/>
              </a:spcAft>
              <a:buFontTx/>
              <a:buNone/>
              <a:defRPr sz="1400">
                <a:solidFill>
                  <a:schemeClr val="bg1"/>
                </a:solidFill>
                <a:latin typeface="+mn-lt"/>
              </a:defRPr>
            </a:lvl6pPr>
            <a:lvl7pPr marL="0" indent="0">
              <a:spcAft>
                <a:spcPts val="0"/>
              </a:spcAft>
              <a:buFontTx/>
              <a:buNone/>
              <a:defRPr sz="1400">
                <a:solidFill>
                  <a:schemeClr val="bg1"/>
                </a:solidFill>
                <a:latin typeface="+mn-lt"/>
              </a:defRPr>
            </a:lvl7pPr>
            <a:lvl8pPr marL="0" indent="0">
              <a:spcAft>
                <a:spcPts val="0"/>
              </a:spcAft>
              <a:buFontTx/>
              <a:buNone/>
              <a:defRPr sz="1400">
                <a:solidFill>
                  <a:schemeClr val="bg1"/>
                </a:solidFill>
                <a:latin typeface="+mn-lt"/>
              </a:defRPr>
            </a:lvl8pPr>
            <a:lvl9pPr marL="0" indent="0">
              <a:spcAft>
                <a:spcPts val="0"/>
              </a:spcAft>
              <a:buFontTx/>
              <a:buNone/>
              <a:defRPr sz="1400">
                <a:solidFill>
                  <a:schemeClr val="bg1"/>
                </a:solidFill>
                <a:latin typeface="+mn-lt"/>
              </a:defRPr>
            </a:lvl9pPr>
          </a:lstStyle>
          <a:p>
            <a:pPr lvl="0"/>
            <a:r>
              <a:rPr lang="de-DE" dirty="0"/>
              <a:t>Optionale </a:t>
            </a:r>
            <a:r>
              <a:rPr lang="de-DE" dirty="0" err="1"/>
              <a:t>Topline</a:t>
            </a:r>
            <a:r>
              <a:rPr lang="de-DE" dirty="0"/>
              <a:t> hinzufügen</a:t>
            </a:r>
          </a:p>
        </p:txBody>
      </p:sp>
      <p:sp>
        <p:nvSpPr>
          <p:cNvPr id="3" name="Titel 2">
            <a:extLst>
              <a:ext uri="{FF2B5EF4-FFF2-40B4-BE49-F238E27FC236}">
                <a16:creationId xmlns:a16="http://schemas.microsoft.com/office/drawing/2014/main" id="{20A31F61-A5D5-B4DE-A616-9177151104A1}"/>
              </a:ext>
            </a:extLst>
          </p:cNvPr>
          <p:cNvSpPr>
            <a:spLocks noGrp="1"/>
          </p:cNvSpPr>
          <p:nvPr>
            <p:ph type="title" hasCustomPrompt="1"/>
          </p:nvPr>
        </p:nvSpPr>
        <p:spPr bwMode="gray">
          <a:xfrm>
            <a:off x="695325" y="908720"/>
            <a:ext cx="9936000" cy="576064"/>
          </a:xfrm>
        </p:spPr>
        <p:txBody>
          <a:bodyPr/>
          <a:lstStyle>
            <a:lvl1pPr>
              <a:defRPr>
                <a:solidFill>
                  <a:schemeClr val="bg1"/>
                </a:solidFill>
              </a:defRPr>
            </a:lvl1pPr>
          </a:lstStyle>
          <a:p>
            <a:r>
              <a:rPr lang="de-DE" dirty="0" err="1"/>
              <a:t>Agendatitel</a:t>
            </a:r>
            <a:r>
              <a:rPr lang="de-DE" dirty="0"/>
              <a:t> hinzufügen</a:t>
            </a:r>
          </a:p>
        </p:txBody>
      </p:sp>
      <p:sp>
        <p:nvSpPr>
          <p:cNvPr id="12" name="Textplatzhalter 11">
            <a:extLst>
              <a:ext uri="{FF2B5EF4-FFF2-40B4-BE49-F238E27FC236}">
                <a16:creationId xmlns:a16="http://schemas.microsoft.com/office/drawing/2014/main" id="{9F9C31DD-5053-A7DB-0918-DCC8EEBFFEAB}"/>
              </a:ext>
            </a:extLst>
          </p:cNvPr>
          <p:cNvSpPr>
            <a:spLocks noGrp="1" noChangeAspect="1"/>
          </p:cNvSpPr>
          <p:nvPr>
            <p:ph type="body" sz="quarter" idx="42" hasCustomPrompt="1"/>
          </p:nvPr>
        </p:nvSpPr>
        <p:spPr bwMode="gray">
          <a:xfrm>
            <a:off x="695325" y="1918800"/>
            <a:ext cx="432000" cy="432000"/>
          </a:xfrm>
          <a:prstGeom prst="ellipse">
            <a:avLst/>
          </a:prstGeom>
          <a:solidFill>
            <a:schemeClr val="bg1">
              <a:alpha val="0"/>
            </a:schemeClr>
          </a:solidFill>
          <a:ln w="12700">
            <a:solidFill>
              <a:schemeClr val="bg1"/>
            </a:solidFill>
          </a:ln>
        </p:spPr>
        <p:txBody>
          <a:bodyPr wrap="none" anchor="ctr"/>
          <a:lstStyle>
            <a:lvl1pPr marL="0" indent="0" algn="ctr">
              <a:lnSpc>
                <a:spcPct val="100000"/>
              </a:lnSpc>
              <a:spcAft>
                <a:spcPts val="0"/>
              </a:spcAft>
              <a:buFontTx/>
              <a:buNone/>
              <a:defRPr sz="2400" b="0" spc="-100">
                <a:solidFill>
                  <a:schemeClr val="bg1"/>
                </a:solidFill>
                <a:latin typeface="+mn-lt"/>
              </a:defRPr>
            </a:lvl1pPr>
            <a:lvl2pPr marL="0" indent="0" algn="ctr">
              <a:lnSpc>
                <a:spcPct val="100000"/>
              </a:lnSpc>
              <a:spcAft>
                <a:spcPts val="0"/>
              </a:spcAft>
              <a:buFontTx/>
              <a:buNone/>
              <a:defRPr sz="2400" b="0" spc="-100">
                <a:solidFill>
                  <a:schemeClr val="bg1"/>
                </a:solidFill>
                <a:latin typeface="+mn-lt"/>
              </a:defRPr>
            </a:lvl2pPr>
            <a:lvl3pPr marL="0" indent="0" algn="ctr">
              <a:lnSpc>
                <a:spcPct val="100000"/>
              </a:lnSpc>
              <a:spcAft>
                <a:spcPts val="0"/>
              </a:spcAft>
              <a:buFontTx/>
              <a:buNone/>
              <a:defRPr sz="2400" b="0" spc="-100">
                <a:solidFill>
                  <a:schemeClr val="bg1"/>
                </a:solidFill>
                <a:latin typeface="+mn-lt"/>
              </a:defRPr>
            </a:lvl3pPr>
            <a:lvl4pPr marL="0" indent="0" algn="ctr">
              <a:lnSpc>
                <a:spcPct val="100000"/>
              </a:lnSpc>
              <a:spcAft>
                <a:spcPts val="0"/>
              </a:spcAft>
              <a:buFontTx/>
              <a:buNone/>
              <a:defRPr sz="2400" b="0" spc="-100">
                <a:solidFill>
                  <a:schemeClr val="bg1"/>
                </a:solidFill>
                <a:latin typeface="+mn-lt"/>
              </a:defRPr>
            </a:lvl4pPr>
            <a:lvl5pPr marL="0" indent="0" algn="ctr">
              <a:lnSpc>
                <a:spcPct val="100000"/>
              </a:lnSpc>
              <a:spcAft>
                <a:spcPts val="0"/>
              </a:spcAft>
              <a:buFontTx/>
              <a:buNone/>
              <a:defRPr sz="2400" b="0" spc="-100">
                <a:solidFill>
                  <a:schemeClr val="bg1"/>
                </a:solidFill>
                <a:latin typeface="+mn-lt"/>
              </a:defRPr>
            </a:lvl5pPr>
            <a:lvl6pPr marL="0" indent="0" algn="ctr">
              <a:lnSpc>
                <a:spcPct val="100000"/>
              </a:lnSpc>
              <a:spcAft>
                <a:spcPts val="0"/>
              </a:spcAft>
              <a:buFontTx/>
              <a:buNone/>
              <a:defRPr sz="2400" b="0" spc="-100">
                <a:solidFill>
                  <a:schemeClr val="bg1"/>
                </a:solidFill>
                <a:latin typeface="+mn-lt"/>
              </a:defRPr>
            </a:lvl6pPr>
            <a:lvl7pPr marL="0" indent="0" algn="ctr">
              <a:lnSpc>
                <a:spcPct val="100000"/>
              </a:lnSpc>
              <a:spcAft>
                <a:spcPts val="0"/>
              </a:spcAft>
              <a:buFontTx/>
              <a:buNone/>
              <a:defRPr sz="2400" b="0" spc="-100">
                <a:solidFill>
                  <a:schemeClr val="bg1"/>
                </a:solidFill>
              </a:defRPr>
            </a:lvl7pPr>
            <a:lvl8pPr marL="0" indent="0" algn="ctr">
              <a:lnSpc>
                <a:spcPct val="100000"/>
              </a:lnSpc>
              <a:spcAft>
                <a:spcPts val="0"/>
              </a:spcAft>
              <a:buFontTx/>
              <a:buNone/>
              <a:defRPr sz="2400" b="0" spc="-100">
                <a:solidFill>
                  <a:schemeClr val="bg1"/>
                </a:solidFill>
              </a:defRPr>
            </a:lvl8pPr>
            <a:lvl9pPr marL="0" indent="0" algn="ctr">
              <a:lnSpc>
                <a:spcPct val="100000"/>
              </a:lnSpc>
              <a:spcAft>
                <a:spcPts val="0"/>
              </a:spcAft>
              <a:buFontTx/>
              <a:buNone/>
              <a:defRPr sz="2400" b="0" spc="-100">
                <a:solidFill>
                  <a:schemeClr val="bg1"/>
                </a:solidFill>
              </a:defRPr>
            </a:lvl9pPr>
          </a:lstStyle>
          <a:p>
            <a:pPr lvl="0"/>
            <a:r>
              <a:rPr lang="de-DE" dirty="0"/>
              <a:t>0</a:t>
            </a:r>
          </a:p>
        </p:txBody>
      </p:sp>
      <p:sp>
        <p:nvSpPr>
          <p:cNvPr id="14" name="Textplatzhalter 13">
            <a:extLst>
              <a:ext uri="{FF2B5EF4-FFF2-40B4-BE49-F238E27FC236}">
                <a16:creationId xmlns:a16="http://schemas.microsoft.com/office/drawing/2014/main" id="{4661D413-0E66-4F1F-BDCF-544DC8E41603}"/>
              </a:ext>
            </a:extLst>
          </p:cNvPr>
          <p:cNvSpPr>
            <a:spLocks noGrp="1"/>
          </p:cNvSpPr>
          <p:nvPr>
            <p:ph type="body" sz="quarter" idx="43" hasCustomPrompt="1"/>
          </p:nvPr>
        </p:nvSpPr>
        <p:spPr bwMode="gray">
          <a:xfrm>
            <a:off x="1343025" y="1989138"/>
            <a:ext cx="4104000" cy="576000"/>
          </a:xfrm>
        </p:spPr>
        <p:txBody>
          <a:bodyPr tIns="36000"/>
          <a:lstStyle>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defRPr>
            </a:lvl2pPr>
            <a:lvl3pPr marL="0" indent="0">
              <a:lnSpc>
                <a:spcPct val="100000"/>
              </a:lnSpc>
              <a:spcAft>
                <a:spcPts val="0"/>
              </a:spcAft>
              <a:buFontTx/>
              <a:buNone/>
              <a:defRPr sz="1600">
                <a:solidFill>
                  <a:schemeClr val="bg1"/>
                </a:solidFill>
                <a:latin typeface="+mn-lt"/>
              </a:defRPr>
            </a:lvl3pPr>
            <a:lvl4pPr marL="0" indent="0">
              <a:lnSpc>
                <a:spcPct val="100000"/>
              </a:lnSpc>
              <a:spcAft>
                <a:spcPts val="0"/>
              </a:spcAft>
              <a:buFontTx/>
              <a:buNone/>
              <a:defRPr sz="1600">
                <a:solidFill>
                  <a:schemeClr val="bg1"/>
                </a:solidFill>
                <a:latin typeface="+mn-lt"/>
              </a:defRPr>
            </a:lvl4pPr>
            <a:lvl5pPr marL="0" indent="0">
              <a:lnSpc>
                <a:spcPct val="100000"/>
              </a:lnSpc>
              <a:spcAft>
                <a:spcPts val="0"/>
              </a:spcAft>
              <a:buFontTx/>
              <a:buNone/>
              <a:defRPr sz="1600">
                <a:solidFill>
                  <a:schemeClr val="bg1"/>
                </a:solidFill>
                <a:latin typeface="+mn-lt"/>
              </a:defRPr>
            </a:lvl5pPr>
            <a:lvl6pPr marL="0" indent="0">
              <a:lnSpc>
                <a:spcPct val="100000"/>
              </a:lnSpc>
              <a:spcAft>
                <a:spcPts val="0"/>
              </a:spcAft>
              <a:buFontTx/>
              <a:buNone/>
              <a:defRPr sz="1600">
                <a:solidFill>
                  <a:schemeClr val="bg1"/>
                </a:solidFill>
                <a:latin typeface="+mn-lt"/>
              </a:defRPr>
            </a:lvl6pPr>
            <a:lvl7pPr marL="0" indent="0">
              <a:lnSpc>
                <a:spcPct val="100000"/>
              </a:lnSpc>
              <a:spcAft>
                <a:spcPts val="0"/>
              </a:spcAft>
              <a:buFontTx/>
              <a:buNone/>
              <a:defRPr sz="1600">
                <a:solidFill>
                  <a:schemeClr val="bg1"/>
                </a:solidFill>
                <a:latin typeface="+mn-lt"/>
              </a:defRPr>
            </a:lvl7pPr>
            <a:lvl8pPr marL="0" indent="0">
              <a:lnSpc>
                <a:spcPct val="100000"/>
              </a:lnSpc>
              <a:spcAft>
                <a:spcPts val="0"/>
              </a:spcAft>
              <a:buFontTx/>
              <a:buNone/>
              <a:defRPr sz="1600">
                <a:solidFill>
                  <a:schemeClr val="bg1"/>
                </a:solidFill>
                <a:latin typeface="+mn-lt"/>
              </a:defRPr>
            </a:lvl8pPr>
            <a:lvl9pPr marL="0" indent="0">
              <a:lnSpc>
                <a:spcPct val="100000"/>
              </a:lnSpc>
              <a:spcAft>
                <a:spcPts val="0"/>
              </a:spcAft>
              <a:buFontTx/>
              <a:buNone/>
              <a:defRPr sz="1600">
                <a:solidFill>
                  <a:schemeClr val="bg1"/>
                </a:solidFill>
                <a:latin typeface="+mn-lt"/>
              </a:defRPr>
            </a:lvl9pPr>
          </a:lstStyle>
          <a:p>
            <a:pPr lvl="0"/>
            <a:r>
              <a:rPr lang="de-DE" dirty="0" err="1"/>
              <a:t>Agendapunkt</a:t>
            </a:r>
            <a:r>
              <a:rPr lang="de-DE" dirty="0"/>
              <a:t> hinzufügen</a:t>
            </a:r>
          </a:p>
          <a:p>
            <a:pPr lvl="1"/>
            <a:r>
              <a:rPr lang="de-DE" dirty="0"/>
              <a:t>Zweite Ebene</a:t>
            </a:r>
          </a:p>
        </p:txBody>
      </p:sp>
      <p:sp>
        <p:nvSpPr>
          <p:cNvPr id="55" name="Textplatzhalter 11">
            <a:extLst>
              <a:ext uri="{FF2B5EF4-FFF2-40B4-BE49-F238E27FC236}">
                <a16:creationId xmlns:a16="http://schemas.microsoft.com/office/drawing/2014/main" id="{848F521B-39B8-C384-EC58-F527D568DB2D}"/>
              </a:ext>
            </a:extLst>
          </p:cNvPr>
          <p:cNvSpPr>
            <a:spLocks noGrp="1" noChangeAspect="1"/>
          </p:cNvSpPr>
          <p:nvPr>
            <p:ph type="body" sz="quarter" idx="44" hasCustomPrompt="1"/>
          </p:nvPr>
        </p:nvSpPr>
        <p:spPr bwMode="gray">
          <a:xfrm>
            <a:off x="695400" y="2710654"/>
            <a:ext cx="432000" cy="432000"/>
          </a:xfrm>
          <a:prstGeom prst="ellipse">
            <a:avLst/>
          </a:prstGeom>
          <a:solidFill>
            <a:schemeClr val="bg1">
              <a:alpha val="0"/>
            </a:schemeClr>
          </a:solidFill>
          <a:ln w="12700">
            <a:solidFill>
              <a:schemeClr val="bg1"/>
            </a:solidFill>
          </a:ln>
        </p:spPr>
        <p:txBody>
          <a:bodyPr wrap="none" anchor="ctr"/>
          <a:lstStyle>
            <a:lvl1pPr marL="0" indent="0" algn="ctr">
              <a:lnSpc>
                <a:spcPct val="100000"/>
              </a:lnSpc>
              <a:spcAft>
                <a:spcPts val="0"/>
              </a:spcAft>
              <a:buFontTx/>
              <a:buNone/>
              <a:defRPr sz="2400" spc="-100">
                <a:solidFill>
                  <a:schemeClr val="bg1"/>
                </a:solidFill>
                <a:latin typeface="+mn-lt"/>
              </a:defRPr>
            </a:lvl1pPr>
            <a:lvl2pPr marL="0" indent="0" algn="ctr">
              <a:lnSpc>
                <a:spcPct val="100000"/>
              </a:lnSpc>
              <a:spcAft>
                <a:spcPts val="0"/>
              </a:spcAft>
              <a:buFontTx/>
              <a:buNone/>
              <a:defRPr sz="2400" spc="-100">
                <a:solidFill>
                  <a:schemeClr val="bg1"/>
                </a:solidFill>
                <a:latin typeface="+mn-lt"/>
              </a:defRPr>
            </a:lvl2pPr>
            <a:lvl3pPr marL="0" indent="0" algn="ctr">
              <a:lnSpc>
                <a:spcPct val="100000"/>
              </a:lnSpc>
              <a:spcAft>
                <a:spcPts val="0"/>
              </a:spcAft>
              <a:buFontTx/>
              <a:buNone/>
              <a:defRPr sz="2400" spc="-100">
                <a:solidFill>
                  <a:schemeClr val="bg1"/>
                </a:solidFill>
                <a:latin typeface="+mn-lt"/>
              </a:defRPr>
            </a:lvl3pPr>
            <a:lvl4pPr marL="0" indent="0" algn="ctr">
              <a:lnSpc>
                <a:spcPct val="100000"/>
              </a:lnSpc>
              <a:spcAft>
                <a:spcPts val="0"/>
              </a:spcAft>
              <a:buFontTx/>
              <a:buNone/>
              <a:defRPr sz="2400" spc="-100">
                <a:solidFill>
                  <a:schemeClr val="bg1"/>
                </a:solidFill>
                <a:latin typeface="+mn-lt"/>
              </a:defRPr>
            </a:lvl4pPr>
            <a:lvl5pPr marL="0" indent="0" algn="ctr">
              <a:lnSpc>
                <a:spcPct val="100000"/>
              </a:lnSpc>
              <a:spcAft>
                <a:spcPts val="0"/>
              </a:spcAft>
              <a:buFontTx/>
              <a:buNone/>
              <a:defRPr sz="2400" spc="-100">
                <a:solidFill>
                  <a:schemeClr val="bg1"/>
                </a:solidFill>
                <a:latin typeface="+mn-lt"/>
              </a:defRPr>
            </a:lvl5pPr>
            <a:lvl6pPr marL="0" indent="0" algn="ctr">
              <a:lnSpc>
                <a:spcPct val="100000"/>
              </a:lnSpc>
              <a:spcAft>
                <a:spcPts val="0"/>
              </a:spcAft>
              <a:buFontTx/>
              <a:buNone/>
              <a:defRPr sz="2400" spc="-100">
                <a:solidFill>
                  <a:schemeClr val="bg1"/>
                </a:solidFill>
                <a:latin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a:pPr lvl="0"/>
            <a:r>
              <a:rPr lang="de-DE" dirty="0"/>
              <a:t>0</a:t>
            </a:r>
          </a:p>
        </p:txBody>
      </p:sp>
      <p:sp>
        <p:nvSpPr>
          <p:cNvPr id="56" name="Textplatzhalter 13">
            <a:extLst>
              <a:ext uri="{FF2B5EF4-FFF2-40B4-BE49-F238E27FC236}">
                <a16:creationId xmlns:a16="http://schemas.microsoft.com/office/drawing/2014/main" id="{E8F4BD5F-1C4A-8B6C-2099-CC593181B9D2}"/>
              </a:ext>
            </a:extLst>
          </p:cNvPr>
          <p:cNvSpPr>
            <a:spLocks noGrp="1"/>
          </p:cNvSpPr>
          <p:nvPr>
            <p:ph type="body" sz="quarter" idx="45" hasCustomPrompt="1"/>
          </p:nvPr>
        </p:nvSpPr>
        <p:spPr bwMode="gray">
          <a:xfrm>
            <a:off x="1343100" y="2780992"/>
            <a:ext cx="4104000" cy="576000"/>
          </a:xfrm>
        </p:spPr>
        <p:txBody>
          <a:bodyPr tIns="36000"/>
          <a:lstStyle>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defRPr>
            </a:lvl2pPr>
            <a:lvl3pPr marL="0" indent="0">
              <a:lnSpc>
                <a:spcPct val="100000"/>
              </a:lnSpc>
              <a:spcAft>
                <a:spcPts val="0"/>
              </a:spcAft>
              <a:buFontTx/>
              <a:buNone/>
              <a:defRPr sz="1600">
                <a:solidFill>
                  <a:schemeClr val="bg1"/>
                </a:solidFill>
                <a:latin typeface="+mn-lt"/>
              </a:defRPr>
            </a:lvl3pPr>
            <a:lvl4pPr marL="0" indent="0">
              <a:lnSpc>
                <a:spcPct val="100000"/>
              </a:lnSpc>
              <a:spcAft>
                <a:spcPts val="0"/>
              </a:spcAft>
              <a:buFontTx/>
              <a:buNone/>
              <a:defRPr sz="1600">
                <a:solidFill>
                  <a:schemeClr val="bg1"/>
                </a:solidFill>
                <a:latin typeface="+mn-lt"/>
              </a:defRPr>
            </a:lvl4pPr>
            <a:lvl5pPr marL="0" indent="0">
              <a:lnSpc>
                <a:spcPct val="100000"/>
              </a:lnSpc>
              <a:spcAft>
                <a:spcPts val="0"/>
              </a:spcAft>
              <a:buFontTx/>
              <a:buNone/>
              <a:defRPr sz="1600">
                <a:solidFill>
                  <a:schemeClr val="bg1"/>
                </a:solidFill>
                <a:latin typeface="+mn-lt"/>
              </a:defRPr>
            </a:lvl5pPr>
            <a:lvl6pPr marL="0" indent="0">
              <a:lnSpc>
                <a:spcPct val="100000"/>
              </a:lnSpc>
              <a:spcAft>
                <a:spcPts val="0"/>
              </a:spcAft>
              <a:buFontTx/>
              <a:buNone/>
              <a:defRPr sz="1600">
                <a:solidFill>
                  <a:schemeClr val="bg1"/>
                </a:solidFill>
                <a:latin typeface="+mn-lt"/>
              </a:defRPr>
            </a:lvl6pPr>
            <a:lvl7pPr marL="0" indent="0">
              <a:lnSpc>
                <a:spcPct val="100000"/>
              </a:lnSpc>
              <a:spcAft>
                <a:spcPts val="0"/>
              </a:spcAft>
              <a:buFontTx/>
              <a:buNone/>
              <a:defRPr sz="1600">
                <a:solidFill>
                  <a:schemeClr val="bg1"/>
                </a:solidFill>
                <a:latin typeface="+mn-lt"/>
              </a:defRPr>
            </a:lvl7pPr>
            <a:lvl8pPr marL="0" indent="0">
              <a:lnSpc>
                <a:spcPct val="100000"/>
              </a:lnSpc>
              <a:spcAft>
                <a:spcPts val="0"/>
              </a:spcAft>
              <a:buFontTx/>
              <a:buNone/>
              <a:defRPr sz="1600">
                <a:solidFill>
                  <a:schemeClr val="bg1"/>
                </a:solidFill>
                <a:latin typeface="+mn-lt"/>
              </a:defRPr>
            </a:lvl8pPr>
            <a:lvl9pPr marL="0" indent="0">
              <a:lnSpc>
                <a:spcPct val="100000"/>
              </a:lnSpc>
              <a:spcAft>
                <a:spcPts val="0"/>
              </a:spcAft>
              <a:buFontTx/>
              <a:buNone/>
              <a:defRPr sz="1600">
                <a:solidFill>
                  <a:schemeClr val="bg1"/>
                </a:solidFill>
                <a:latin typeface="+mn-lt"/>
              </a:defRPr>
            </a:lvl9pPr>
          </a:lstStyle>
          <a:p>
            <a:pPr lvl="0"/>
            <a:r>
              <a:rPr lang="de-DE" dirty="0" err="1"/>
              <a:t>Agendapunkt</a:t>
            </a:r>
            <a:r>
              <a:rPr lang="de-DE" dirty="0"/>
              <a:t> hinzufügen</a:t>
            </a:r>
          </a:p>
          <a:p>
            <a:pPr lvl="1"/>
            <a:r>
              <a:rPr lang="de-DE" dirty="0"/>
              <a:t>Zweite Ebene</a:t>
            </a:r>
          </a:p>
        </p:txBody>
      </p:sp>
      <p:sp>
        <p:nvSpPr>
          <p:cNvPr id="57" name="Textplatzhalter 11">
            <a:extLst>
              <a:ext uri="{FF2B5EF4-FFF2-40B4-BE49-F238E27FC236}">
                <a16:creationId xmlns:a16="http://schemas.microsoft.com/office/drawing/2014/main" id="{979D588B-CA15-1104-4F4F-9EC757C45850}"/>
              </a:ext>
            </a:extLst>
          </p:cNvPr>
          <p:cNvSpPr>
            <a:spLocks noGrp="1" noChangeAspect="1"/>
          </p:cNvSpPr>
          <p:nvPr>
            <p:ph type="body" sz="quarter" idx="46" hasCustomPrompt="1"/>
          </p:nvPr>
        </p:nvSpPr>
        <p:spPr bwMode="gray">
          <a:xfrm>
            <a:off x="695475" y="3502508"/>
            <a:ext cx="432000" cy="432000"/>
          </a:xfrm>
          <a:prstGeom prst="ellipse">
            <a:avLst/>
          </a:prstGeom>
          <a:solidFill>
            <a:schemeClr val="bg1">
              <a:alpha val="0"/>
            </a:schemeClr>
          </a:solidFill>
          <a:ln w="12700">
            <a:solidFill>
              <a:schemeClr val="bg1"/>
            </a:solidFill>
          </a:ln>
        </p:spPr>
        <p:txBody>
          <a:bodyPr wrap="none" anchor="ctr"/>
          <a:lstStyle>
            <a:lvl1pPr marL="0" indent="0" algn="ctr">
              <a:lnSpc>
                <a:spcPct val="100000"/>
              </a:lnSpc>
              <a:spcAft>
                <a:spcPts val="0"/>
              </a:spcAft>
              <a:buFontTx/>
              <a:buNone/>
              <a:defRPr sz="2400" spc="-100">
                <a:solidFill>
                  <a:schemeClr val="bg1"/>
                </a:solidFill>
                <a:latin typeface="+mn-lt"/>
              </a:defRPr>
            </a:lvl1pPr>
            <a:lvl2pPr marL="0" indent="0" algn="ctr">
              <a:lnSpc>
                <a:spcPct val="100000"/>
              </a:lnSpc>
              <a:spcAft>
                <a:spcPts val="0"/>
              </a:spcAft>
              <a:buFontTx/>
              <a:buNone/>
              <a:defRPr sz="2400" spc="-100">
                <a:solidFill>
                  <a:schemeClr val="bg1"/>
                </a:solidFill>
                <a:latin typeface="+mn-lt"/>
              </a:defRPr>
            </a:lvl2pPr>
            <a:lvl3pPr marL="0" indent="0" algn="ctr">
              <a:lnSpc>
                <a:spcPct val="100000"/>
              </a:lnSpc>
              <a:spcAft>
                <a:spcPts val="0"/>
              </a:spcAft>
              <a:buFontTx/>
              <a:buNone/>
              <a:defRPr sz="2400" spc="-100">
                <a:solidFill>
                  <a:schemeClr val="bg1"/>
                </a:solidFill>
                <a:latin typeface="+mn-lt"/>
              </a:defRPr>
            </a:lvl3pPr>
            <a:lvl4pPr marL="0" indent="0" algn="ctr">
              <a:lnSpc>
                <a:spcPct val="100000"/>
              </a:lnSpc>
              <a:spcAft>
                <a:spcPts val="0"/>
              </a:spcAft>
              <a:buFontTx/>
              <a:buNone/>
              <a:defRPr sz="2400" spc="-100">
                <a:solidFill>
                  <a:schemeClr val="bg1"/>
                </a:solidFill>
                <a:latin typeface="+mn-lt"/>
              </a:defRPr>
            </a:lvl4pPr>
            <a:lvl5pPr marL="0" indent="0" algn="ctr">
              <a:lnSpc>
                <a:spcPct val="100000"/>
              </a:lnSpc>
              <a:spcAft>
                <a:spcPts val="0"/>
              </a:spcAft>
              <a:buFontTx/>
              <a:buNone/>
              <a:defRPr sz="2400" spc="-100">
                <a:solidFill>
                  <a:schemeClr val="bg1"/>
                </a:solidFill>
                <a:latin typeface="+mn-lt"/>
              </a:defRPr>
            </a:lvl5pPr>
            <a:lvl6pPr marL="0" indent="0" algn="ctr">
              <a:lnSpc>
                <a:spcPct val="100000"/>
              </a:lnSpc>
              <a:spcAft>
                <a:spcPts val="0"/>
              </a:spcAft>
              <a:buFontTx/>
              <a:buNone/>
              <a:defRPr sz="2400" spc="-100">
                <a:solidFill>
                  <a:schemeClr val="bg1"/>
                </a:solidFill>
                <a:latin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a:pPr lvl="0"/>
            <a:r>
              <a:rPr lang="de-DE" dirty="0"/>
              <a:t>0</a:t>
            </a:r>
          </a:p>
        </p:txBody>
      </p:sp>
      <p:sp>
        <p:nvSpPr>
          <p:cNvPr id="58" name="Textplatzhalter 13">
            <a:extLst>
              <a:ext uri="{FF2B5EF4-FFF2-40B4-BE49-F238E27FC236}">
                <a16:creationId xmlns:a16="http://schemas.microsoft.com/office/drawing/2014/main" id="{30882819-FCAE-8E4F-0B19-D6FCABA16D44}"/>
              </a:ext>
            </a:extLst>
          </p:cNvPr>
          <p:cNvSpPr>
            <a:spLocks noGrp="1"/>
          </p:cNvSpPr>
          <p:nvPr>
            <p:ph type="body" sz="quarter" idx="47" hasCustomPrompt="1"/>
          </p:nvPr>
        </p:nvSpPr>
        <p:spPr bwMode="gray">
          <a:xfrm>
            <a:off x="1343175" y="3572846"/>
            <a:ext cx="4104000" cy="576000"/>
          </a:xfrm>
        </p:spPr>
        <p:txBody>
          <a:bodyPr tIns="36000"/>
          <a:lstStyle>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defRPr>
            </a:lvl2pPr>
            <a:lvl3pPr marL="0" indent="0">
              <a:lnSpc>
                <a:spcPct val="100000"/>
              </a:lnSpc>
              <a:spcAft>
                <a:spcPts val="0"/>
              </a:spcAft>
              <a:buFontTx/>
              <a:buNone/>
              <a:defRPr sz="1600">
                <a:solidFill>
                  <a:schemeClr val="bg1"/>
                </a:solidFill>
                <a:latin typeface="+mn-lt"/>
              </a:defRPr>
            </a:lvl3pPr>
            <a:lvl4pPr marL="0" indent="0">
              <a:lnSpc>
                <a:spcPct val="100000"/>
              </a:lnSpc>
              <a:spcAft>
                <a:spcPts val="0"/>
              </a:spcAft>
              <a:buFontTx/>
              <a:buNone/>
              <a:defRPr sz="1600">
                <a:solidFill>
                  <a:schemeClr val="bg1"/>
                </a:solidFill>
                <a:latin typeface="+mn-lt"/>
              </a:defRPr>
            </a:lvl4pPr>
            <a:lvl5pPr marL="0" indent="0">
              <a:lnSpc>
                <a:spcPct val="100000"/>
              </a:lnSpc>
              <a:spcAft>
                <a:spcPts val="0"/>
              </a:spcAft>
              <a:buFontTx/>
              <a:buNone/>
              <a:defRPr sz="1600">
                <a:solidFill>
                  <a:schemeClr val="bg1"/>
                </a:solidFill>
                <a:latin typeface="+mn-lt"/>
              </a:defRPr>
            </a:lvl5pPr>
            <a:lvl6pPr marL="0" indent="0">
              <a:lnSpc>
                <a:spcPct val="100000"/>
              </a:lnSpc>
              <a:spcAft>
                <a:spcPts val="0"/>
              </a:spcAft>
              <a:buFontTx/>
              <a:buNone/>
              <a:defRPr sz="1600">
                <a:solidFill>
                  <a:schemeClr val="bg1"/>
                </a:solidFill>
                <a:latin typeface="+mn-lt"/>
              </a:defRPr>
            </a:lvl6pPr>
            <a:lvl7pPr marL="0" indent="0">
              <a:lnSpc>
                <a:spcPct val="100000"/>
              </a:lnSpc>
              <a:spcAft>
                <a:spcPts val="0"/>
              </a:spcAft>
              <a:buFontTx/>
              <a:buNone/>
              <a:defRPr sz="1600">
                <a:solidFill>
                  <a:schemeClr val="bg1"/>
                </a:solidFill>
                <a:latin typeface="+mn-lt"/>
              </a:defRPr>
            </a:lvl7pPr>
            <a:lvl8pPr marL="0" indent="0">
              <a:lnSpc>
                <a:spcPct val="100000"/>
              </a:lnSpc>
              <a:spcAft>
                <a:spcPts val="0"/>
              </a:spcAft>
              <a:buFontTx/>
              <a:buNone/>
              <a:defRPr sz="1600">
                <a:solidFill>
                  <a:schemeClr val="bg1"/>
                </a:solidFill>
                <a:latin typeface="+mn-lt"/>
              </a:defRPr>
            </a:lvl8pPr>
            <a:lvl9pPr marL="0" indent="0">
              <a:lnSpc>
                <a:spcPct val="100000"/>
              </a:lnSpc>
              <a:spcAft>
                <a:spcPts val="0"/>
              </a:spcAft>
              <a:buFontTx/>
              <a:buNone/>
              <a:defRPr sz="1600">
                <a:solidFill>
                  <a:schemeClr val="bg1"/>
                </a:solidFill>
                <a:latin typeface="+mn-lt"/>
              </a:defRPr>
            </a:lvl9pPr>
          </a:lstStyle>
          <a:p>
            <a:pPr lvl="0"/>
            <a:r>
              <a:rPr lang="de-DE" dirty="0" err="1"/>
              <a:t>Agendapunkt</a:t>
            </a:r>
            <a:r>
              <a:rPr lang="de-DE" dirty="0"/>
              <a:t> hinzufügen</a:t>
            </a:r>
          </a:p>
          <a:p>
            <a:pPr lvl="1"/>
            <a:r>
              <a:rPr lang="de-DE" dirty="0"/>
              <a:t>Zweite Ebene</a:t>
            </a:r>
          </a:p>
        </p:txBody>
      </p:sp>
      <p:sp>
        <p:nvSpPr>
          <p:cNvPr id="59" name="Textplatzhalter 11">
            <a:extLst>
              <a:ext uri="{FF2B5EF4-FFF2-40B4-BE49-F238E27FC236}">
                <a16:creationId xmlns:a16="http://schemas.microsoft.com/office/drawing/2014/main" id="{8422E9F6-0DC5-0919-45EC-1F60B0C9D85F}"/>
              </a:ext>
            </a:extLst>
          </p:cNvPr>
          <p:cNvSpPr>
            <a:spLocks noGrp="1" noChangeAspect="1"/>
          </p:cNvSpPr>
          <p:nvPr>
            <p:ph type="body" sz="quarter" idx="48" hasCustomPrompt="1"/>
          </p:nvPr>
        </p:nvSpPr>
        <p:spPr bwMode="gray">
          <a:xfrm>
            <a:off x="695550" y="4294362"/>
            <a:ext cx="432000" cy="432000"/>
          </a:xfrm>
          <a:prstGeom prst="ellipse">
            <a:avLst/>
          </a:prstGeom>
          <a:solidFill>
            <a:schemeClr val="bg1">
              <a:alpha val="0"/>
            </a:schemeClr>
          </a:solidFill>
          <a:ln w="12700">
            <a:solidFill>
              <a:schemeClr val="bg1"/>
            </a:solidFill>
          </a:ln>
        </p:spPr>
        <p:txBody>
          <a:bodyPr wrap="none" anchor="ctr"/>
          <a:lstStyle>
            <a:lvl1pPr marL="0" indent="0" algn="ctr">
              <a:lnSpc>
                <a:spcPct val="100000"/>
              </a:lnSpc>
              <a:spcAft>
                <a:spcPts val="0"/>
              </a:spcAft>
              <a:buFontTx/>
              <a:buNone/>
              <a:defRPr sz="2400" spc="-100">
                <a:solidFill>
                  <a:schemeClr val="bg1"/>
                </a:solidFill>
                <a:latin typeface="+mn-lt"/>
              </a:defRPr>
            </a:lvl1pPr>
            <a:lvl2pPr marL="0" indent="0" algn="ctr">
              <a:lnSpc>
                <a:spcPct val="100000"/>
              </a:lnSpc>
              <a:spcAft>
                <a:spcPts val="0"/>
              </a:spcAft>
              <a:buFontTx/>
              <a:buNone/>
              <a:defRPr sz="2400" spc="-100">
                <a:solidFill>
                  <a:schemeClr val="bg1"/>
                </a:solidFill>
                <a:latin typeface="+mn-lt"/>
              </a:defRPr>
            </a:lvl2pPr>
            <a:lvl3pPr marL="0" indent="0" algn="ctr">
              <a:lnSpc>
                <a:spcPct val="100000"/>
              </a:lnSpc>
              <a:spcAft>
                <a:spcPts val="0"/>
              </a:spcAft>
              <a:buFontTx/>
              <a:buNone/>
              <a:defRPr sz="2400" spc="-100">
                <a:solidFill>
                  <a:schemeClr val="bg1"/>
                </a:solidFill>
                <a:latin typeface="+mn-lt"/>
              </a:defRPr>
            </a:lvl3pPr>
            <a:lvl4pPr marL="0" indent="0" algn="ctr">
              <a:lnSpc>
                <a:spcPct val="100000"/>
              </a:lnSpc>
              <a:spcAft>
                <a:spcPts val="0"/>
              </a:spcAft>
              <a:buFontTx/>
              <a:buNone/>
              <a:defRPr sz="2400" spc="-100">
                <a:solidFill>
                  <a:schemeClr val="bg1"/>
                </a:solidFill>
                <a:latin typeface="+mn-lt"/>
              </a:defRPr>
            </a:lvl4pPr>
            <a:lvl5pPr marL="0" indent="0" algn="ctr">
              <a:lnSpc>
                <a:spcPct val="100000"/>
              </a:lnSpc>
              <a:spcAft>
                <a:spcPts val="0"/>
              </a:spcAft>
              <a:buFontTx/>
              <a:buNone/>
              <a:defRPr sz="2400" spc="-100">
                <a:solidFill>
                  <a:schemeClr val="bg1"/>
                </a:solidFill>
                <a:latin typeface="+mn-lt"/>
              </a:defRPr>
            </a:lvl5pPr>
            <a:lvl6pPr marL="0" indent="0" algn="ctr">
              <a:lnSpc>
                <a:spcPct val="100000"/>
              </a:lnSpc>
              <a:spcAft>
                <a:spcPts val="0"/>
              </a:spcAft>
              <a:buFontTx/>
              <a:buNone/>
              <a:defRPr sz="2400" spc="-100">
                <a:solidFill>
                  <a:schemeClr val="bg1"/>
                </a:solidFill>
                <a:latin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a:pPr lvl="0"/>
            <a:r>
              <a:rPr lang="de-DE" dirty="0"/>
              <a:t>0</a:t>
            </a:r>
          </a:p>
        </p:txBody>
      </p:sp>
      <p:sp>
        <p:nvSpPr>
          <p:cNvPr id="60" name="Textplatzhalter 13">
            <a:extLst>
              <a:ext uri="{FF2B5EF4-FFF2-40B4-BE49-F238E27FC236}">
                <a16:creationId xmlns:a16="http://schemas.microsoft.com/office/drawing/2014/main" id="{528963C8-197A-FDA1-BD48-0B464D020A08}"/>
              </a:ext>
            </a:extLst>
          </p:cNvPr>
          <p:cNvSpPr>
            <a:spLocks noGrp="1"/>
          </p:cNvSpPr>
          <p:nvPr>
            <p:ph type="body" sz="quarter" idx="49" hasCustomPrompt="1"/>
          </p:nvPr>
        </p:nvSpPr>
        <p:spPr bwMode="gray">
          <a:xfrm>
            <a:off x="1343250" y="4364700"/>
            <a:ext cx="4104000" cy="576000"/>
          </a:xfrm>
        </p:spPr>
        <p:txBody>
          <a:bodyPr tIns="36000"/>
          <a:lstStyle>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defRPr>
            </a:lvl2pPr>
            <a:lvl3pPr marL="0" indent="0">
              <a:lnSpc>
                <a:spcPct val="100000"/>
              </a:lnSpc>
              <a:spcAft>
                <a:spcPts val="0"/>
              </a:spcAft>
              <a:buFontTx/>
              <a:buNone/>
              <a:defRPr sz="1600">
                <a:solidFill>
                  <a:schemeClr val="bg1"/>
                </a:solidFill>
                <a:latin typeface="+mn-lt"/>
              </a:defRPr>
            </a:lvl3pPr>
            <a:lvl4pPr marL="0" indent="0">
              <a:lnSpc>
                <a:spcPct val="100000"/>
              </a:lnSpc>
              <a:spcAft>
                <a:spcPts val="0"/>
              </a:spcAft>
              <a:buFontTx/>
              <a:buNone/>
              <a:defRPr sz="1600">
                <a:solidFill>
                  <a:schemeClr val="bg1"/>
                </a:solidFill>
                <a:latin typeface="+mn-lt"/>
              </a:defRPr>
            </a:lvl4pPr>
            <a:lvl5pPr marL="0" indent="0">
              <a:lnSpc>
                <a:spcPct val="100000"/>
              </a:lnSpc>
              <a:spcAft>
                <a:spcPts val="0"/>
              </a:spcAft>
              <a:buFontTx/>
              <a:buNone/>
              <a:defRPr sz="1600">
                <a:solidFill>
                  <a:schemeClr val="bg1"/>
                </a:solidFill>
                <a:latin typeface="+mn-lt"/>
              </a:defRPr>
            </a:lvl5pPr>
            <a:lvl6pPr marL="0" indent="0">
              <a:lnSpc>
                <a:spcPct val="100000"/>
              </a:lnSpc>
              <a:spcAft>
                <a:spcPts val="0"/>
              </a:spcAft>
              <a:buFontTx/>
              <a:buNone/>
              <a:defRPr sz="1600">
                <a:solidFill>
                  <a:schemeClr val="bg1"/>
                </a:solidFill>
                <a:latin typeface="+mn-lt"/>
              </a:defRPr>
            </a:lvl6pPr>
            <a:lvl7pPr marL="0" indent="0">
              <a:lnSpc>
                <a:spcPct val="100000"/>
              </a:lnSpc>
              <a:spcAft>
                <a:spcPts val="0"/>
              </a:spcAft>
              <a:buFontTx/>
              <a:buNone/>
              <a:defRPr sz="1600">
                <a:solidFill>
                  <a:schemeClr val="bg1"/>
                </a:solidFill>
                <a:latin typeface="+mn-lt"/>
              </a:defRPr>
            </a:lvl7pPr>
            <a:lvl8pPr marL="0" indent="0">
              <a:lnSpc>
                <a:spcPct val="100000"/>
              </a:lnSpc>
              <a:spcAft>
                <a:spcPts val="0"/>
              </a:spcAft>
              <a:buFontTx/>
              <a:buNone/>
              <a:defRPr sz="1600">
                <a:solidFill>
                  <a:schemeClr val="bg1"/>
                </a:solidFill>
                <a:latin typeface="+mn-lt"/>
              </a:defRPr>
            </a:lvl8pPr>
            <a:lvl9pPr marL="0" indent="0">
              <a:lnSpc>
                <a:spcPct val="100000"/>
              </a:lnSpc>
              <a:spcAft>
                <a:spcPts val="0"/>
              </a:spcAft>
              <a:buFontTx/>
              <a:buNone/>
              <a:defRPr sz="1600">
                <a:solidFill>
                  <a:schemeClr val="bg1"/>
                </a:solidFill>
                <a:latin typeface="+mn-lt"/>
              </a:defRPr>
            </a:lvl9pPr>
          </a:lstStyle>
          <a:p>
            <a:pPr lvl="0"/>
            <a:r>
              <a:rPr lang="de-DE" dirty="0" err="1"/>
              <a:t>Agendapunkt</a:t>
            </a:r>
            <a:r>
              <a:rPr lang="de-DE" dirty="0"/>
              <a:t> hinzufügen</a:t>
            </a:r>
          </a:p>
          <a:p>
            <a:pPr lvl="1"/>
            <a:r>
              <a:rPr lang="de-DE" dirty="0"/>
              <a:t>Zweite Ebene</a:t>
            </a:r>
          </a:p>
        </p:txBody>
      </p:sp>
      <p:sp>
        <p:nvSpPr>
          <p:cNvPr id="61" name="Textplatzhalter 11">
            <a:extLst>
              <a:ext uri="{FF2B5EF4-FFF2-40B4-BE49-F238E27FC236}">
                <a16:creationId xmlns:a16="http://schemas.microsoft.com/office/drawing/2014/main" id="{A7C04E35-09E2-3ACF-54B8-1E55B17D49E0}"/>
              </a:ext>
            </a:extLst>
          </p:cNvPr>
          <p:cNvSpPr>
            <a:spLocks noGrp="1" noChangeAspect="1"/>
          </p:cNvSpPr>
          <p:nvPr>
            <p:ph type="body" sz="quarter" idx="50" hasCustomPrompt="1"/>
          </p:nvPr>
        </p:nvSpPr>
        <p:spPr bwMode="gray">
          <a:xfrm>
            <a:off x="695625" y="5086216"/>
            <a:ext cx="432000" cy="432000"/>
          </a:xfrm>
          <a:prstGeom prst="ellipse">
            <a:avLst/>
          </a:prstGeom>
          <a:solidFill>
            <a:schemeClr val="bg1">
              <a:alpha val="0"/>
            </a:schemeClr>
          </a:solidFill>
          <a:ln w="12700">
            <a:solidFill>
              <a:schemeClr val="bg1"/>
            </a:solidFill>
          </a:ln>
        </p:spPr>
        <p:txBody>
          <a:bodyPr wrap="none" anchor="ctr"/>
          <a:lstStyle>
            <a:lvl1pPr marL="0" indent="0" algn="ctr">
              <a:lnSpc>
                <a:spcPct val="100000"/>
              </a:lnSpc>
              <a:spcAft>
                <a:spcPts val="0"/>
              </a:spcAft>
              <a:buFontTx/>
              <a:buNone/>
              <a:defRPr sz="2400" spc="-100">
                <a:solidFill>
                  <a:schemeClr val="bg1"/>
                </a:solidFill>
                <a:latin typeface="+mn-lt"/>
              </a:defRPr>
            </a:lvl1pPr>
            <a:lvl2pPr marL="0" indent="0" algn="ctr">
              <a:lnSpc>
                <a:spcPct val="100000"/>
              </a:lnSpc>
              <a:spcAft>
                <a:spcPts val="0"/>
              </a:spcAft>
              <a:buFontTx/>
              <a:buNone/>
              <a:defRPr sz="2400" spc="-100">
                <a:solidFill>
                  <a:schemeClr val="bg1"/>
                </a:solidFill>
                <a:latin typeface="+mn-lt"/>
              </a:defRPr>
            </a:lvl2pPr>
            <a:lvl3pPr marL="0" indent="0" algn="ctr">
              <a:lnSpc>
                <a:spcPct val="100000"/>
              </a:lnSpc>
              <a:spcAft>
                <a:spcPts val="0"/>
              </a:spcAft>
              <a:buFontTx/>
              <a:buNone/>
              <a:defRPr sz="2400" spc="-100">
                <a:solidFill>
                  <a:schemeClr val="bg1"/>
                </a:solidFill>
                <a:latin typeface="+mn-lt"/>
              </a:defRPr>
            </a:lvl3pPr>
            <a:lvl4pPr marL="0" indent="0" algn="ctr">
              <a:lnSpc>
                <a:spcPct val="100000"/>
              </a:lnSpc>
              <a:spcAft>
                <a:spcPts val="0"/>
              </a:spcAft>
              <a:buFontTx/>
              <a:buNone/>
              <a:defRPr sz="2400" spc="-100">
                <a:solidFill>
                  <a:schemeClr val="bg1"/>
                </a:solidFill>
                <a:latin typeface="+mn-lt"/>
              </a:defRPr>
            </a:lvl4pPr>
            <a:lvl5pPr marL="0" indent="0" algn="ctr">
              <a:lnSpc>
                <a:spcPct val="100000"/>
              </a:lnSpc>
              <a:spcAft>
                <a:spcPts val="0"/>
              </a:spcAft>
              <a:buFontTx/>
              <a:buNone/>
              <a:defRPr sz="2400" spc="-100">
                <a:solidFill>
                  <a:schemeClr val="bg1"/>
                </a:solidFill>
                <a:latin typeface="+mn-lt"/>
              </a:defRPr>
            </a:lvl5pPr>
            <a:lvl6pPr marL="0" indent="0" algn="ctr">
              <a:lnSpc>
                <a:spcPct val="100000"/>
              </a:lnSpc>
              <a:spcAft>
                <a:spcPts val="0"/>
              </a:spcAft>
              <a:buFontTx/>
              <a:buNone/>
              <a:defRPr sz="2400" spc="-100">
                <a:solidFill>
                  <a:schemeClr val="bg1"/>
                </a:solidFill>
                <a:latin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a:pPr lvl="0"/>
            <a:r>
              <a:rPr lang="de-DE" dirty="0"/>
              <a:t>0</a:t>
            </a:r>
          </a:p>
        </p:txBody>
      </p:sp>
      <p:sp>
        <p:nvSpPr>
          <p:cNvPr id="62" name="Textplatzhalter 13">
            <a:extLst>
              <a:ext uri="{FF2B5EF4-FFF2-40B4-BE49-F238E27FC236}">
                <a16:creationId xmlns:a16="http://schemas.microsoft.com/office/drawing/2014/main" id="{0827CBB1-C50B-BFFA-3896-9F6E4C45DA01}"/>
              </a:ext>
            </a:extLst>
          </p:cNvPr>
          <p:cNvSpPr>
            <a:spLocks noGrp="1"/>
          </p:cNvSpPr>
          <p:nvPr>
            <p:ph type="body" sz="quarter" idx="51" hasCustomPrompt="1"/>
          </p:nvPr>
        </p:nvSpPr>
        <p:spPr bwMode="gray">
          <a:xfrm>
            <a:off x="1343325" y="5156554"/>
            <a:ext cx="4104000" cy="576000"/>
          </a:xfrm>
        </p:spPr>
        <p:txBody>
          <a:bodyPr tIns="36000"/>
          <a:lstStyle>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defRPr>
            </a:lvl2pPr>
            <a:lvl3pPr marL="0" indent="0">
              <a:lnSpc>
                <a:spcPct val="100000"/>
              </a:lnSpc>
              <a:spcAft>
                <a:spcPts val="0"/>
              </a:spcAft>
              <a:buFontTx/>
              <a:buNone/>
              <a:defRPr sz="1600">
                <a:solidFill>
                  <a:schemeClr val="bg1"/>
                </a:solidFill>
                <a:latin typeface="+mn-lt"/>
              </a:defRPr>
            </a:lvl3pPr>
            <a:lvl4pPr marL="0" indent="0">
              <a:lnSpc>
                <a:spcPct val="100000"/>
              </a:lnSpc>
              <a:spcAft>
                <a:spcPts val="0"/>
              </a:spcAft>
              <a:buFontTx/>
              <a:buNone/>
              <a:defRPr sz="1600">
                <a:solidFill>
                  <a:schemeClr val="bg1"/>
                </a:solidFill>
                <a:latin typeface="+mn-lt"/>
              </a:defRPr>
            </a:lvl4pPr>
            <a:lvl5pPr marL="0" indent="0">
              <a:lnSpc>
                <a:spcPct val="100000"/>
              </a:lnSpc>
              <a:spcAft>
                <a:spcPts val="0"/>
              </a:spcAft>
              <a:buFontTx/>
              <a:buNone/>
              <a:defRPr sz="1600">
                <a:solidFill>
                  <a:schemeClr val="bg1"/>
                </a:solidFill>
                <a:latin typeface="+mn-lt"/>
              </a:defRPr>
            </a:lvl5pPr>
            <a:lvl6pPr marL="0" indent="0">
              <a:lnSpc>
                <a:spcPct val="100000"/>
              </a:lnSpc>
              <a:spcAft>
                <a:spcPts val="0"/>
              </a:spcAft>
              <a:buFontTx/>
              <a:buNone/>
              <a:defRPr sz="1600">
                <a:solidFill>
                  <a:schemeClr val="bg1"/>
                </a:solidFill>
                <a:latin typeface="+mn-lt"/>
              </a:defRPr>
            </a:lvl6pPr>
            <a:lvl7pPr marL="0" indent="0">
              <a:lnSpc>
                <a:spcPct val="100000"/>
              </a:lnSpc>
              <a:spcAft>
                <a:spcPts val="0"/>
              </a:spcAft>
              <a:buFontTx/>
              <a:buNone/>
              <a:defRPr sz="1600">
                <a:solidFill>
                  <a:schemeClr val="bg1"/>
                </a:solidFill>
                <a:latin typeface="+mn-lt"/>
              </a:defRPr>
            </a:lvl7pPr>
            <a:lvl8pPr marL="0" indent="0">
              <a:lnSpc>
                <a:spcPct val="100000"/>
              </a:lnSpc>
              <a:spcAft>
                <a:spcPts val="0"/>
              </a:spcAft>
              <a:buFontTx/>
              <a:buNone/>
              <a:defRPr sz="1600">
                <a:solidFill>
                  <a:schemeClr val="bg1"/>
                </a:solidFill>
                <a:latin typeface="+mn-lt"/>
              </a:defRPr>
            </a:lvl8pPr>
            <a:lvl9pPr marL="0" indent="0">
              <a:lnSpc>
                <a:spcPct val="100000"/>
              </a:lnSpc>
              <a:spcAft>
                <a:spcPts val="0"/>
              </a:spcAft>
              <a:buFontTx/>
              <a:buNone/>
              <a:defRPr sz="1600">
                <a:solidFill>
                  <a:schemeClr val="bg1"/>
                </a:solidFill>
                <a:latin typeface="+mn-lt"/>
              </a:defRPr>
            </a:lvl9pPr>
          </a:lstStyle>
          <a:p>
            <a:pPr lvl="0"/>
            <a:r>
              <a:rPr lang="de-DE" dirty="0" err="1"/>
              <a:t>Agendapunkt</a:t>
            </a:r>
            <a:r>
              <a:rPr lang="de-DE" dirty="0"/>
              <a:t> hinzufügen</a:t>
            </a:r>
          </a:p>
          <a:p>
            <a:pPr lvl="1"/>
            <a:r>
              <a:rPr lang="de-DE" dirty="0"/>
              <a:t>Zweite Ebene</a:t>
            </a:r>
          </a:p>
        </p:txBody>
      </p:sp>
      <p:sp>
        <p:nvSpPr>
          <p:cNvPr id="63" name="Textplatzhalter 11">
            <a:extLst>
              <a:ext uri="{FF2B5EF4-FFF2-40B4-BE49-F238E27FC236}">
                <a16:creationId xmlns:a16="http://schemas.microsoft.com/office/drawing/2014/main" id="{BC37742A-F8FA-549B-42DD-B2958596643A}"/>
              </a:ext>
            </a:extLst>
          </p:cNvPr>
          <p:cNvSpPr>
            <a:spLocks noGrp="1" noChangeAspect="1"/>
          </p:cNvSpPr>
          <p:nvPr>
            <p:ph type="body" sz="quarter" idx="52" hasCustomPrompt="1"/>
          </p:nvPr>
        </p:nvSpPr>
        <p:spPr bwMode="gray">
          <a:xfrm>
            <a:off x="5880804" y="1916832"/>
            <a:ext cx="432000" cy="432000"/>
          </a:xfrm>
          <a:prstGeom prst="ellipse">
            <a:avLst/>
          </a:prstGeom>
          <a:solidFill>
            <a:schemeClr val="bg1">
              <a:alpha val="0"/>
            </a:schemeClr>
          </a:solidFill>
          <a:ln w="12700">
            <a:solidFill>
              <a:schemeClr val="bg1"/>
            </a:solidFill>
          </a:ln>
        </p:spPr>
        <p:txBody>
          <a:bodyPr wrap="none" anchor="ctr"/>
          <a:lstStyle>
            <a:lvl1pPr marL="0" indent="0" algn="ctr">
              <a:lnSpc>
                <a:spcPct val="100000"/>
              </a:lnSpc>
              <a:spcAft>
                <a:spcPts val="0"/>
              </a:spcAft>
              <a:buFontTx/>
              <a:buNone/>
              <a:defRPr sz="2400" spc="-100">
                <a:solidFill>
                  <a:schemeClr val="bg1"/>
                </a:solidFill>
                <a:latin typeface="+mn-lt"/>
              </a:defRPr>
            </a:lvl1pPr>
            <a:lvl2pPr marL="0" indent="0" algn="ctr">
              <a:lnSpc>
                <a:spcPct val="100000"/>
              </a:lnSpc>
              <a:spcAft>
                <a:spcPts val="0"/>
              </a:spcAft>
              <a:buFontTx/>
              <a:buNone/>
              <a:defRPr sz="2400" spc="-100">
                <a:solidFill>
                  <a:schemeClr val="bg1"/>
                </a:solidFill>
                <a:latin typeface="+mn-lt"/>
              </a:defRPr>
            </a:lvl2pPr>
            <a:lvl3pPr marL="0" indent="0" algn="ctr">
              <a:lnSpc>
                <a:spcPct val="100000"/>
              </a:lnSpc>
              <a:spcAft>
                <a:spcPts val="0"/>
              </a:spcAft>
              <a:buFontTx/>
              <a:buNone/>
              <a:defRPr sz="2400" spc="-100">
                <a:solidFill>
                  <a:schemeClr val="bg1"/>
                </a:solidFill>
                <a:latin typeface="+mn-lt"/>
              </a:defRPr>
            </a:lvl3pPr>
            <a:lvl4pPr marL="0" indent="0" algn="ctr">
              <a:lnSpc>
                <a:spcPct val="100000"/>
              </a:lnSpc>
              <a:spcAft>
                <a:spcPts val="0"/>
              </a:spcAft>
              <a:buFontTx/>
              <a:buNone/>
              <a:defRPr sz="2400" spc="-100">
                <a:solidFill>
                  <a:schemeClr val="bg1"/>
                </a:solidFill>
                <a:latin typeface="+mn-lt"/>
              </a:defRPr>
            </a:lvl4pPr>
            <a:lvl5pPr marL="0" indent="0" algn="ctr">
              <a:lnSpc>
                <a:spcPct val="100000"/>
              </a:lnSpc>
              <a:spcAft>
                <a:spcPts val="0"/>
              </a:spcAft>
              <a:buFontTx/>
              <a:buNone/>
              <a:defRPr sz="2400" spc="-100">
                <a:solidFill>
                  <a:schemeClr val="bg1"/>
                </a:solidFill>
                <a:latin typeface="+mn-lt"/>
              </a:defRPr>
            </a:lvl5pPr>
            <a:lvl6pPr marL="0" indent="0" algn="ctr">
              <a:lnSpc>
                <a:spcPct val="100000"/>
              </a:lnSpc>
              <a:spcAft>
                <a:spcPts val="0"/>
              </a:spcAft>
              <a:buFontTx/>
              <a:buNone/>
              <a:defRPr sz="2400" spc="-100">
                <a:solidFill>
                  <a:schemeClr val="bg1"/>
                </a:solidFill>
                <a:latin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a:pPr lvl="0"/>
            <a:r>
              <a:rPr lang="de-DE" dirty="0"/>
              <a:t>0</a:t>
            </a:r>
          </a:p>
        </p:txBody>
      </p:sp>
      <p:sp>
        <p:nvSpPr>
          <p:cNvPr id="64" name="Textplatzhalter 13">
            <a:extLst>
              <a:ext uri="{FF2B5EF4-FFF2-40B4-BE49-F238E27FC236}">
                <a16:creationId xmlns:a16="http://schemas.microsoft.com/office/drawing/2014/main" id="{4418B4A3-4213-7CEE-72EA-84FA560FD9E5}"/>
              </a:ext>
            </a:extLst>
          </p:cNvPr>
          <p:cNvSpPr>
            <a:spLocks noGrp="1"/>
          </p:cNvSpPr>
          <p:nvPr>
            <p:ph type="body" sz="quarter" idx="53" hasCustomPrompt="1"/>
          </p:nvPr>
        </p:nvSpPr>
        <p:spPr bwMode="gray">
          <a:xfrm>
            <a:off x="6528504" y="1987170"/>
            <a:ext cx="4104000" cy="576000"/>
          </a:xfrm>
        </p:spPr>
        <p:txBody>
          <a:bodyPr tIns="36000"/>
          <a:lstStyle>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defRPr>
            </a:lvl2pPr>
            <a:lvl3pPr marL="0" indent="0">
              <a:lnSpc>
                <a:spcPct val="100000"/>
              </a:lnSpc>
              <a:spcAft>
                <a:spcPts val="0"/>
              </a:spcAft>
              <a:buFontTx/>
              <a:buNone/>
              <a:defRPr sz="1600">
                <a:solidFill>
                  <a:schemeClr val="bg1"/>
                </a:solidFill>
                <a:latin typeface="+mn-lt"/>
              </a:defRPr>
            </a:lvl3pPr>
            <a:lvl4pPr marL="0" indent="0">
              <a:lnSpc>
                <a:spcPct val="100000"/>
              </a:lnSpc>
              <a:spcAft>
                <a:spcPts val="0"/>
              </a:spcAft>
              <a:buFontTx/>
              <a:buNone/>
              <a:defRPr sz="1600">
                <a:solidFill>
                  <a:schemeClr val="bg1"/>
                </a:solidFill>
                <a:latin typeface="+mn-lt"/>
              </a:defRPr>
            </a:lvl4pPr>
            <a:lvl5pPr marL="0" indent="0">
              <a:lnSpc>
                <a:spcPct val="100000"/>
              </a:lnSpc>
              <a:spcAft>
                <a:spcPts val="0"/>
              </a:spcAft>
              <a:buFontTx/>
              <a:buNone/>
              <a:defRPr sz="1600">
                <a:solidFill>
                  <a:schemeClr val="bg1"/>
                </a:solidFill>
                <a:latin typeface="+mn-lt"/>
              </a:defRPr>
            </a:lvl5pPr>
            <a:lvl6pPr marL="0" indent="0">
              <a:lnSpc>
                <a:spcPct val="100000"/>
              </a:lnSpc>
              <a:spcAft>
                <a:spcPts val="0"/>
              </a:spcAft>
              <a:buFontTx/>
              <a:buNone/>
              <a:defRPr sz="1600">
                <a:solidFill>
                  <a:schemeClr val="bg1"/>
                </a:solidFill>
                <a:latin typeface="+mn-lt"/>
              </a:defRPr>
            </a:lvl6pPr>
            <a:lvl7pPr marL="0" indent="0">
              <a:lnSpc>
                <a:spcPct val="100000"/>
              </a:lnSpc>
              <a:spcAft>
                <a:spcPts val="0"/>
              </a:spcAft>
              <a:buFontTx/>
              <a:buNone/>
              <a:defRPr sz="1600">
                <a:solidFill>
                  <a:schemeClr val="bg1"/>
                </a:solidFill>
                <a:latin typeface="+mn-lt"/>
              </a:defRPr>
            </a:lvl7pPr>
            <a:lvl8pPr marL="0" indent="0">
              <a:lnSpc>
                <a:spcPct val="100000"/>
              </a:lnSpc>
              <a:spcAft>
                <a:spcPts val="0"/>
              </a:spcAft>
              <a:buFontTx/>
              <a:buNone/>
              <a:defRPr sz="1600">
                <a:solidFill>
                  <a:schemeClr val="bg1"/>
                </a:solidFill>
                <a:latin typeface="+mn-lt"/>
              </a:defRPr>
            </a:lvl8pPr>
            <a:lvl9pPr marL="0" indent="0">
              <a:lnSpc>
                <a:spcPct val="100000"/>
              </a:lnSpc>
              <a:spcAft>
                <a:spcPts val="0"/>
              </a:spcAft>
              <a:buFontTx/>
              <a:buNone/>
              <a:defRPr sz="1600">
                <a:solidFill>
                  <a:schemeClr val="bg1"/>
                </a:solidFill>
                <a:latin typeface="+mn-lt"/>
              </a:defRPr>
            </a:lvl9pPr>
          </a:lstStyle>
          <a:p>
            <a:pPr lvl="0"/>
            <a:r>
              <a:rPr lang="de-DE" dirty="0" err="1"/>
              <a:t>Agendapunkt</a:t>
            </a:r>
            <a:r>
              <a:rPr lang="de-DE" dirty="0"/>
              <a:t> hinzufügen</a:t>
            </a:r>
          </a:p>
          <a:p>
            <a:pPr lvl="1"/>
            <a:r>
              <a:rPr lang="de-DE" dirty="0"/>
              <a:t>Zweite Ebene</a:t>
            </a:r>
          </a:p>
        </p:txBody>
      </p:sp>
      <p:sp>
        <p:nvSpPr>
          <p:cNvPr id="65" name="Textplatzhalter 11">
            <a:extLst>
              <a:ext uri="{FF2B5EF4-FFF2-40B4-BE49-F238E27FC236}">
                <a16:creationId xmlns:a16="http://schemas.microsoft.com/office/drawing/2014/main" id="{3F034A96-E7CA-D77B-3200-8B97E0CE0EE2}"/>
              </a:ext>
            </a:extLst>
          </p:cNvPr>
          <p:cNvSpPr>
            <a:spLocks noGrp="1" noChangeAspect="1"/>
          </p:cNvSpPr>
          <p:nvPr>
            <p:ph type="body" sz="quarter" idx="54" hasCustomPrompt="1"/>
          </p:nvPr>
        </p:nvSpPr>
        <p:spPr bwMode="gray">
          <a:xfrm>
            <a:off x="5880804" y="2710654"/>
            <a:ext cx="432000" cy="432000"/>
          </a:xfrm>
          <a:prstGeom prst="ellipse">
            <a:avLst/>
          </a:prstGeom>
          <a:solidFill>
            <a:schemeClr val="bg1">
              <a:alpha val="0"/>
            </a:schemeClr>
          </a:solidFill>
          <a:ln w="12700">
            <a:solidFill>
              <a:schemeClr val="bg1"/>
            </a:solidFill>
          </a:ln>
        </p:spPr>
        <p:txBody>
          <a:bodyPr wrap="none" anchor="ctr"/>
          <a:lstStyle>
            <a:lvl1pPr marL="0" indent="0" algn="ctr">
              <a:lnSpc>
                <a:spcPct val="100000"/>
              </a:lnSpc>
              <a:spcAft>
                <a:spcPts val="0"/>
              </a:spcAft>
              <a:buFontTx/>
              <a:buNone/>
              <a:defRPr sz="2400" spc="-100">
                <a:solidFill>
                  <a:schemeClr val="bg1"/>
                </a:solidFill>
                <a:latin typeface="+mn-lt"/>
              </a:defRPr>
            </a:lvl1pPr>
            <a:lvl2pPr marL="0" indent="0" algn="ctr">
              <a:lnSpc>
                <a:spcPct val="100000"/>
              </a:lnSpc>
              <a:spcAft>
                <a:spcPts val="0"/>
              </a:spcAft>
              <a:buFontTx/>
              <a:buNone/>
              <a:defRPr sz="2400" spc="-100">
                <a:solidFill>
                  <a:schemeClr val="bg1"/>
                </a:solidFill>
                <a:latin typeface="+mn-lt"/>
              </a:defRPr>
            </a:lvl2pPr>
            <a:lvl3pPr marL="0" indent="0" algn="ctr">
              <a:lnSpc>
                <a:spcPct val="100000"/>
              </a:lnSpc>
              <a:spcAft>
                <a:spcPts val="0"/>
              </a:spcAft>
              <a:buFontTx/>
              <a:buNone/>
              <a:defRPr sz="2400" spc="-100">
                <a:solidFill>
                  <a:schemeClr val="bg1"/>
                </a:solidFill>
                <a:latin typeface="+mn-lt"/>
              </a:defRPr>
            </a:lvl3pPr>
            <a:lvl4pPr marL="0" indent="0" algn="ctr">
              <a:lnSpc>
                <a:spcPct val="100000"/>
              </a:lnSpc>
              <a:spcAft>
                <a:spcPts val="0"/>
              </a:spcAft>
              <a:buFontTx/>
              <a:buNone/>
              <a:defRPr sz="2400" spc="-100">
                <a:solidFill>
                  <a:schemeClr val="bg1"/>
                </a:solidFill>
                <a:latin typeface="+mn-lt"/>
              </a:defRPr>
            </a:lvl4pPr>
            <a:lvl5pPr marL="0" indent="0" algn="ctr">
              <a:lnSpc>
                <a:spcPct val="100000"/>
              </a:lnSpc>
              <a:spcAft>
                <a:spcPts val="0"/>
              </a:spcAft>
              <a:buFontTx/>
              <a:buNone/>
              <a:defRPr sz="2400" spc="-100">
                <a:solidFill>
                  <a:schemeClr val="bg1"/>
                </a:solidFill>
                <a:latin typeface="+mn-lt"/>
              </a:defRPr>
            </a:lvl5pPr>
            <a:lvl6pPr marL="0" indent="0" algn="ctr">
              <a:lnSpc>
                <a:spcPct val="100000"/>
              </a:lnSpc>
              <a:spcAft>
                <a:spcPts val="0"/>
              </a:spcAft>
              <a:buFontTx/>
              <a:buNone/>
              <a:defRPr sz="2400" spc="-100">
                <a:solidFill>
                  <a:schemeClr val="bg1"/>
                </a:solidFill>
                <a:latin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a:pPr lvl="0"/>
            <a:r>
              <a:rPr lang="de-DE" dirty="0"/>
              <a:t>0</a:t>
            </a:r>
          </a:p>
        </p:txBody>
      </p:sp>
      <p:sp>
        <p:nvSpPr>
          <p:cNvPr id="66" name="Textplatzhalter 13">
            <a:extLst>
              <a:ext uri="{FF2B5EF4-FFF2-40B4-BE49-F238E27FC236}">
                <a16:creationId xmlns:a16="http://schemas.microsoft.com/office/drawing/2014/main" id="{29959DFA-7F19-3654-8337-C5D1D96A5C0F}"/>
              </a:ext>
            </a:extLst>
          </p:cNvPr>
          <p:cNvSpPr>
            <a:spLocks noGrp="1"/>
          </p:cNvSpPr>
          <p:nvPr>
            <p:ph type="body" sz="quarter" idx="55" hasCustomPrompt="1"/>
          </p:nvPr>
        </p:nvSpPr>
        <p:spPr bwMode="gray">
          <a:xfrm>
            <a:off x="6528504" y="2780992"/>
            <a:ext cx="4104000" cy="576000"/>
          </a:xfrm>
        </p:spPr>
        <p:txBody>
          <a:bodyPr tIns="36000"/>
          <a:lstStyle>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defRPr>
            </a:lvl2pPr>
            <a:lvl3pPr marL="0" indent="0">
              <a:lnSpc>
                <a:spcPct val="100000"/>
              </a:lnSpc>
              <a:spcAft>
                <a:spcPts val="0"/>
              </a:spcAft>
              <a:buFontTx/>
              <a:buNone/>
              <a:defRPr sz="1600">
                <a:solidFill>
                  <a:schemeClr val="bg1"/>
                </a:solidFill>
                <a:latin typeface="+mn-lt"/>
              </a:defRPr>
            </a:lvl3pPr>
            <a:lvl4pPr marL="0" indent="0">
              <a:lnSpc>
                <a:spcPct val="100000"/>
              </a:lnSpc>
              <a:spcAft>
                <a:spcPts val="0"/>
              </a:spcAft>
              <a:buFontTx/>
              <a:buNone/>
              <a:defRPr sz="1600">
                <a:solidFill>
                  <a:schemeClr val="bg1"/>
                </a:solidFill>
                <a:latin typeface="+mn-lt"/>
              </a:defRPr>
            </a:lvl4pPr>
            <a:lvl5pPr marL="0" indent="0">
              <a:lnSpc>
                <a:spcPct val="100000"/>
              </a:lnSpc>
              <a:spcAft>
                <a:spcPts val="0"/>
              </a:spcAft>
              <a:buFontTx/>
              <a:buNone/>
              <a:defRPr sz="1600">
                <a:solidFill>
                  <a:schemeClr val="bg1"/>
                </a:solidFill>
                <a:latin typeface="+mn-lt"/>
              </a:defRPr>
            </a:lvl5pPr>
            <a:lvl6pPr marL="0" indent="0">
              <a:lnSpc>
                <a:spcPct val="100000"/>
              </a:lnSpc>
              <a:spcAft>
                <a:spcPts val="0"/>
              </a:spcAft>
              <a:buFontTx/>
              <a:buNone/>
              <a:defRPr sz="1600">
                <a:solidFill>
                  <a:schemeClr val="bg1"/>
                </a:solidFill>
                <a:latin typeface="+mn-lt"/>
              </a:defRPr>
            </a:lvl6pPr>
            <a:lvl7pPr marL="0" indent="0">
              <a:lnSpc>
                <a:spcPct val="100000"/>
              </a:lnSpc>
              <a:spcAft>
                <a:spcPts val="0"/>
              </a:spcAft>
              <a:buFontTx/>
              <a:buNone/>
              <a:defRPr sz="1600">
                <a:solidFill>
                  <a:schemeClr val="bg1"/>
                </a:solidFill>
                <a:latin typeface="+mn-lt"/>
              </a:defRPr>
            </a:lvl7pPr>
            <a:lvl8pPr marL="0" indent="0">
              <a:lnSpc>
                <a:spcPct val="100000"/>
              </a:lnSpc>
              <a:spcAft>
                <a:spcPts val="0"/>
              </a:spcAft>
              <a:buFontTx/>
              <a:buNone/>
              <a:defRPr sz="1600">
                <a:solidFill>
                  <a:schemeClr val="bg1"/>
                </a:solidFill>
                <a:latin typeface="+mn-lt"/>
              </a:defRPr>
            </a:lvl8pPr>
            <a:lvl9pPr marL="0" indent="0">
              <a:lnSpc>
                <a:spcPct val="100000"/>
              </a:lnSpc>
              <a:spcAft>
                <a:spcPts val="0"/>
              </a:spcAft>
              <a:buFontTx/>
              <a:buNone/>
              <a:defRPr sz="1600">
                <a:solidFill>
                  <a:schemeClr val="bg1"/>
                </a:solidFill>
                <a:latin typeface="+mn-lt"/>
              </a:defRPr>
            </a:lvl9pPr>
          </a:lstStyle>
          <a:p>
            <a:pPr lvl="0"/>
            <a:r>
              <a:rPr lang="de-DE" dirty="0" err="1"/>
              <a:t>Agendapunkt</a:t>
            </a:r>
            <a:r>
              <a:rPr lang="de-DE" dirty="0"/>
              <a:t> hinzufügen</a:t>
            </a:r>
          </a:p>
          <a:p>
            <a:pPr lvl="1"/>
            <a:r>
              <a:rPr lang="de-DE" dirty="0"/>
              <a:t>Zweite Ebene</a:t>
            </a:r>
          </a:p>
        </p:txBody>
      </p:sp>
      <p:sp>
        <p:nvSpPr>
          <p:cNvPr id="67" name="Textplatzhalter 11">
            <a:extLst>
              <a:ext uri="{FF2B5EF4-FFF2-40B4-BE49-F238E27FC236}">
                <a16:creationId xmlns:a16="http://schemas.microsoft.com/office/drawing/2014/main" id="{EB8D6758-EF2A-92F7-17FE-A48E81482D05}"/>
              </a:ext>
            </a:extLst>
          </p:cNvPr>
          <p:cNvSpPr>
            <a:spLocks noGrp="1" noChangeAspect="1"/>
          </p:cNvSpPr>
          <p:nvPr>
            <p:ph type="body" sz="quarter" idx="56" hasCustomPrompt="1"/>
          </p:nvPr>
        </p:nvSpPr>
        <p:spPr bwMode="gray">
          <a:xfrm>
            <a:off x="5880804" y="3504476"/>
            <a:ext cx="432000" cy="432000"/>
          </a:xfrm>
          <a:prstGeom prst="ellipse">
            <a:avLst/>
          </a:prstGeom>
          <a:solidFill>
            <a:schemeClr val="bg1">
              <a:alpha val="0"/>
            </a:schemeClr>
          </a:solidFill>
          <a:ln w="12700">
            <a:solidFill>
              <a:schemeClr val="bg1"/>
            </a:solidFill>
          </a:ln>
        </p:spPr>
        <p:txBody>
          <a:bodyPr wrap="none" anchor="ctr"/>
          <a:lstStyle>
            <a:lvl1pPr marL="0" indent="0" algn="ctr">
              <a:lnSpc>
                <a:spcPct val="100000"/>
              </a:lnSpc>
              <a:spcAft>
                <a:spcPts val="0"/>
              </a:spcAft>
              <a:buFontTx/>
              <a:buNone/>
              <a:defRPr sz="2400" spc="-100">
                <a:solidFill>
                  <a:schemeClr val="bg1"/>
                </a:solidFill>
                <a:latin typeface="+mn-lt"/>
              </a:defRPr>
            </a:lvl1pPr>
            <a:lvl2pPr marL="0" indent="0" algn="ctr">
              <a:lnSpc>
                <a:spcPct val="100000"/>
              </a:lnSpc>
              <a:spcAft>
                <a:spcPts val="0"/>
              </a:spcAft>
              <a:buFontTx/>
              <a:buNone/>
              <a:defRPr sz="2400" spc="-100">
                <a:solidFill>
                  <a:schemeClr val="bg1"/>
                </a:solidFill>
                <a:latin typeface="+mn-lt"/>
              </a:defRPr>
            </a:lvl2pPr>
            <a:lvl3pPr marL="0" indent="0" algn="ctr">
              <a:lnSpc>
                <a:spcPct val="100000"/>
              </a:lnSpc>
              <a:spcAft>
                <a:spcPts val="0"/>
              </a:spcAft>
              <a:buFontTx/>
              <a:buNone/>
              <a:defRPr sz="2400" spc="-100">
                <a:solidFill>
                  <a:schemeClr val="bg1"/>
                </a:solidFill>
                <a:latin typeface="+mn-lt"/>
              </a:defRPr>
            </a:lvl3pPr>
            <a:lvl4pPr marL="0" indent="0" algn="ctr">
              <a:lnSpc>
                <a:spcPct val="100000"/>
              </a:lnSpc>
              <a:spcAft>
                <a:spcPts val="0"/>
              </a:spcAft>
              <a:buFontTx/>
              <a:buNone/>
              <a:defRPr sz="2400" spc="-100">
                <a:solidFill>
                  <a:schemeClr val="bg1"/>
                </a:solidFill>
                <a:latin typeface="+mn-lt"/>
              </a:defRPr>
            </a:lvl4pPr>
            <a:lvl5pPr marL="0" indent="0" algn="ctr">
              <a:lnSpc>
                <a:spcPct val="100000"/>
              </a:lnSpc>
              <a:spcAft>
                <a:spcPts val="0"/>
              </a:spcAft>
              <a:buFontTx/>
              <a:buNone/>
              <a:defRPr sz="2400" spc="-100">
                <a:solidFill>
                  <a:schemeClr val="bg1"/>
                </a:solidFill>
                <a:latin typeface="+mn-lt"/>
              </a:defRPr>
            </a:lvl5pPr>
            <a:lvl6pPr marL="0" indent="0" algn="ctr">
              <a:lnSpc>
                <a:spcPct val="100000"/>
              </a:lnSpc>
              <a:spcAft>
                <a:spcPts val="0"/>
              </a:spcAft>
              <a:buFontTx/>
              <a:buNone/>
              <a:defRPr sz="2400" spc="-100">
                <a:solidFill>
                  <a:schemeClr val="bg1"/>
                </a:solidFill>
                <a:latin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a:pPr lvl="0"/>
            <a:r>
              <a:rPr lang="de-DE" dirty="0"/>
              <a:t>0</a:t>
            </a:r>
          </a:p>
        </p:txBody>
      </p:sp>
      <p:sp>
        <p:nvSpPr>
          <p:cNvPr id="68" name="Textplatzhalter 13">
            <a:extLst>
              <a:ext uri="{FF2B5EF4-FFF2-40B4-BE49-F238E27FC236}">
                <a16:creationId xmlns:a16="http://schemas.microsoft.com/office/drawing/2014/main" id="{9FE7CD3B-6484-5825-CCD2-96FABB7DA89D}"/>
              </a:ext>
            </a:extLst>
          </p:cNvPr>
          <p:cNvSpPr>
            <a:spLocks noGrp="1"/>
          </p:cNvSpPr>
          <p:nvPr>
            <p:ph type="body" sz="quarter" idx="57" hasCustomPrompt="1"/>
          </p:nvPr>
        </p:nvSpPr>
        <p:spPr bwMode="gray">
          <a:xfrm>
            <a:off x="6528504" y="3574814"/>
            <a:ext cx="4104000" cy="576000"/>
          </a:xfrm>
        </p:spPr>
        <p:txBody>
          <a:bodyPr tIns="36000"/>
          <a:lstStyle>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defRPr>
            </a:lvl2pPr>
            <a:lvl3pPr marL="0" indent="0">
              <a:lnSpc>
                <a:spcPct val="100000"/>
              </a:lnSpc>
              <a:spcAft>
                <a:spcPts val="0"/>
              </a:spcAft>
              <a:buFontTx/>
              <a:buNone/>
              <a:defRPr sz="1600">
                <a:solidFill>
                  <a:schemeClr val="bg1"/>
                </a:solidFill>
                <a:latin typeface="+mn-lt"/>
              </a:defRPr>
            </a:lvl3pPr>
            <a:lvl4pPr marL="0" indent="0">
              <a:lnSpc>
                <a:spcPct val="100000"/>
              </a:lnSpc>
              <a:spcAft>
                <a:spcPts val="0"/>
              </a:spcAft>
              <a:buFontTx/>
              <a:buNone/>
              <a:defRPr sz="1600">
                <a:solidFill>
                  <a:schemeClr val="bg1"/>
                </a:solidFill>
                <a:latin typeface="+mn-lt"/>
              </a:defRPr>
            </a:lvl4pPr>
            <a:lvl5pPr marL="0" indent="0">
              <a:lnSpc>
                <a:spcPct val="100000"/>
              </a:lnSpc>
              <a:spcAft>
                <a:spcPts val="0"/>
              </a:spcAft>
              <a:buFontTx/>
              <a:buNone/>
              <a:defRPr sz="1600">
                <a:solidFill>
                  <a:schemeClr val="bg1"/>
                </a:solidFill>
                <a:latin typeface="+mn-lt"/>
              </a:defRPr>
            </a:lvl5pPr>
            <a:lvl6pPr marL="0" indent="0">
              <a:lnSpc>
                <a:spcPct val="100000"/>
              </a:lnSpc>
              <a:spcAft>
                <a:spcPts val="0"/>
              </a:spcAft>
              <a:buFontTx/>
              <a:buNone/>
              <a:defRPr sz="1600">
                <a:solidFill>
                  <a:schemeClr val="bg1"/>
                </a:solidFill>
                <a:latin typeface="+mn-lt"/>
              </a:defRPr>
            </a:lvl6pPr>
            <a:lvl7pPr marL="0" indent="0">
              <a:lnSpc>
                <a:spcPct val="100000"/>
              </a:lnSpc>
              <a:spcAft>
                <a:spcPts val="0"/>
              </a:spcAft>
              <a:buFontTx/>
              <a:buNone/>
              <a:defRPr sz="1600">
                <a:solidFill>
                  <a:schemeClr val="bg1"/>
                </a:solidFill>
                <a:latin typeface="+mn-lt"/>
              </a:defRPr>
            </a:lvl7pPr>
            <a:lvl8pPr marL="0" indent="0">
              <a:lnSpc>
                <a:spcPct val="100000"/>
              </a:lnSpc>
              <a:spcAft>
                <a:spcPts val="0"/>
              </a:spcAft>
              <a:buFontTx/>
              <a:buNone/>
              <a:defRPr sz="1600">
                <a:solidFill>
                  <a:schemeClr val="bg1"/>
                </a:solidFill>
                <a:latin typeface="+mn-lt"/>
              </a:defRPr>
            </a:lvl8pPr>
            <a:lvl9pPr marL="0" indent="0">
              <a:lnSpc>
                <a:spcPct val="100000"/>
              </a:lnSpc>
              <a:spcAft>
                <a:spcPts val="0"/>
              </a:spcAft>
              <a:buFontTx/>
              <a:buNone/>
              <a:defRPr sz="1600">
                <a:solidFill>
                  <a:schemeClr val="bg1"/>
                </a:solidFill>
                <a:latin typeface="+mn-lt"/>
              </a:defRPr>
            </a:lvl9pPr>
          </a:lstStyle>
          <a:p>
            <a:pPr lvl="0"/>
            <a:r>
              <a:rPr lang="de-DE" dirty="0" err="1"/>
              <a:t>Agendapunkt</a:t>
            </a:r>
            <a:r>
              <a:rPr lang="de-DE" dirty="0"/>
              <a:t> hinzufügen</a:t>
            </a:r>
          </a:p>
          <a:p>
            <a:pPr lvl="1"/>
            <a:r>
              <a:rPr lang="de-DE" dirty="0"/>
              <a:t>Zweite Ebene</a:t>
            </a:r>
          </a:p>
        </p:txBody>
      </p:sp>
      <p:sp>
        <p:nvSpPr>
          <p:cNvPr id="69" name="Textplatzhalter 11">
            <a:extLst>
              <a:ext uri="{FF2B5EF4-FFF2-40B4-BE49-F238E27FC236}">
                <a16:creationId xmlns:a16="http://schemas.microsoft.com/office/drawing/2014/main" id="{84D6844B-0415-C9E6-0D9D-E2FAC678C4E4}"/>
              </a:ext>
            </a:extLst>
          </p:cNvPr>
          <p:cNvSpPr>
            <a:spLocks noGrp="1" noChangeAspect="1"/>
          </p:cNvSpPr>
          <p:nvPr>
            <p:ph type="body" sz="quarter" idx="58" hasCustomPrompt="1"/>
          </p:nvPr>
        </p:nvSpPr>
        <p:spPr bwMode="gray">
          <a:xfrm>
            <a:off x="5880804" y="4298298"/>
            <a:ext cx="432000" cy="432000"/>
          </a:xfrm>
          <a:prstGeom prst="ellipse">
            <a:avLst/>
          </a:prstGeom>
          <a:solidFill>
            <a:schemeClr val="bg1">
              <a:alpha val="0"/>
            </a:schemeClr>
          </a:solidFill>
          <a:ln w="12700">
            <a:solidFill>
              <a:schemeClr val="bg1"/>
            </a:solidFill>
          </a:ln>
        </p:spPr>
        <p:txBody>
          <a:bodyPr wrap="none" anchor="ctr"/>
          <a:lstStyle>
            <a:lvl1pPr marL="0" indent="0" algn="ctr">
              <a:lnSpc>
                <a:spcPct val="100000"/>
              </a:lnSpc>
              <a:spcAft>
                <a:spcPts val="0"/>
              </a:spcAft>
              <a:buFontTx/>
              <a:buNone/>
              <a:defRPr sz="2400" spc="-100">
                <a:solidFill>
                  <a:schemeClr val="bg1"/>
                </a:solidFill>
                <a:latin typeface="+mn-lt"/>
              </a:defRPr>
            </a:lvl1pPr>
            <a:lvl2pPr marL="0" indent="0" algn="ctr">
              <a:lnSpc>
                <a:spcPct val="100000"/>
              </a:lnSpc>
              <a:spcAft>
                <a:spcPts val="0"/>
              </a:spcAft>
              <a:buFontTx/>
              <a:buNone/>
              <a:defRPr sz="2400" spc="-100">
                <a:solidFill>
                  <a:schemeClr val="bg1"/>
                </a:solidFill>
                <a:latin typeface="+mn-lt"/>
              </a:defRPr>
            </a:lvl2pPr>
            <a:lvl3pPr marL="0" indent="0" algn="ctr">
              <a:lnSpc>
                <a:spcPct val="100000"/>
              </a:lnSpc>
              <a:spcAft>
                <a:spcPts val="0"/>
              </a:spcAft>
              <a:buFontTx/>
              <a:buNone/>
              <a:defRPr sz="2400" spc="-100">
                <a:solidFill>
                  <a:schemeClr val="bg1"/>
                </a:solidFill>
                <a:latin typeface="+mn-lt"/>
              </a:defRPr>
            </a:lvl3pPr>
            <a:lvl4pPr marL="0" indent="0" algn="ctr">
              <a:lnSpc>
                <a:spcPct val="100000"/>
              </a:lnSpc>
              <a:spcAft>
                <a:spcPts val="0"/>
              </a:spcAft>
              <a:buFontTx/>
              <a:buNone/>
              <a:defRPr sz="2400" spc="-100">
                <a:solidFill>
                  <a:schemeClr val="bg1"/>
                </a:solidFill>
                <a:latin typeface="+mn-lt"/>
              </a:defRPr>
            </a:lvl4pPr>
            <a:lvl5pPr marL="0" indent="0" algn="ctr">
              <a:lnSpc>
                <a:spcPct val="100000"/>
              </a:lnSpc>
              <a:spcAft>
                <a:spcPts val="0"/>
              </a:spcAft>
              <a:buFontTx/>
              <a:buNone/>
              <a:defRPr sz="2400" spc="-100">
                <a:solidFill>
                  <a:schemeClr val="bg1"/>
                </a:solidFill>
                <a:latin typeface="+mn-lt"/>
              </a:defRPr>
            </a:lvl5pPr>
            <a:lvl6pPr marL="0" indent="0" algn="ctr">
              <a:lnSpc>
                <a:spcPct val="100000"/>
              </a:lnSpc>
              <a:spcAft>
                <a:spcPts val="0"/>
              </a:spcAft>
              <a:buFontTx/>
              <a:buNone/>
              <a:defRPr sz="2400" spc="-100">
                <a:solidFill>
                  <a:schemeClr val="bg1"/>
                </a:solidFill>
                <a:latin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a:pPr lvl="0"/>
            <a:r>
              <a:rPr lang="de-DE" dirty="0"/>
              <a:t>0</a:t>
            </a:r>
          </a:p>
        </p:txBody>
      </p:sp>
      <p:sp>
        <p:nvSpPr>
          <p:cNvPr id="70" name="Textplatzhalter 13">
            <a:extLst>
              <a:ext uri="{FF2B5EF4-FFF2-40B4-BE49-F238E27FC236}">
                <a16:creationId xmlns:a16="http://schemas.microsoft.com/office/drawing/2014/main" id="{F051567D-02B1-614D-7090-524ACD51A26F}"/>
              </a:ext>
            </a:extLst>
          </p:cNvPr>
          <p:cNvSpPr>
            <a:spLocks noGrp="1"/>
          </p:cNvSpPr>
          <p:nvPr>
            <p:ph type="body" sz="quarter" idx="59" hasCustomPrompt="1"/>
          </p:nvPr>
        </p:nvSpPr>
        <p:spPr bwMode="gray">
          <a:xfrm>
            <a:off x="6528504" y="4368636"/>
            <a:ext cx="4104000" cy="576000"/>
          </a:xfrm>
        </p:spPr>
        <p:txBody>
          <a:bodyPr tIns="36000"/>
          <a:lstStyle>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defRPr>
            </a:lvl2pPr>
            <a:lvl3pPr marL="0" indent="0">
              <a:lnSpc>
                <a:spcPct val="100000"/>
              </a:lnSpc>
              <a:spcAft>
                <a:spcPts val="0"/>
              </a:spcAft>
              <a:buFontTx/>
              <a:buNone/>
              <a:defRPr sz="1600">
                <a:solidFill>
                  <a:schemeClr val="bg1"/>
                </a:solidFill>
                <a:latin typeface="+mn-lt"/>
              </a:defRPr>
            </a:lvl3pPr>
            <a:lvl4pPr marL="0" indent="0">
              <a:lnSpc>
                <a:spcPct val="100000"/>
              </a:lnSpc>
              <a:spcAft>
                <a:spcPts val="0"/>
              </a:spcAft>
              <a:buFontTx/>
              <a:buNone/>
              <a:defRPr sz="1600">
                <a:solidFill>
                  <a:schemeClr val="bg1"/>
                </a:solidFill>
                <a:latin typeface="+mn-lt"/>
              </a:defRPr>
            </a:lvl4pPr>
            <a:lvl5pPr marL="0" indent="0">
              <a:lnSpc>
                <a:spcPct val="100000"/>
              </a:lnSpc>
              <a:spcAft>
                <a:spcPts val="0"/>
              </a:spcAft>
              <a:buFontTx/>
              <a:buNone/>
              <a:defRPr sz="1600">
                <a:solidFill>
                  <a:schemeClr val="bg1"/>
                </a:solidFill>
                <a:latin typeface="+mn-lt"/>
              </a:defRPr>
            </a:lvl5pPr>
            <a:lvl6pPr marL="0" indent="0">
              <a:lnSpc>
                <a:spcPct val="100000"/>
              </a:lnSpc>
              <a:spcAft>
                <a:spcPts val="0"/>
              </a:spcAft>
              <a:buFontTx/>
              <a:buNone/>
              <a:defRPr sz="1600">
                <a:solidFill>
                  <a:schemeClr val="bg1"/>
                </a:solidFill>
                <a:latin typeface="+mn-lt"/>
              </a:defRPr>
            </a:lvl6pPr>
            <a:lvl7pPr marL="0" indent="0">
              <a:lnSpc>
                <a:spcPct val="100000"/>
              </a:lnSpc>
              <a:spcAft>
                <a:spcPts val="0"/>
              </a:spcAft>
              <a:buFontTx/>
              <a:buNone/>
              <a:defRPr sz="1600">
                <a:solidFill>
                  <a:schemeClr val="bg1"/>
                </a:solidFill>
                <a:latin typeface="+mn-lt"/>
              </a:defRPr>
            </a:lvl7pPr>
            <a:lvl8pPr marL="0" indent="0">
              <a:lnSpc>
                <a:spcPct val="100000"/>
              </a:lnSpc>
              <a:spcAft>
                <a:spcPts val="0"/>
              </a:spcAft>
              <a:buFontTx/>
              <a:buNone/>
              <a:defRPr sz="1600">
                <a:solidFill>
                  <a:schemeClr val="bg1"/>
                </a:solidFill>
                <a:latin typeface="+mn-lt"/>
              </a:defRPr>
            </a:lvl8pPr>
            <a:lvl9pPr marL="0" indent="0">
              <a:lnSpc>
                <a:spcPct val="100000"/>
              </a:lnSpc>
              <a:spcAft>
                <a:spcPts val="0"/>
              </a:spcAft>
              <a:buFontTx/>
              <a:buNone/>
              <a:defRPr sz="1600">
                <a:solidFill>
                  <a:schemeClr val="bg1"/>
                </a:solidFill>
                <a:latin typeface="+mn-lt"/>
              </a:defRPr>
            </a:lvl9pPr>
          </a:lstStyle>
          <a:p>
            <a:pPr lvl="0"/>
            <a:r>
              <a:rPr lang="de-DE" dirty="0" err="1"/>
              <a:t>Agendapunkt</a:t>
            </a:r>
            <a:r>
              <a:rPr lang="de-DE" dirty="0"/>
              <a:t> hinzufügen</a:t>
            </a:r>
          </a:p>
          <a:p>
            <a:pPr lvl="1"/>
            <a:r>
              <a:rPr lang="de-DE" dirty="0"/>
              <a:t>Zweite Ebene</a:t>
            </a:r>
          </a:p>
        </p:txBody>
      </p:sp>
      <p:sp>
        <p:nvSpPr>
          <p:cNvPr id="71" name="Textplatzhalter 11">
            <a:extLst>
              <a:ext uri="{FF2B5EF4-FFF2-40B4-BE49-F238E27FC236}">
                <a16:creationId xmlns:a16="http://schemas.microsoft.com/office/drawing/2014/main" id="{698C3870-DB1F-054C-93DA-9A4AF81FAB19}"/>
              </a:ext>
            </a:extLst>
          </p:cNvPr>
          <p:cNvSpPr>
            <a:spLocks noGrp="1" noChangeAspect="1"/>
          </p:cNvSpPr>
          <p:nvPr>
            <p:ph type="body" sz="quarter" idx="60" hasCustomPrompt="1"/>
          </p:nvPr>
        </p:nvSpPr>
        <p:spPr bwMode="gray">
          <a:xfrm>
            <a:off x="5880804" y="5092120"/>
            <a:ext cx="432000" cy="432000"/>
          </a:xfrm>
          <a:prstGeom prst="ellipse">
            <a:avLst/>
          </a:prstGeom>
          <a:solidFill>
            <a:schemeClr val="bg1">
              <a:alpha val="0"/>
            </a:schemeClr>
          </a:solidFill>
          <a:ln w="12700">
            <a:solidFill>
              <a:schemeClr val="bg1"/>
            </a:solidFill>
          </a:ln>
        </p:spPr>
        <p:txBody>
          <a:bodyPr wrap="none" anchor="ctr"/>
          <a:lstStyle>
            <a:lvl1pPr marL="0" indent="0" algn="ctr">
              <a:lnSpc>
                <a:spcPct val="100000"/>
              </a:lnSpc>
              <a:spcAft>
                <a:spcPts val="0"/>
              </a:spcAft>
              <a:buFontTx/>
              <a:buNone/>
              <a:defRPr sz="2400" spc="-100">
                <a:solidFill>
                  <a:schemeClr val="bg1"/>
                </a:solidFill>
                <a:latin typeface="+mn-lt"/>
              </a:defRPr>
            </a:lvl1pPr>
            <a:lvl2pPr marL="0" indent="0" algn="ctr">
              <a:lnSpc>
                <a:spcPct val="100000"/>
              </a:lnSpc>
              <a:spcAft>
                <a:spcPts val="0"/>
              </a:spcAft>
              <a:buFontTx/>
              <a:buNone/>
              <a:defRPr sz="2400" spc="-100">
                <a:solidFill>
                  <a:schemeClr val="bg1"/>
                </a:solidFill>
                <a:latin typeface="+mn-lt"/>
              </a:defRPr>
            </a:lvl2pPr>
            <a:lvl3pPr marL="0" indent="0" algn="ctr">
              <a:lnSpc>
                <a:spcPct val="100000"/>
              </a:lnSpc>
              <a:spcAft>
                <a:spcPts val="0"/>
              </a:spcAft>
              <a:buFontTx/>
              <a:buNone/>
              <a:defRPr sz="2400" spc="-100">
                <a:solidFill>
                  <a:schemeClr val="bg1"/>
                </a:solidFill>
                <a:latin typeface="+mn-lt"/>
              </a:defRPr>
            </a:lvl3pPr>
            <a:lvl4pPr marL="0" indent="0" algn="ctr">
              <a:lnSpc>
                <a:spcPct val="100000"/>
              </a:lnSpc>
              <a:spcAft>
                <a:spcPts val="0"/>
              </a:spcAft>
              <a:buFontTx/>
              <a:buNone/>
              <a:defRPr sz="2400" spc="-100">
                <a:solidFill>
                  <a:schemeClr val="bg1"/>
                </a:solidFill>
                <a:latin typeface="+mn-lt"/>
              </a:defRPr>
            </a:lvl4pPr>
            <a:lvl5pPr marL="0" indent="0" algn="ctr">
              <a:lnSpc>
                <a:spcPct val="100000"/>
              </a:lnSpc>
              <a:spcAft>
                <a:spcPts val="0"/>
              </a:spcAft>
              <a:buFontTx/>
              <a:buNone/>
              <a:defRPr sz="2400" spc="-100">
                <a:solidFill>
                  <a:schemeClr val="bg1"/>
                </a:solidFill>
                <a:latin typeface="+mn-lt"/>
              </a:defRPr>
            </a:lvl5pPr>
            <a:lvl6pPr marL="0" indent="0" algn="ctr">
              <a:lnSpc>
                <a:spcPct val="100000"/>
              </a:lnSpc>
              <a:spcAft>
                <a:spcPts val="0"/>
              </a:spcAft>
              <a:buFontTx/>
              <a:buNone/>
              <a:defRPr sz="2400" spc="-100">
                <a:solidFill>
                  <a:schemeClr val="bg1"/>
                </a:solidFill>
                <a:latin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a:pPr lvl="0"/>
            <a:r>
              <a:rPr lang="de-DE" dirty="0"/>
              <a:t>0</a:t>
            </a:r>
          </a:p>
        </p:txBody>
      </p:sp>
      <p:sp>
        <p:nvSpPr>
          <p:cNvPr id="72" name="Textplatzhalter 13">
            <a:extLst>
              <a:ext uri="{FF2B5EF4-FFF2-40B4-BE49-F238E27FC236}">
                <a16:creationId xmlns:a16="http://schemas.microsoft.com/office/drawing/2014/main" id="{87FFAC2F-2C7B-767C-CE32-1CE1DFC5E1B4}"/>
              </a:ext>
            </a:extLst>
          </p:cNvPr>
          <p:cNvSpPr>
            <a:spLocks noGrp="1"/>
          </p:cNvSpPr>
          <p:nvPr>
            <p:ph type="body" sz="quarter" idx="61" hasCustomPrompt="1"/>
          </p:nvPr>
        </p:nvSpPr>
        <p:spPr bwMode="gray">
          <a:xfrm>
            <a:off x="6528504" y="5162458"/>
            <a:ext cx="4104000" cy="576000"/>
          </a:xfrm>
        </p:spPr>
        <p:txBody>
          <a:bodyPr tIns="36000"/>
          <a:lstStyle>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defRPr>
            </a:lvl2pPr>
            <a:lvl3pPr marL="0" indent="0">
              <a:lnSpc>
                <a:spcPct val="100000"/>
              </a:lnSpc>
              <a:spcAft>
                <a:spcPts val="0"/>
              </a:spcAft>
              <a:buFontTx/>
              <a:buNone/>
              <a:defRPr sz="1600">
                <a:solidFill>
                  <a:schemeClr val="bg1"/>
                </a:solidFill>
                <a:latin typeface="+mn-lt"/>
              </a:defRPr>
            </a:lvl3pPr>
            <a:lvl4pPr marL="0" indent="0">
              <a:lnSpc>
                <a:spcPct val="100000"/>
              </a:lnSpc>
              <a:spcAft>
                <a:spcPts val="0"/>
              </a:spcAft>
              <a:buFontTx/>
              <a:buNone/>
              <a:defRPr sz="1600">
                <a:solidFill>
                  <a:schemeClr val="bg1"/>
                </a:solidFill>
                <a:latin typeface="+mn-lt"/>
              </a:defRPr>
            </a:lvl4pPr>
            <a:lvl5pPr marL="0" indent="0">
              <a:lnSpc>
                <a:spcPct val="100000"/>
              </a:lnSpc>
              <a:spcAft>
                <a:spcPts val="0"/>
              </a:spcAft>
              <a:buFontTx/>
              <a:buNone/>
              <a:defRPr sz="1600">
                <a:solidFill>
                  <a:schemeClr val="bg1"/>
                </a:solidFill>
                <a:latin typeface="+mn-lt"/>
              </a:defRPr>
            </a:lvl5pPr>
            <a:lvl6pPr marL="0" indent="0">
              <a:lnSpc>
                <a:spcPct val="100000"/>
              </a:lnSpc>
              <a:spcAft>
                <a:spcPts val="0"/>
              </a:spcAft>
              <a:buFontTx/>
              <a:buNone/>
              <a:defRPr sz="1600">
                <a:solidFill>
                  <a:schemeClr val="bg1"/>
                </a:solidFill>
                <a:latin typeface="+mn-lt"/>
              </a:defRPr>
            </a:lvl6pPr>
            <a:lvl7pPr marL="0" indent="0">
              <a:lnSpc>
                <a:spcPct val="100000"/>
              </a:lnSpc>
              <a:spcAft>
                <a:spcPts val="0"/>
              </a:spcAft>
              <a:buFontTx/>
              <a:buNone/>
              <a:defRPr sz="1600">
                <a:solidFill>
                  <a:schemeClr val="bg1"/>
                </a:solidFill>
                <a:latin typeface="+mn-lt"/>
              </a:defRPr>
            </a:lvl7pPr>
            <a:lvl8pPr marL="0" indent="0">
              <a:lnSpc>
                <a:spcPct val="100000"/>
              </a:lnSpc>
              <a:spcAft>
                <a:spcPts val="0"/>
              </a:spcAft>
              <a:buFontTx/>
              <a:buNone/>
              <a:defRPr sz="1600">
                <a:solidFill>
                  <a:schemeClr val="bg1"/>
                </a:solidFill>
                <a:latin typeface="+mn-lt"/>
              </a:defRPr>
            </a:lvl8pPr>
            <a:lvl9pPr marL="0" indent="0">
              <a:lnSpc>
                <a:spcPct val="100000"/>
              </a:lnSpc>
              <a:spcAft>
                <a:spcPts val="0"/>
              </a:spcAft>
              <a:buFontTx/>
              <a:buNone/>
              <a:defRPr sz="1600">
                <a:solidFill>
                  <a:schemeClr val="bg1"/>
                </a:solidFill>
                <a:latin typeface="+mn-lt"/>
              </a:defRPr>
            </a:lvl9pPr>
          </a:lstStyle>
          <a:p>
            <a:pPr lvl="0"/>
            <a:r>
              <a:rPr lang="de-DE" dirty="0" err="1"/>
              <a:t>Agendapunkt</a:t>
            </a:r>
            <a:r>
              <a:rPr lang="de-DE" dirty="0"/>
              <a:t> hinzufügen</a:t>
            </a:r>
          </a:p>
          <a:p>
            <a:pPr lvl="1"/>
            <a:r>
              <a:rPr lang="de-DE" dirty="0"/>
              <a:t>Zweite Ebene</a:t>
            </a:r>
          </a:p>
        </p:txBody>
      </p:sp>
      <p:sp>
        <p:nvSpPr>
          <p:cNvPr id="2" name="Rechteck 1">
            <a:extLst>
              <a:ext uri="{FF2B5EF4-FFF2-40B4-BE49-F238E27FC236}">
                <a16:creationId xmlns:a16="http://schemas.microsoft.com/office/drawing/2014/main" id="{831D984D-AB06-6360-2649-6C232A9E58E2}"/>
              </a:ext>
            </a:extLst>
          </p:cNvPr>
          <p:cNvSpPr/>
          <p:nvPr userDrawn="1"/>
        </p:nvSpPr>
        <p:spPr bwMode="gray">
          <a:xfrm>
            <a:off x="2495600" y="6499122"/>
            <a:ext cx="1008112" cy="325539"/>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sp>
        <p:nvSpPr>
          <p:cNvPr id="9" name="Datumsplatzhalter 8">
            <a:extLst>
              <a:ext uri="{FF2B5EF4-FFF2-40B4-BE49-F238E27FC236}">
                <a16:creationId xmlns:a16="http://schemas.microsoft.com/office/drawing/2014/main" id="{C529429F-E334-4B02-4DCF-8208524A0783}"/>
              </a:ext>
            </a:extLst>
          </p:cNvPr>
          <p:cNvSpPr>
            <a:spLocks noGrp="1"/>
          </p:cNvSpPr>
          <p:nvPr>
            <p:ph type="dt" sz="half" idx="62"/>
          </p:nvPr>
        </p:nvSpPr>
        <p:spPr bwMode="gray"/>
        <p:txBody>
          <a:bodyPr/>
          <a:lstStyle/>
          <a:p>
            <a:r>
              <a:rPr lang="de-DE"/>
              <a:t>Intern, TT.MM.JJJJ</a:t>
            </a:r>
            <a:endParaRPr lang="de-DE" sz="800" dirty="0"/>
          </a:p>
        </p:txBody>
      </p:sp>
      <p:sp>
        <p:nvSpPr>
          <p:cNvPr id="11" name="Foliennummernplatzhalter 10">
            <a:extLst>
              <a:ext uri="{FF2B5EF4-FFF2-40B4-BE49-F238E27FC236}">
                <a16:creationId xmlns:a16="http://schemas.microsoft.com/office/drawing/2014/main" id="{4D38E6CA-49F1-5E95-B71C-285DB8F2F4B0}"/>
              </a:ext>
            </a:extLst>
          </p:cNvPr>
          <p:cNvSpPr>
            <a:spLocks noGrp="1"/>
          </p:cNvSpPr>
          <p:nvPr>
            <p:ph type="sldNum" sz="quarter" idx="64"/>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26896546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0-#ppt_w/2"/>
                                          </p:val>
                                        </p:tav>
                                        <p:tav tm="100000">
                                          <p:val>
                                            <p:strVal val="#ppt_x"/>
                                          </p:val>
                                        </p:tav>
                                      </p:tavLst>
                                    </p:anim>
                                    <p:anim calcmode="lin" valueType="num">
                                      <p:cBhvr additive="base">
                                        <p:cTn id="8" dur="7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extLst>
    <p:ext uri="{DCECCB84-F9BA-43D5-87BE-67443E8EF086}">
      <p15:sldGuideLst xmlns:p15="http://schemas.microsoft.com/office/powerpoint/2012/main">
        <p15:guide id="1" pos="6924">
          <p15:clr>
            <a:srgbClr val="FBAE40"/>
          </p15:clr>
        </p15:guide>
        <p15:guide id="2" orient="horz" pos="164">
          <p15:clr>
            <a:srgbClr val="FBAE40"/>
          </p15:clr>
        </p15:guide>
        <p15:guide id="3" pos="669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lang 2">
    <p:bg>
      <p:bgPr>
        <a:gradFill>
          <a:gsLst>
            <a:gs pos="0">
              <a:srgbClr val="FFFFFF"/>
            </a:gs>
            <a:gs pos="93000">
              <a:srgbClr val="DDE0E3"/>
            </a:gs>
            <a:gs pos="33000">
              <a:srgbClr val="DDE0E3"/>
            </a:gs>
          </a:gsLst>
          <a:lin ang="8400000" scaled="0"/>
        </a:gradFill>
        <a:effectLst/>
      </p:bgPr>
    </p:bg>
    <p:spTree>
      <p:nvGrpSpPr>
        <p:cNvPr id="1" name=""/>
        <p:cNvGrpSpPr/>
        <p:nvPr/>
      </p:nvGrpSpPr>
      <p:grpSpPr>
        <a:xfrm>
          <a:off x="0" y="0"/>
          <a:ext cx="0" cy="0"/>
          <a:chOff x="0" y="0"/>
          <a:chExt cx="0" cy="0"/>
        </a:xfrm>
      </p:grpSpPr>
      <p:sp>
        <p:nvSpPr>
          <p:cNvPr id="6" name="Rote Fläche">
            <a:extLst>
              <a:ext uri="{FF2B5EF4-FFF2-40B4-BE49-F238E27FC236}">
                <a16:creationId xmlns:a16="http://schemas.microsoft.com/office/drawing/2014/main" id="{BAF61FBD-2008-7CD5-BAC8-631E9AC4F5DA}"/>
              </a:ext>
              <a:ext uri="{C183D7F6-B498-43B3-948B-1728B52AA6E4}">
                <adec:decorative xmlns:adec="http://schemas.microsoft.com/office/drawing/2017/decorative" val="1"/>
              </a:ext>
            </a:extLst>
          </p:cNvPr>
          <p:cNvSpPr txBox="1">
            <a:spLocks/>
          </p:cNvSpPr>
          <p:nvPr userDrawn="1"/>
        </p:nvSpPr>
        <p:spPr bwMode="gray">
          <a:xfrm rot="16200000" flipH="1" flipV="1">
            <a:off x="2472205" y="-2210919"/>
            <a:ext cx="6047437" cy="10991851"/>
          </a:xfrm>
          <a:prstGeom prst="round2SameRect">
            <a:avLst>
              <a:gd name="adj1" fmla="val 14776"/>
              <a:gd name="adj2" fmla="val 0"/>
            </a:avLst>
          </a:prstGeom>
          <a:solidFill>
            <a:schemeClr val="bg1"/>
          </a:solidFill>
          <a:ln>
            <a:no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4" name="Topline">
            <a:extLst>
              <a:ext uri="{FF2B5EF4-FFF2-40B4-BE49-F238E27FC236}">
                <a16:creationId xmlns:a16="http://schemas.microsoft.com/office/drawing/2014/main" id="{C1013B81-EB24-B25A-3218-D23B76A8900E}"/>
              </a:ext>
            </a:extLst>
          </p:cNvPr>
          <p:cNvSpPr>
            <a:spLocks noGrp="1"/>
          </p:cNvSpPr>
          <p:nvPr>
            <p:ph type="body" sz="quarter" idx="39" hasCustomPrompt="1"/>
          </p:nvPr>
        </p:nvSpPr>
        <p:spPr bwMode="gray">
          <a:xfrm>
            <a:off x="695401" y="548680"/>
            <a:ext cx="9937674"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3" name="Titel 2">
            <a:extLst>
              <a:ext uri="{FF2B5EF4-FFF2-40B4-BE49-F238E27FC236}">
                <a16:creationId xmlns:a16="http://schemas.microsoft.com/office/drawing/2014/main" id="{20A31F61-A5D5-B4DE-A616-9177151104A1}"/>
              </a:ext>
            </a:extLst>
          </p:cNvPr>
          <p:cNvSpPr>
            <a:spLocks noGrp="1"/>
          </p:cNvSpPr>
          <p:nvPr>
            <p:ph type="title" hasCustomPrompt="1"/>
          </p:nvPr>
        </p:nvSpPr>
        <p:spPr bwMode="gray">
          <a:xfrm>
            <a:off x="695325" y="908720"/>
            <a:ext cx="9936000" cy="576064"/>
          </a:xfrm>
        </p:spPr>
        <p:txBody>
          <a:bodyPr/>
          <a:lstStyle>
            <a:lvl1pPr>
              <a:defRPr>
                <a:solidFill>
                  <a:schemeClr val="bg2"/>
                </a:solidFill>
              </a:defRPr>
            </a:lvl1pPr>
          </a:lstStyle>
          <a:p>
            <a:r>
              <a:rPr lang="de-DE" dirty="0" err="1"/>
              <a:t>Agendatitel</a:t>
            </a:r>
            <a:r>
              <a:rPr lang="de-DE" dirty="0"/>
              <a:t> hinzufügen</a:t>
            </a:r>
          </a:p>
        </p:txBody>
      </p:sp>
      <p:sp>
        <p:nvSpPr>
          <p:cNvPr id="12" name="Textplatzhalter 11">
            <a:extLst>
              <a:ext uri="{FF2B5EF4-FFF2-40B4-BE49-F238E27FC236}">
                <a16:creationId xmlns:a16="http://schemas.microsoft.com/office/drawing/2014/main" id="{9F9C31DD-5053-A7DB-0918-DCC8EEBFFEAB}"/>
              </a:ext>
            </a:extLst>
          </p:cNvPr>
          <p:cNvSpPr>
            <a:spLocks noGrp="1" noChangeAspect="1"/>
          </p:cNvSpPr>
          <p:nvPr>
            <p:ph type="body" sz="quarter" idx="42" hasCustomPrompt="1"/>
          </p:nvPr>
        </p:nvSpPr>
        <p:spPr bwMode="gray">
          <a:xfrm>
            <a:off x="695325" y="1918800"/>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14" name="Textplatzhalter 13">
            <a:extLst>
              <a:ext uri="{FF2B5EF4-FFF2-40B4-BE49-F238E27FC236}">
                <a16:creationId xmlns:a16="http://schemas.microsoft.com/office/drawing/2014/main" id="{4661D413-0E66-4F1F-BDCF-544DC8E41603}"/>
              </a:ext>
            </a:extLst>
          </p:cNvPr>
          <p:cNvSpPr>
            <a:spLocks noGrp="1"/>
          </p:cNvSpPr>
          <p:nvPr>
            <p:ph type="body" sz="quarter" idx="43" hasCustomPrompt="1"/>
          </p:nvPr>
        </p:nvSpPr>
        <p:spPr bwMode="gray">
          <a:xfrm>
            <a:off x="1343025" y="1989138"/>
            <a:ext cx="4104000"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2" name="Textplatzhalter 11">
            <a:extLst>
              <a:ext uri="{FF2B5EF4-FFF2-40B4-BE49-F238E27FC236}">
                <a16:creationId xmlns:a16="http://schemas.microsoft.com/office/drawing/2014/main" id="{113CD2F9-72BE-732A-033C-58B5A7231333}"/>
              </a:ext>
            </a:extLst>
          </p:cNvPr>
          <p:cNvSpPr>
            <a:spLocks noGrp="1" noChangeAspect="1"/>
          </p:cNvSpPr>
          <p:nvPr>
            <p:ph type="body" sz="quarter" idx="44" hasCustomPrompt="1"/>
          </p:nvPr>
        </p:nvSpPr>
        <p:spPr bwMode="gray">
          <a:xfrm>
            <a:off x="695400" y="2710654"/>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5" name="Textplatzhalter 13">
            <a:extLst>
              <a:ext uri="{FF2B5EF4-FFF2-40B4-BE49-F238E27FC236}">
                <a16:creationId xmlns:a16="http://schemas.microsoft.com/office/drawing/2014/main" id="{09AB5DF8-4624-49C5-E88B-56EF4959EE7C}"/>
              </a:ext>
            </a:extLst>
          </p:cNvPr>
          <p:cNvSpPr>
            <a:spLocks noGrp="1"/>
          </p:cNvSpPr>
          <p:nvPr>
            <p:ph type="body" sz="quarter" idx="45" hasCustomPrompt="1"/>
          </p:nvPr>
        </p:nvSpPr>
        <p:spPr bwMode="gray">
          <a:xfrm>
            <a:off x="1343100" y="2780992"/>
            <a:ext cx="4104000"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8" name="Textplatzhalter 11">
            <a:extLst>
              <a:ext uri="{FF2B5EF4-FFF2-40B4-BE49-F238E27FC236}">
                <a16:creationId xmlns:a16="http://schemas.microsoft.com/office/drawing/2014/main" id="{D7139390-6F38-514A-5F04-7C8D06D4B49B}"/>
              </a:ext>
            </a:extLst>
          </p:cNvPr>
          <p:cNvSpPr>
            <a:spLocks noGrp="1" noChangeAspect="1"/>
          </p:cNvSpPr>
          <p:nvPr>
            <p:ph type="body" sz="quarter" idx="46" hasCustomPrompt="1"/>
          </p:nvPr>
        </p:nvSpPr>
        <p:spPr bwMode="gray">
          <a:xfrm>
            <a:off x="695475" y="3502508"/>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11" name="Textplatzhalter 13">
            <a:extLst>
              <a:ext uri="{FF2B5EF4-FFF2-40B4-BE49-F238E27FC236}">
                <a16:creationId xmlns:a16="http://schemas.microsoft.com/office/drawing/2014/main" id="{26792EF9-014B-BE59-3FFC-4837CE6300CA}"/>
              </a:ext>
            </a:extLst>
          </p:cNvPr>
          <p:cNvSpPr>
            <a:spLocks noGrp="1"/>
          </p:cNvSpPr>
          <p:nvPr>
            <p:ph type="body" sz="quarter" idx="47" hasCustomPrompt="1"/>
          </p:nvPr>
        </p:nvSpPr>
        <p:spPr bwMode="gray">
          <a:xfrm>
            <a:off x="1343175" y="3572846"/>
            <a:ext cx="4104000"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13" name="Textplatzhalter 11">
            <a:extLst>
              <a:ext uri="{FF2B5EF4-FFF2-40B4-BE49-F238E27FC236}">
                <a16:creationId xmlns:a16="http://schemas.microsoft.com/office/drawing/2014/main" id="{A14AF2D9-7841-5FD7-E6AE-5833D72D910B}"/>
              </a:ext>
            </a:extLst>
          </p:cNvPr>
          <p:cNvSpPr>
            <a:spLocks noGrp="1" noChangeAspect="1"/>
          </p:cNvSpPr>
          <p:nvPr>
            <p:ph type="body" sz="quarter" idx="48" hasCustomPrompt="1"/>
          </p:nvPr>
        </p:nvSpPr>
        <p:spPr bwMode="gray">
          <a:xfrm>
            <a:off x="695550" y="4294362"/>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15" name="Textplatzhalter 13">
            <a:extLst>
              <a:ext uri="{FF2B5EF4-FFF2-40B4-BE49-F238E27FC236}">
                <a16:creationId xmlns:a16="http://schemas.microsoft.com/office/drawing/2014/main" id="{EB2D2B1D-3949-A028-2291-ADFD6307DDF2}"/>
              </a:ext>
            </a:extLst>
          </p:cNvPr>
          <p:cNvSpPr>
            <a:spLocks noGrp="1"/>
          </p:cNvSpPr>
          <p:nvPr>
            <p:ph type="body" sz="quarter" idx="49" hasCustomPrompt="1"/>
          </p:nvPr>
        </p:nvSpPr>
        <p:spPr bwMode="gray">
          <a:xfrm>
            <a:off x="1343250" y="4364700"/>
            <a:ext cx="4104000"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16" name="Textplatzhalter 11">
            <a:extLst>
              <a:ext uri="{FF2B5EF4-FFF2-40B4-BE49-F238E27FC236}">
                <a16:creationId xmlns:a16="http://schemas.microsoft.com/office/drawing/2014/main" id="{0EB0B2E0-61D0-B78B-ACB5-59CE78706709}"/>
              </a:ext>
            </a:extLst>
          </p:cNvPr>
          <p:cNvSpPr>
            <a:spLocks noGrp="1" noChangeAspect="1"/>
          </p:cNvSpPr>
          <p:nvPr>
            <p:ph type="body" sz="quarter" idx="50" hasCustomPrompt="1"/>
          </p:nvPr>
        </p:nvSpPr>
        <p:spPr bwMode="gray">
          <a:xfrm>
            <a:off x="695625" y="5086216"/>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17" name="Textplatzhalter 13">
            <a:extLst>
              <a:ext uri="{FF2B5EF4-FFF2-40B4-BE49-F238E27FC236}">
                <a16:creationId xmlns:a16="http://schemas.microsoft.com/office/drawing/2014/main" id="{85638963-F357-77C4-169B-30064B7BAF24}"/>
              </a:ext>
            </a:extLst>
          </p:cNvPr>
          <p:cNvSpPr>
            <a:spLocks noGrp="1"/>
          </p:cNvSpPr>
          <p:nvPr>
            <p:ph type="body" sz="quarter" idx="51" hasCustomPrompt="1"/>
          </p:nvPr>
        </p:nvSpPr>
        <p:spPr bwMode="gray">
          <a:xfrm>
            <a:off x="1343325" y="5156554"/>
            <a:ext cx="4104000"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18" name="Textplatzhalter 11">
            <a:extLst>
              <a:ext uri="{FF2B5EF4-FFF2-40B4-BE49-F238E27FC236}">
                <a16:creationId xmlns:a16="http://schemas.microsoft.com/office/drawing/2014/main" id="{2820FC3D-EC6D-E8F1-49BC-67A80F5FA1FD}"/>
              </a:ext>
            </a:extLst>
          </p:cNvPr>
          <p:cNvSpPr>
            <a:spLocks noGrp="1" noChangeAspect="1"/>
          </p:cNvSpPr>
          <p:nvPr>
            <p:ph type="body" sz="quarter" idx="52" hasCustomPrompt="1"/>
          </p:nvPr>
        </p:nvSpPr>
        <p:spPr bwMode="gray">
          <a:xfrm>
            <a:off x="5880804" y="1916832"/>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19" name="Textplatzhalter 13">
            <a:extLst>
              <a:ext uri="{FF2B5EF4-FFF2-40B4-BE49-F238E27FC236}">
                <a16:creationId xmlns:a16="http://schemas.microsoft.com/office/drawing/2014/main" id="{57D9EAAC-9680-E897-8EA5-AD5FA5E1FE6A}"/>
              </a:ext>
            </a:extLst>
          </p:cNvPr>
          <p:cNvSpPr>
            <a:spLocks noGrp="1"/>
          </p:cNvSpPr>
          <p:nvPr>
            <p:ph type="body" sz="quarter" idx="53" hasCustomPrompt="1"/>
          </p:nvPr>
        </p:nvSpPr>
        <p:spPr bwMode="gray">
          <a:xfrm>
            <a:off x="6528504" y="1987170"/>
            <a:ext cx="4104000"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20" name="Textplatzhalter 11">
            <a:extLst>
              <a:ext uri="{FF2B5EF4-FFF2-40B4-BE49-F238E27FC236}">
                <a16:creationId xmlns:a16="http://schemas.microsoft.com/office/drawing/2014/main" id="{369F4FE7-AEE1-4E15-A1B1-BCDDC7C619D2}"/>
              </a:ext>
            </a:extLst>
          </p:cNvPr>
          <p:cNvSpPr>
            <a:spLocks noGrp="1" noChangeAspect="1"/>
          </p:cNvSpPr>
          <p:nvPr>
            <p:ph type="body" sz="quarter" idx="54" hasCustomPrompt="1"/>
          </p:nvPr>
        </p:nvSpPr>
        <p:spPr bwMode="gray">
          <a:xfrm>
            <a:off x="5879976" y="2710654"/>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21" name="Textplatzhalter 13">
            <a:extLst>
              <a:ext uri="{FF2B5EF4-FFF2-40B4-BE49-F238E27FC236}">
                <a16:creationId xmlns:a16="http://schemas.microsoft.com/office/drawing/2014/main" id="{7BD424D2-F543-9E66-790A-FC95F552AE56}"/>
              </a:ext>
            </a:extLst>
          </p:cNvPr>
          <p:cNvSpPr>
            <a:spLocks noGrp="1"/>
          </p:cNvSpPr>
          <p:nvPr>
            <p:ph type="body" sz="quarter" idx="55" hasCustomPrompt="1"/>
          </p:nvPr>
        </p:nvSpPr>
        <p:spPr bwMode="gray">
          <a:xfrm>
            <a:off x="6527676" y="2780992"/>
            <a:ext cx="4104000"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22" name="Textplatzhalter 11">
            <a:extLst>
              <a:ext uri="{FF2B5EF4-FFF2-40B4-BE49-F238E27FC236}">
                <a16:creationId xmlns:a16="http://schemas.microsoft.com/office/drawing/2014/main" id="{326708E8-6585-9148-4993-AF26288313D4}"/>
              </a:ext>
            </a:extLst>
          </p:cNvPr>
          <p:cNvSpPr>
            <a:spLocks noGrp="1" noChangeAspect="1"/>
          </p:cNvSpPr>
          <p:nvPr>
            <p:ph type="body" sz="quarter" idx="56" hasCustomPrompt="1"/>
          </p:nvPr>
        </p:nvSpPr>
        <p:spPr bwMode="gray">
          <a:xfrm>
            <a:off x="5879148" y="3504476"/>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23" name="Textplatzhalter 13">
            <a:extLst>
              <a:ext uri="{FF2B5EF4-FFF2-40B4-BE49-F238E27FC236}">
                <a16:creationId xmlns:a16="http://schemas.microsoft.com/office/drawing/2014/main" id="{15D6E505-2C82-13E2-F0C7-08ABEB461DAA}"/>
              </a:ext>
            </a:extLst>
          </p:cNvPr>
          <p:cNvSpPr>
            <a:spLocks noGrp="1"/>
          </p:cNvSpPr>
          <p:nvPr>
            <p:ph type="body" sz="quarter" idx="57" hasCustomPrompt="1"/>
          </p:nvPr>
        </p:nvSpPr>
        <p:spPr bwMode="gray">
          <a:xfrm>
            <a:off x="6526848" y="3574814"/>
            <a:ext cx="4104000"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24" name="Textplatzhalter 11">
            <a:extLst>
              <a:ext uri="{FF2B5EF4-FFF2-40B4-BE49-F238E27FC236}">
                <a16:creationId xmlns:a16="http://schemas.microsoft.com/office/drawing/2014/main" id="{839EBDA9-72B2-7C7E-46AB-0756EE54C653}"/>
              </a:ext>
            </a:extLst>
          </p:cNvPr>
          <p:cNvSpPr>
            <a:spLocks noGrp="1" noChangeAspect="1"/>
          </p:cNvSpPr>
          <p:nvPr>
            <p:ph type="body" sz="quarter" idx="58" hasCustomPrompt="1"/>
          </p:nvPr>
        </p:nvSpPr>
        <p:spPr bwMode="gray">
          <a:xfrm>
            <a:off x="5878320" y="4298298"/>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25" name="Textplatzhalter 13">
            <a:extLst>
              <a:ext uri="{FF2B5EF4-FFF2-40B4-BE49-F238E27FC236}">
                <a16:creationId xmlns:a16="http://schemas.microsoft.com/office/drawing/2014/main" id="{209821C6-D91F-2ED7-5DD9-4A84D6FC67D1}"/>
              </a:ext>
            </a:extLst>
          </p:cNvPr>
          <p:cNvSpPr>
            <a:spLocks noGrp="1"/>
          </p:cNvSpPr>
          <p:nvPr>
            <p:ph type="body" sz="quarter" idx="59" hasCustomPrompt="1"/>
          </p:nvPr>
        </p:nvSpPr>
        <p:spPr bwMode="gray">
          <a:xfrm>
            <a:off x="6526020" y="4368636"/>
            <a:ext cx="4104000"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26" name="Textplatzhalter 11">
            <a:extLst>
              <a:ext uri="{FF2B5EF4-FFF2-40B4-BE49-F238E27FC236}">
                <a16:creationId xmlns:a16="http://schemas.microsoft.com/office/drawing/2014/main" id="{B9A79F66-9CE7-CF33-C3BC-4F2A85D0365A}"/>
              </a:ext>
            </a:extLst>
          </p:cNvPr>
          <p:cNvSpPr>
            <a:spLocks noGrp="1" noChangeAspect="1"/>
          </p:cNvSpPr>
          <p:nvPr>
            <p:ph type="body" sz="quarter" idx="60" hasCustomPrompt="1"/>
          </p:nvPr>
        </p:nvSpPr>
        <p:spPr bwMode="gray">
          <a:xfrm>
            <a:off x="5877492" y="5092120"/>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27" name="Textplatzhalter 13">
            <a:extLst>
              <a:ext uri="{FF2B5EF4-FFF2-40B4-BE49-F238E27FC236}">
                <a16:creationId xmlns:a16="http://schemas.microsoft.com/office/drawing/2014/main" id="{3D4601E9-B825-BA82-280C-D48D58DE17DC}"/>
              </a:ext>
            </a:extLst>
          </p:cNvPr>
          <p:cNvSpPr>
            <a:spLocks noGrp="1"/>
          </p:cNvSpPr>
          <p:nvPr>
            <p:ph type="body" sz="quarter" idx="61" hasCustomPrompt="1"/>
          </p:nvPr>
        </p:nvSpPr>
        <p:spPr bwMode="gray">
          <a:xfrm>
            <a:off x="6525192" y="5162458"/>
            <a:ext cx="4104000"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28" name="Datumsplatzhalter 27">
            <a:extLst>
              <a:ext uri="{FF2B5EF4-FFF2-40B4-BE49-F238E27FC236}">
                <a16:creationId xmlns:a16="http://schemas.microsoft.com/office/drawing/2014/main" id="{94F18010-CAD5-F6BF-469E-5F954AB7238B}"/>
              </a:ext>
            </a:extLst>
          </p:cNvPr>
          <p:cNvSpPr>
            <a:spLocks noGrp="1"/>
          </p:cNvSpPr>
          <p:nvPr>
            <p:ph type="dt" sz="half" idx="62"/>
          </p:nvPr>
        </p:nvSpPr>
        <p:spPr bwMode="gray">
          <a:noFill/>
        </p:spPr>
        <p:txBody>
          <a:bodyPr/>
          <a:lstStyle/>
          <a:p>
            <a:r>
              <a:rPr lang="de-DE"/>
              <a:t>Intern, TT.MM.JJJJ</a:t>
            </a:r>
            <a:endParaRPr lang="de-DE" sz="800" dirty="0"/>
          </a:p>
        </p:txBody>
      </p:sp>
      <p:sp>
        <p:nvSpPr>
          <p:cNvPr id="30" name="Foliennummernplatzhalter 29">
            <a:extLst>
              <a:ext uri="{FF2B5EF4-FFF2-40B4-BE49-F238E27FC236}">
                <a16:creationId xmlns:a16="http://schemas.microsoft.com/office/drawing/2014/main" id="{5C4F673F-8FA2-E90D-25BF-C4A5E2216227}"/>
              </a:ext>
            </a:extLst>
          </p:cNvPr>
          <p:cNvSpPr>
            <a:spLocks noGrp="1"/>
          </p:cNvSpPr>
          <p:nvPr>
            <p:ph type="sldNum" sz="quarter" idx="64"/>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30693672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0-#ppt_w/2"/>
                                          </p:val>
                                        </p:tav>
                                        <p:tav tm="100000">
                                          <p:val>
                                            <p:strVal val="#ppt_x"/>
                                          </p:val>
                                        </p:tav>
                                      </p:tavLst>
                                    </p:anim>
                                    <p:anim calcmode="lin" valueType="num">
                                      <p:cBhvr additive="base">
                                        <p:cTn id="8" dur="7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extLst>
    <p:ext uri="{DCECCB84-F9BA-43D5-87BE-67443E8EF086}">
      <p15:sldGuideLst xmlns:p15="http://schemas.microsoft.com/office/powerpoint/2012/main">
        <p15:guide id="1" pos="6924">
          <p15:clr>
            <a:srgbClr val="FBAE40"/>
          </p15:clr>
        </p15:guide>
        <p15:guide id="2" orient="horz" pos="164">
          <p15:clr>
            <a:srgbClr val="FBAE40"/>
          </p15:clr>
        </p15:guide>
        <p15:guide id="3" pos="669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mit Bild">
    <p:bg>
      <p:bgPr>
        <a:solidFill>
          <a:schemeClr val="bg1"/>
        </a:solidFill>
        <a:effectLst/>
      </p:bgPr>
    </p:bg>
    <p:spTree>
      <p:nvGrpSpPr>
        <p:cNvPr id="1" name=""/>
        <p:cNvGrpSpPr/>
        <p:nvPr/>
      </p:nvGrpSpPr>
      <p:grpSpPr>
        <a:xfrm>
          <a:off x="0" y="0"/>
          <a:ext cx="0" cy="0"/>
          <a:chOff x="0" y="0"/>
          <a:chExt cx="0" cy="0"/>
        </a:xfrm>
      </p:grpSpPr>
      <p:sp>
        <p:nvSpPr>
          <p:cNvPr id="32" name="Bildplatzhalter 1">
            <a:extLst>
              <a:ext uri="{FF2B5EF4-FFF2-40B4-BE49-F238E27FC236}">
                <a16:creationId xmlns:a16="http://schemas.microsoft.com/office/drawing/2014/main" id="{8E40A40B-A7F9-E24A-8725-2381C09FB87C}"/>
              </a:ext>
              <a:ext uri="{C183D7F6-B498-43B3-948B-1728B52AA6E4}">
                <adec:decorative xmlns:adec="http://schemas.microsoft.com/office/drawing/2017/decorative" val="1"/>
              </a:ext>
            </a:extLst>
          </p:cNvPr>
          <p:cNvSpPr>
            <a:spLocks noGrp="1"/>
          </p:cNvSpPr>
          <p:nvPr>
            <p:ph type="pic" sz="quarter" idx="62"/>
          </p:nvPr>
        </p:nvSpPr>
        <p:spPr bwMode="gray">
          <a:xfrm>
            <a:off x="0" y="260350"/>
            <a:ext cx="4079879" cy="6047437"/>
          </a:xfrm>
          <a:custGeom>
            <a:avLst/>
            <a:gdLst>
              <a:gd name="connsiteX0" fmla="*/ 0 w 4079879"/>
              <a:gd name="connsiteY0" fmla="*/ 0 h 6047437"/>
              <a:gd name="connsiteX1" fmla="*/ 3197238 w 4079879"/>
              <a:gd name="connsiteY1" fmla="*/ 0 h 6047437"/>
              <a:gd name="connsiteX2" fmla="*/ 4079879 w 4079879"/>
              <a:gd name="connsiteY2" fmla="*/ 882641 h 6047437"/>
              <a:gd name="connsiteX3" fmla="*/ 4079879 w 4079879"/>
              <a:gd name="connsiteY3" fmla="*/ 5164796 h 6047437"/>
              <a:gd name="connsiteX4" fmla="*/ 3197238 w 4079879"/>
              <a:gd name="connsiteY4" fmla="*/ 6047437 h 6047437"/>
              <a:gd name="connsiteX5" fmla="*/ 0 w 4079879"/>
              <a:gd name="connsiteY5" fmla="*/ 6047437 h 6047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9879" h="6047437">
                <a:moveTo>
                  <a:pt x="0" y="0"/>
                </a:moveTo>
                <a:lnTo>
                  <a:pt x="3197238" y="0"/>
                </a:lnTo>
                <a:cubicBezTo>
                  <a:pt x="3684707" y="0"/>
                  <a:pt x="4079879" y="395172"/>
                  <a:pt x="4079879" y="882641"/>
                </a:cubicBezTo>
                <a:lnTo>
                  <a:pt x="4079879" y="5164796"/>
                </a:lnTo>
                <a:cubicBezTo>
                  <a:pt x="4079879" y="5652265"/>
                  <a:pt x="3684707" y="6047437"/>
                  <a:pt x="3197238" y="6047437"/>
                </a:cubicBezTo>
                <a:lnTo>
                  <a:pt x="0" y="6047437"/>
                </a:lnTo>
                <a:close/>
              </a:path>
            </a:pathLst>
          </a:custGeom>
          <a:gradFill>
            <a:gsLst>
              <a:gs pos="0">
                <a:srgbClr val="9B348E"/>
              </a:gs>
              <a:gs pos="89000">
                <a:schemeClr val="bg2"/>
              </a:gs>
              <a:gs pos="26000">
                <a:schemeClr val="bg2"/>
              </a:gs>
            </a:gsLst>
            <a:lin ang="13800000" scaled="0"/>
          </a:gradFill>
        </p:spPr>
        <p:txBody>
          <a:bodyPr wrap="square">
            <a:noAutofit/>
          </a:bodyPr>
          <a:lstStyle>
            <a:lvl1pPr>
              <a:defRPr sz="800">
                <a:noFill/>
              </a:defRPr>
            </a:lvl1pPr>
          </a:lstStyle>
          <a:p>
            <a:r>
              <a:rPr lang="de-DE"/>
              <a:t>Bild durch Klicken auf Symbol hinzufügen</a:t>
            </a:r>
            <a:endParaRPr lang="de-DE" dirty="0"/>
          </a:p>
        </p:txBody>
      </p:sp>
      <p:sp>
        <p:nvSpPr>
          <p:cNvPr id="4" name="Topline">
            <a:extLst>
              <a:ext uri="{FF2B5EF4-FFF2-40B4-BE49-F238E27FC236}">
                <a16:creationId xmlns:a16="http://schemas.microsoft.com/office/drawing/2014/main" id="{C1013B81-EB24-B25A-3218-D23B76A8900E}"/>
              </a:ext>
            </a:extLst>
          </p:cNvPr>
          <p:cNvSpPr>
            <a:spLocks noGrp="1"/>
          </p:cNvSpPr>
          <p:nvPr>
            <p:ph type="body" sz="quarter" idx="39" hasCustomPrompt="1"/>
          </p:nvPr>
        </p:nvSpPr>
        <p:spPr bwMode="gray">
          <a:xfrm>
            <a:off x="695401" y="548680"/>
            <a:ext cx="3097137" cy="288000"/>
          </a:xfrm>
        </p:spPr>
        <p:txBody>
          <a:bodyPr anchor="b"/>
          <a:lstStyle>
            <a:lvl1pPr marL="0" indent="0">
              <a:spcAft>
                <a:spcPts val="0"/>
              </a:spcAft>
              <a:buFontTx/>
              <a:buNone/>
              <a:defRPr sz="1400">
                <a:solidFill>
                  <a:schemeClr val="bg1"/>
                </a:solidFill>
                <a:latin typeface="+mn-lt"/>
              </a:defRPr>
            </a:lvl1pPr>
            <a:lvl2pPr marL="0" indent="0">
              <a:spcAft>
                <a:spcPts val="0"/>
              </a:spcAft>
              <a:buFontTx/>
              <a:buNone/>
              <a:defRPr sz="1400">
                <a:solidFill>
                  <a:schemeClr val="bg1"/>
                </a:solidFill>
                <a:latin typeface="+mn-lt"/>
              </a:defRPr>
            </a:lvl2pPr>
            <a:lvl3pPr marL="0" indent="0">
              <a:spcAft>
                <a:spcPts val="0"/>
              </a:spcAft>
              <a:buFontTx/>
              <a:buNone/>
              <a:defRPr sz="1400">
                <a:solidFill>
                  <a:schemeClr val="bg1"/>
                </a:solidFill>
                <a:latin typeface="+mn-lt"/>
              </a:defRPr>
            </a:lvl3pPr>
            <a:lvl4pPr marL="0" indent="0">
              <a:spcAft>
                <a:spcPts val="0"/>
              </a:spcAft>
              <a:buFontTx/>
              <a:buNone/>
              <a:defRPr sz="1400">
                <a:solidFill>
                  <a:schemeClr val="bg1"/>
                </a:solidFill>
                <a:latin typeface="+mn-lt"/>
              </a:defRPr>
            </a:lvl4pPr>
            <a:lvl5pPr marL="0" indent="0">
              <a:spcAft>
                <a:spcPts val="0"/>
              </a:spcAft>
              <a:buFontTx/>
              <a:buNone/>
              <a:defRPr sz="1400">
                <a:solidFill>
                  <a:schemeClr val="bg1"/>
                </a:solidFill>
                <a:latin typeface="+mn-lt"/>
              </a:defRPr>
            </a:lvl5pPr>
            <a:lvl6pPr marL="0" indent="0">
              <a:spcAft>
                <a:spcPts val="0"/>
              </a:spcAft>
              <a:buFontTx/>
              <a:buNone/>
              <a:defRPr sz="1400">
                <a:solidFill>
                  <a:schemeClr val="bg1"/>
                </a:solidFill>
                <a:latin typeface="+mn-lt"/>
              </a:defRPr>
            </a:lvl6pPr>
            <a:lvl7pPr marL="0" indent="0">
              <a:spcAft>
                <a:spcPts val="0"/>
              </a:spcAft>
              <a:buFontTx/>
              <a:buNone/>
              <a:defRPr sz="1400">
                <a:solidFill>
                  <a:schemeClr val="bg1"/>
                </a:solidFill>
                <a:latin typeface="+mn-lt"/>
              </a:defRPr>
            </a:lvl7pPr>
            <a:lvl8pPr marL="0" indent="0">
              <a:spcAft>
                <a:spcPts val="0"/>
              </a:spcAft>
              <a:buFontTx/>
              <a:buNone/>
              <a:defRPr sz="1400">
                <a:solidFill>
                  <a:schemeClr val="bg1"/>
                </a:solidFill>
                <a:latin typeface="+mn-lt"/>
              </a:defRPr>
            </a:lvl8pPr>
            <a:lvl9pPr marL="0" indent="0">
              <a:spcAft>
                <a:spcPts val="0"/>
              </a:spcAft>
              <a:buFontTx/>
              <a:buNone/>
              <a:defRPr sz="1400">
                <a:solidFill>
                  <a:schemeClr val="bg1"/>
                </a:solidFill>
                <a:latin typeface="+mn-lt"/>
              </a:defRPr>
            </a:lvl9pPr>
          </a:lstStyle>
          <a:p>
            <a:pPr lvl="0"/>
            <a:r>
              <a:rPr lang="de-DE" dirty="0"/>
              <a:t>Optionale </a:t>
            </a:r>
            <a:r>
              <a:rPr lang="de-DE" dirty="0" err="1"/>
              <a:t>Topline</a:t>
            </a:r>
            <a:r>
              <a:rPr lang="de-DE" dirty="0"/>
              <a:t> hinzufügen</a:t>
            </a:r>
          </a:p>
        </p:txBody>
      </p:sp>
      <p:sp>
        <p:nvSpPr>
          <p:cNvPr id="3" name="Titel 2">
            <a:extLst>
              <a:ext uri="{FF2B5EF4-FFF2-40B4-BE49-F238E27FC236}">
                <a16:creationId xmlns:a16="http://schemas.microsoft.com/office/drawing/2014/main" id="{20A31F61-A5D5-B4DE-A616-9177151104A1}"/>
              </a:ext>
            </a:extLst>
          </p:cNvPr>
          <p:cNvSpPr>
            <a:spLocks noGrp="1"/>
          </p:cNvSpPr>
          <p:nvPr>
            <p:ph type="title" hasCustomPrompt="1"/>
          </p:nvPr>
        </p:nvSpPr>
        <p:spPr bwMode="gray">
          <a:xfrm>
            <a:off x="695325" y="908720"/>
            <a:ext cx="3096419" cy="576064"/>
          </a:xfrm>
        </p:spPr>
        <p:txBody>
          <a:bodyPr/>
          <a:lstStyle>
            <a:lvl1pPr>
              <a:defRPr>
                <a:solidFill>
                  <a:schemeClr val="bg1"/>
                </a:solidFill>
              </a:defRPr>
            </a:lvl1pPr>
          </a:lstStyle>
          <a:p>
            <a:r>
              <a:rPr lang="de-DE" dirty="0" err="1"/>
              <a:t>Agendatitel</a:t>
            </a:r>
            <a:endParaRPr lang="de-DE" dirty="0"/>
          </a:p>
        </p:txBody>
      </p:sp>
      <p:sp>
        <p:nvSpPr>
          <p:cNvPr id="12" name="Textplatzhalter 11">
            <a:extLst>
              <a:ext uri="{FF2B5EF4-FFF2-40B4-BE49-F238E27FC236}">
                <a16:creationId xmlns:a16="http://schemas.microsoft.com/office/drawing/2014/main" id="{9F9C31DD-5053-A7DB-0918-DCC8EEBFFEAB}"/>
              </a:ext>
            </a:extLst>
          </p:cNvPr>
          <p:cNvSpPr>
            <a:spLocks noGrp="1" noChangeAspect="1"/>
          </p:cNvSpPr>
          <p:nvPr>
            <p:ph type="body" sz="quarter" idx="42" hasCustomPrompt="1"/>
          </p:nvPr>
        </p:nvSpPr>
        <p:spPr bwMode="gray">
          <a:xfrm>
            <a:off x="5016408" y="1918800"/>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14" name="Textplatzhalter 13">
            <a:extLst>
              <a:ext uri="{FF2B5EF4-FFF2-40B4-BE49-F238E27FC236}">
                <a16:creationId xmlns:a16="http://schemas.microsoft.com/office/drawing/2014/main" id="{4661D413-0E66-4F1F-BDCF-544DC8E41603}"/>
              </a:ext>
            </a:extLst>
          </p:cNvPr>
          <p:cNvSpPr>
            <a:spLocks noGrp="1"/>
          </p:cNvSpPr>
          <p:nvPr>
            <p:ph type="body" sz="quarter" idx="43" hasCustomPrompt="1"/>
          </p:nvPr>
        </p:nvSpPr>
        <p:spPr bwMode="gray">
          <a:xfrm>
            <a:off x="5664108" y="1989138"/>
            <a:ext cx="5327742"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2" name="Textplatzhalter 11">
            <a:extLst>
              <a:ext uri="{FF2B5EF4-FFF2-40B4-BE49-F238E27FC236}">
                <a16:creationId xmlns:a16="http://schemas.microsoft.com/office/drawing/2014/main" id="{113CD2F9-72BE-732A-033C-58B5A7231333}"/>
              </a:ext>
            </a:extLst>
          </p:cNvPr>
          <p:cNvSpPr>
            <a:spLocks noGrp="1" noChangeAspect="1"/>
          </p:cNvSpPr>
          <p:nvPr>
            <p:ph type="body" sz="quarter" idx="44" hasCustomPrompt="1"/>
          </p:nvPr>
        </p:nvSpPr>
        <p:spPr bwMode="gray">
          <a:xfrm>
            <a:off x="5016483" y="2710654"/>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5" name="Textplatzhalter 13">
            <a:extLst>
              <a:ext uri="{FF2B5EF4-FFF2-40B4-BE49-F238E27FC236}">
                <a16:creationId xmlns:a16="http://schemas.microsoft.com/office/drawing/2014/main" id="{09AB5DF8-4624-49C5-E88B-56EF4959EE7C}"/>
              </a:ext>
            </a:extLst>
          </p:cNvPr>
          <p:cNvSpPr>
            <a:spLocks noGrp="1"/>
          </p:cNvSpPr>
          <p:nvPr>
            <p:ph type="body" sz="quarter" idx="45" hasCustomPrompt="1"/>
          </p:nvPr>
        </p:nvSpPr>
        <p:spPr bwMode="gray">
          <a:xfrm>
            <a:off x="5664183" y="2780992"/>
            <a:ext cx="5327742"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8" name="Textplatzhalter 11">
            <a:extLst>
              <a:ext uri="{FF2B5EF4-FFF2-40B4-BE49-F238E27FC236}">
                <a16:creationId xmlns:a16="http://schemas.microsoft.com/office/drawing/2014/main" id="{D7139390-6F38-514A-5F04-7C8D06D4B49B}"/>
              </a:ext>
            </a:extLst>
          </p:cNvPr>
          <p:cNvSpPr>
            <a:spLocks noGrp="1" noChangeAspect="1"/>
          </p:cNvSpPr>
          <p:nvPr>
            <p:ph type="body" sz="quarter" idx="46" hasCustomPrompt="1"/>
          </p:nvPr>
        </p:nvSpPr>
        <p:spPr bwMode="gray">
          <a:xfrm>
            <a:off x="5016558" y="3502508"/>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11" name="Textplatzhalter 13">
            <a:extLst>
              <a:ext uri="{FF2B5EF4-FFF2-40B4-BE49-F238E27FC236}">
                <a16:creationId xmlns:a16="http://schemas.microsoft.com/office/drawing/2014/main" id="{26792EF9-014B-BE59-3FFC-4837CE6300CA}"/>
              </a:ext>
            </a:extLst>
          </p:cNvPr>
          <p:cNvSpPr>
            <a:spLocks noGrp="1"/>
          </p:cNvSpPr>
          <p:nvPr>
            <p:ph type="body" sz="quarter" idx="47" hasCustomPrompt="1"/>
          </p:nvPr>
        </p:nvSpPr>
        <p:spPr bwMode="gray">
          <a:xfrm>
            <a:off x="5664258" y="3572846"/>
            <a:ext cx="5327742"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13" name="Textplatzhalter 11">
            <a:extLst>
              <a:ext uri="{FF2B5EF4-FFF2-40B4-BE49-F238E27FC236}">
                <a16:creationId xmlns:a16="http://schemas.microsoft.com/office/drawing/2014/main" id="{A14AF2D9-7841-5FD7-E6AE-5833D72D910B}"/>
              </a:ext>
            </a:extLst>
          </p:cNvPr>
          <p:cNvSpPr>
            <a:spLocks noGrp="1" noChangeAspect="1"/>
          </p:cNvSpPr>
          <p:nvPr>
            <p:ph type="body" sz="quarter" idx="48" hasCustomPrompt="1"/>
          </p:nvPr>
        </p:nvSpPr>
        <p:spPr bwMode="gray">
          <a:xfrm>
            <a:off x="5016633" y="4294362"/>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15" name="Textplatzhalter 13">
            <a:extLst>
              <a:ext uri="{FF2B5EF4-FFF2-40B4-BE49-F238E27FC236}">
                <a16:creationId xmlns:a16="http://schemas.microsoft.com/office/drawing/2014/main" id="{EB2D2B1D-3949-A028-2291-ADFD6307DDF2}"/>
              </a:ext>
            </a:extLst>
          </p:cNvPr>
          <p:cNvSpPr>
            <a:spLocks noGrp="1"/>
          </p:cNvSpPr>
          <p:nvPr>
            <p:ph type="body" sz="quarter" idx="49" hasCustomPrompt="1"/>
          </p:nvPr>
        </p:nvSpPr>
        <p:spPr bwMode="gray">
          <a:xfrm>
            <a:off x="5664333" y="4364700"/>
            <a:ext cx="5327742"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16" name="Textplatzhalter 11">
            <a:extLst>
              <a:ext uri="{FF2B5EF4-FFF2-40B4-BE49-F238E27FC236}">
                <a16:creationId xmlns:a16="http://schemas.microsoft.com/office/drawing/2014/main" id="{0EB0B2E0-61D0-B78B-ACB5-59CE78706709}"/>
              </a:ext>
            </a:extLst>
          </p:cNvPr>
          <p:cNvSpPr>
            <a:spLocks noGrp="1" noChangeAspect="1"/>
          </p:cNvSpPr>
          <p:nvPr>
            <p:ph type="body" sz="quarter" idx="50" hasCustomPrompt="1"/>
          </p:nvPr>
        </p:nvSpPr>
        <p:spPr bwMode="gray">
          <a:xfrm>
            <a:off x="5016708" y="5086216"/>
            <a:ext cx="432000" cy="432000"/>
          </a:xfrm>
          <a:prstGeom prst="ellipse">
            <a:avLst/>
          </a:prstGeom>
          <a:solidFill>
            <a:schemeClr val="bg1">
              <a:alpha val="0"/>
            </a:schemeClr>
          </a:solidFill>
          <a:ln w="12700">
            <a:solidFill>
              <a:schemeClr val="bg2"/>
            </a:solidFill>
          </a:ln>
        </p:spPr>
        <p:txBody>
          <a:bodyPr wrap="none" anchor="ctr"/>
          <a:lstStyle>
            <a:lvl1pPr marL="0" indent="0" algn="ctr">
              <a:lnSpc>
                <a:spcPct val="100000"/>
              </a:lnSpc>
              <a:spcAft>
                <a:spcPts val="0"/>
              </a:spcAft>
              <a:buFontTx/>
              <a:buNone/>
              <a:defRPr sz="2400" spc="-100">
                <a:solidFill>
                  <a:schemeClr val="bg2"/>
                </a:solidFill>
                <a:latin typeface="+mn-lt"/>
              </a:defRPr>
            </a:lvl1pPr>
            <a:lvl2pPr marL="0" indent="0" algn="ctr">
              <a:lnSpc>
                <a:spcPct val="100000"/>
              </a:lnSpc>
              <a:spcAft>
                <a:spcPts val="0"/>
              </a:spcAft>
              <a:buFontTx/>
              <a:buNone/>
              <a:defRPr sz="2400" spc="-100">
                <a:solidFill>
                  <a:schemeClr val="bg2"/>
                </a:solidFill>
                <a:latin typeface="+mn-lt"/>
              </a:defRPr>
            </a:lvl2pPr>
            <a:lvl3pPr marL="0" indent="0" algn="ctr">
              <a:lnSpc>
                <a:spcPct val="100000"/>
              </a:lnSpc>
              <a:spcAft>
                <a:spcPts val="0"/>
              </a:spcAft>
              <a:buFontTx/>
              <a:buNone/>
              <a:defRPr sz="2400" spc="-100">
                <a:solidFill>
                  <a:schemeClr val="bg2"/>
                </a:solidFill>
                <a:latin typeface="+mn-lt"/>
              </a:defRPr>
            </a:lvl3pPr>
            <a:lvl4pPr marL="0" indent="0" algn="ctr">
              <a:lnSpc>
                <a:spcPct val="100000"/>
              </a:lnSpc>
              <a:spcAft>
                <a:spcPts val="0"/>
              </a:spcAft>
              <a:buFontTx/>
              <a:buNone/>
              <a:defRPr sz="2400" spc="-100">
                <a:solidFill>
                  <a:schemeClr val="bg2"/>
                </a:solidFill>
                <a:latin typeface="+mn-lt"/>
              </a:defRPr>
            </a:lvl4pPr>
            <a:lvl5pPr marL="0" indent="0" algn="ctr">
              <a:lnSpc>
                <a:spcPct val="100000"/>
              </a:lnSpc>
              <a:spcAft>
                <a:spcPts val="0"/>
              </a:spcAft>
              <a:buFontTx/>
              <a:buNone/>
              <a:defRPr sz="2400" spc="-100">
                <a:solidFill>
                  <a:schemeClr val="bg2"/>
                </a:solidFill>
                <a:latin typeface="+mn-lt"/>
              </a:defRPr>
            </a:lvl5pPr>
            <a:lvl6pPr marL="0" indent="0" algn="ctr">
              <a:lnSpc>
                <a:spcPct val="100000"/>
              </a:lnSpc>
              <a:spcAft>
                <a:spcPts val="0"/>
              </a:spcAft>
              <a:buFontTx/>
              <a:buNone/>
              <a:defRPr sz="2400" spc="-100">
                <a:solidFill>
                  <a:schemeClr val="bg2"/>
                </a:solidFill>
                <a:latin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a:pPr lvl="0"/>
            <a:r>
              <a:rPr lang="de-DE" dirty="0"/>
              <a:t>0</a:t>
            </a:r>
          </a:p>
        </p:txBody>
      </p:sp>
      <p:sp>
        <p:nvSpPr>
          <p:cNvPr id="17" name="Textplatzhalter 13">
            <a:extLst>
              <a:ext uri="{FF2B5EF4-FFF2-40B4-BE49-F238E27FC236}">
                <a16:creationId xmlns:a16="http://schemas.microsoft.com/office/drawing/2014/main" id="{85638963-F357-77C4-169B-30064B7BAF24}"/>
              </a:ext>
            </a:extLst>
          </p:cNvPr>
          <p:cNvSpPr>
            <a:spLocks noGrp="1"/>
          </p:cNvSpPr>
          <p:nvPr>
            <p:ph type="body" sz="quarter" idx="51" hasCustomPrompt="1"/>
          </p:nvPr>
        </p:nvSpPr>
        <p:spPr bwMode="gray">
          <a:xfrm>
            <a:off x="5664408" y="5156554"/>
            <a:ext cx="5327742" cy="576000"/>
          </a:xfrm>
        </p:spPr>
        <p:txBody>
          <a:bodyPr tIns="36000"/>
          <a:lstStyle>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defRPr>
            </a:lvl2pPr>
            <a:lvl3pPr marL="0" indent="0">
              <a:lnSpc>
                <a:spcPct val="100000"/>
              </a:lnSpc>
              <a:spcAft>
                <a:spcPts val="0"/>
              </a:spcAft>
              <a:buFontTx/>
              <a:buNone/>
              <a:defRPr sz="1600">
                <a:solidFill>
                  <a:schemeClr val="tx1"/>
                </a:solidFill>
                <a:latin typeface="+mn-lt"/>
              </a:defRPr>
            </a:lvl3pPr>
            <a:lvl4pPr marL="0" indent="0">
              <a:lnSpc>
                <a:spcPct val="100000"/>
              </a:lnSpc>
              <a:spcAft>
                <a:spcPts val="0"/>
              </a:spcAft>
              <a:buFontTx/>
              <a:buNone/>
              <a:defRPr sz="1600">
                <a:solidFill>
                  <a:schemeClr val="tx1"/>
                </a:solidFill>
                <a:latin typeface="+mn-lt"/>
              </a:defRPr>
            </a:lvl4pPr>
            <a:lvl5pPr marL="0" indent="0">
              <a:lnSpc>
                <a:spcPct val="100000"/>
              </a:lnSpc>
              <a:spcAft>
                <a:spcPts val="0"/>
              </a:spcAft>
              <a:buFontTx/>
              <a:buNone/>
              <a:defRPr sz="1600">
                <a:solidFill>
                  <a:schemeClr val="tx1"/>
                </a:solidFill>
                <a:latin typeface="+mn-lt"/>
              </a:defRPr>
            </a:lvl5pPr>
            <a:lvl6pPr marL="0" indent="0">
              <a:lnSpc>
                <a:spcPct val="100000"/>
              </a:lnSpc>
              <a:spcAft>
                <a:spcPts val="0"/>
              </a:spcAft>
              <a:buFontTx/>
              <a:buNone/>
              <a:defRPr sz="1600">
                <a:solidFill>
                  <a:schemeClr val="tx1"/>
                </a:solidFill>
                <a:latin typeface="+mn-lt"/>
              </a:defRPr>
            </a:lvl6pPr>
            <a:lvl7pPr marL="0" indent="0">
              <a:lnSpc>
                <a:spcPct val="100000"/>
              </a:lnSpc>
              <a:spcAft>
                <a:spcPts val="0"/>
              </a:spcAft>
              <a:buFontTx/>
              <a:buNone/>
              <a:defRPr sz="1600">
                <a:solidFill>
                  <a:schemeClr val="tx1"/>
                </a:solidFill>
                <a:latin typeface="+mn-lt"/>
              </a:defRPr>
            </a:lvl7pPr>
            <a:lvl8pPr marL="0" indent="0">
              <a:lnSpc>
                <a:spcPct val="100000"/>
              </a:lnSpc>
              <a:spcAft>
                <a:spcPts val="0"/>
              </a:spcAft>
              <a:buFontTx/>
              <a:buNone/>
              <a:defRPr sz="1600">
                <a:solidFill>
                  <a:schemeClr val="tx1"/>
                </a:solidFill>
                <a:latin typeface="+mn-lt"/>
              </a:defRPr>
            </a:lvl8pPr>
            <a:lvl9pPr marL="0" indent="0">
              <a:lnSpc>
                <a:spcPct val="100000"/>
              </a:lnSpc>
              <a:spcAft>
                <a:spcPts val="0"/>
              </a:spcAft>
              <a:buFontTx/>
              <a:buNone/>
              <a:defRPr sz="1600">
                <a:solidFill>
                  <a:schemeClr val="tx1"/>
                </a:solidFill>
                <a:latin typeface="+mn-lt"/>
              </a:defRPr>
            </a:lvl9pPr>
          </a:lstStyle>
          <a:p>
            <a:pPr lvl="0"/>
            <a:r>
              <a:rPr lang="de-DE" dirty="0" err="1"/>
              <a:t>Agendapunkt</a:t>
            </a:r>
            <a:r>
              <a:rPr lang="de-DE" dirty="0"/>
              <a:t> hinzufügen</a:t>
            </a:r>
          </a:p>
          <a:p>
            <a:pPr lvl="1"/>
            <a:r>
              <a:rPr lang="de-DE" dirty="0"/>
              <a:t>Zweite Ebene</a:t>
            </a:r>
          </a:p>
        </p:txBody>
      </p:sp>
      <p:sp>
        <p:nvSpPr>
          <p:cNvPr id="9" name="Datumsplatzhalter 8">
            <a:extLst>
              <a:ext uri="{FF2B5EF4-FFF2-40B4-BE49-F238E27FC236}">
                <a16:creationId xmlns:a16="http://schemas.microsoft.com/office/drawing/2014/main" id="{7438565C-1DFB-221C-56FC-5F25E21FCA58}"/>
              </a:ext>
            </a:extLst>
          </p:cNvPr>
          <p:cNvSpPr>
            <a:spLocks noGrp="1"/>
          </p:cNvSpPr>
          <p:nvPr>
            <p:ph type="dt" sz="half" idx="63"/>
          </p:nvPr>
        </p:nvSpPr>
        <p:spPr bwMode="gray"/>
        <p:txBody>
          <a:bodyPr/>
          <a:lstStyle/>
          <a:p>
            <a:r>
              <a:rPr lang="de-DE"/>
              <a:t>Intern, TT.MM.JJJJ</a:t>
            </a:r>
            <a:endParaRPr lang="de-DE" sz="800" dirty="0"/>
          </a:p>
        </p:txBody>
      </p:sp>
      <p:sp>
        <p:nvSpPr>
          <p:cNvPr id="18" name="Foliennummernplatzhalter 17">
            <a:extLst>
              <a:ext uri="{FF2B5EF4-FFF2-40B4-BE49-F238E27FC236}">
                <a16:creationId xmlns:a16="http://schemas.microsoft.com/office/drawing/2014/main" id="{58D725DF-C8B7-4966-5349-357119397D24}"/>
              </a:ext>
            </a:extLst>
          </p:cNvPr>
          <p:cNvSpPr>
            <a:spLocks noGrp="1"/>
          </p:cNvSpPr>
          <p:nvPr>
            <p:ph type="sldNum" sz="quarter" idx="65"/>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3540616837"/>
      </p:ext>
    </p:extLst>
  </p:cSld>
  <p:clrMapOvr>
    <a:masterClrMapping/>
  </p:clrMapOvr>
  <p:transition>
    <p:fade/>
  </p:transition>
  <p:extLst>
    <p:ext uri="{DCECCB84-F9BA-43D5-87BE-67443E8EF086}">
      <p15:sldGuideLst xmlns:p15="http://schemas.microsoft.com/office/powerpoint/2012/main">
        <p15:guide id="1" pos="6924">
          <p15:clr>
            <a:srgbClr val="FBAE40"/>
          </p15:clr>
        </p15:guide>
        <p15:guide id="2" orient="horz" pos="164">
          <p15:clr>
            <a:srgbClr val="FBAE40"/>
          </p15:clr>
        </p15:guide>
        <p15:guide id="4" pos="2389">
          <p15:clr>
            <a:srgbClr val="FBAE40"/>
          </p15:clr>
        </p15:guide>
        <p15:guide id="5" pos="356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apiteltrenner">
    <p:bg>
      <p:bgPr>
        <a:solidFill>
          <a:schemeClr val="bg1"/>
        </a:solidFill>
        <a:effectLst/>
      </p:bgPr>
    </p:bg>
    <p:spTree>
      <p:nvGrpSpPr>
        <p:cNvPr id="1" name=""/>
        <p:cNvGrpSpPr/>
        <p:nvPr/>
      </p:nvGrpSpPr>
      <p:grpSpPr>
        <a:xfrm>
          <a:off x="0" y="0"/>
          <a:ext cx="0" cy="0"/>
          <a:chOff x="0" y="0"/>
          <a:chExt cx="0" cy="0"/>
        </a:xfrm>
      </p:grpSpPr>
      <p:grpSp>
        <p:nvGrpSpPr>
          <p:cNvPr id="28" name="Gruppieren 27">
            <a:extLst>
              <a:ext uri="{FF2B5EF4-FFF2-40B4-BE49-F238E27FC236}">
                <a16:creationId xmlns:a16="http://schemas.microsoft.com/office/drawing/2014/main" id="{60DE7BF4-2A5B-CBA0-7D62-ACF0BDF71E65}"/>
              </a:ext>
              <a:ext uri="{C183D7F6-B498-43B3-948B-1728B52AA6E4}">
                <adec:decorative xmlns:adec="http://schemas.microsoft.com/office/drawing/2017/decorative" val="1"/>
              </a:ext>
            </a:extLst>
          </p:cNvPr>
          <p:cNvGrpSpPr/>
          <p:nvPr userDrawn="1"/>
        </p:nvGrpSpPr>
        <p:grpSpPr bwMode="gray">
          <a:xfrm>
            <a:off x="6960096" y="764704"/>
            <a:ext cx="4295800" cy="3733025"/>
            <a:chOff x="7392143" y="620688"/>
            <a:chExt cx="4295800" cy="3733025"/>
          </a:xfrm>
        </p:grpSpPr>
        <p:sp>
          <p:nvSpPr>
            <p:cNvPr id="29" name="Titel 13">
              <a:extLst>
                <a:ext uri="{FF2B5EF4-FFF2-40B4-BE49-F238E27FC236}">
                  <a16:creationId xmlns:a16="http://schemas.microsoft.com/office/drawing/2014/main" id="{143F6D16-6151-0966-110E-00FE549D941B}"/>
                </a:ext>
              </a:extLst>
            </p:cNvPr>
            <p:cNvSpPr txBox="1">
              <a:spLocks/>
            </p:cNvSpPr>
            <p:nvPr/>
          </p:nvSpPr>
          <p:spPr bwMode="gray">
            <a:xfrm>
              <a:off x="7392143" y="2625521"/>
              <a:ext cx="725355" cy="755577"/>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0" name="Titel 13">
              <a:extLst>
                <a:ext uri="{FF2B5EF4-FFF2-40B4-BE49-F238E27FC236}">
                  <a16:creationId xmlns:a16="http://schemas.microsoft.com/office/drawing/2014/main" id="{8344A1BA-DF2C-0D96-8127-20064B05B444}"/>
                </a:ext>
              </a:extLst>
            </p:cNvPr>
            <p:cNvSpPr txBox="1">
              <a:spLocks/>
            </p:cNvSpPr>
            <p:nvPr/>
          </p:nvSpPr>
          <p:spPr bwMode="gray">
            <a:xfrm>
              <a:off x="8367985" y="2451385"/>
              <a:ext cx="1826236" cy="1902328"/>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1" name="Titel 13">
              <a:extLst>
                <a:ext uri="{FF2B5EF4-FFF2-40B4-BE49-F238E27FC236}">
                  <a16:creationId xmlns:a16="http://schemas.microsoft.com/office/drawing/2014/main" id="{2EC0A292-38B8-AE58-352B-B50FF221170D}"/>
                </a:ext>
              </a:extLst>
            </p:cNvPr>
            <p:cNvSpPr txBox="1">
              <a:spLocks/>
            </p:cNvSpPr>
            <p:nvPr/>
          </p:nvSpPr>
          <p:spPr bwMode="gray">
            <a:xfrm>
              <a:off x="7392143" y="1225974"/>
              <a:ext cx="1124103" cy="1170940"/>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2" name="Titel 13">
              <a:extLst>
                <a:ext uri="{FF2B5EF4-FFF2-40B4-BE49-F238E27FC236}">
                  <a16:creationId xmlns:a16="http://schemas.microsoft.com/office/drawing/2014/main" id="{57AFB644-9D7B-4091-B1D4-CE0B85D4260D}"/>
                </a:ext>
              </a:extLst>
            </p:cNvPr>
            <p:cNvSpPr txBox="1">
              <a:spLocks/>
            </p:cNvSpPr>
            <p:nvPr/>
          </p:nvSpPr>
          <p:spPr bwMode="gray">
            <a:xfrm>
              <a:off x="7997429" y="1571851"/>
              <a:ext cx="1297042" cy="1351085"/>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3" name="Titel 13">
              <a:extLst>
                <a:ext uri="{FF2B5EF4-FFF2-40B4-BE49-F238E27FC236}">
                  <a16:creationId xmlns:a16="http://schemas.microsoft.com/office/drawing/2014/main" id="{E81C45BB-602D-7127-F200-0A6BF32AA9CE}"/>
                </a:ext>
              </a:extLst>
            </p:cNvPr>
            <p:cNvSpPr txBox="1">
              <a:spLocks/>
            </p:cNvSpPr>
            <p:nvPr/>
          </p:nvSpPr>
          <p:spPr bwMode="gray">
            <a:xfrm>
              <a:off x="8256838" y="620688"/>
              <a:ext cx="691755" cy="720579"/>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4" name="Titel 13">
              <a:extLst>
                <a:ext uri="{FF2B5EF4-FFF2-40B4-BE49-F238E27FC236}">
                  <a16:creationId xmlns:a16="http://schemas.microsoft.com/office/drawing/2014/main" id="{88705C76-EDF8-82B0-49FB-591BCB5E6AAB}"/>
                </a:ext>
              </a:extLst>
            </p:cNvPr>
            <p:cNvSpPr txBox="1">
              <a:spLocks/>
            </p:cNvSpPr>
            <p:nvPr/>
          </p:nvSpPr>
          <p:spPr bwMode="gray">
            <a:xfrm>
              <a:off x="8775179" y="793627"/>
              <a:ext cx="951639" cy="991292"/>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5" name="Titel 13">
              <a:extLst>
                <a:ext uri="{FF2B5EF4-FFF2-40B4-BE49-F238E27FC236}">
                  <a16:creationId xmlns:a16="http://schemas.microsoft.com/office/drawing/2014/main" id="{446680A8-E025-66BD-E141-D8FBA3BD60CF}"/>
                </a:ext>
              </a:extLst>
            </p:cNvPr>
            <p:cNvSpPr txBox="1">
              <a:spLocks/>
            </p:cNvSpPr>
            <p:nvPr/>
          </p:nvSpPr>
          <p:spPr bwMode="gray">
            <a:xfrm>
              <a:off x="9467410" y="1038197"/>
              <a:ext cx="1642919" cy="1711376"/>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6" name="Titel 13">
              <a:extLst>
                <a:ext uri="{FF2B5EF4-FFF2-40B4-BE49-F238E27FC236}">
                  <a16:creationId xmlns:a16="http://schemas.microsoft.com/office/drawing/2014/main" id="{9CA4D635-82E2-E43B-C305-D78D6B8BBDC8}"/>
                </a:ext>
              </a:extLst>
            </p:cNvPr>
            <p:cNvSpPr txBox="1">
              <a:spLocks/>
            </p:cNvSpPr>
            <p:nvPr/>
          </p:nvSpPr>
          <p:spPr bwMode="gray">
            <a:xfrm>
              <a:off x="9813287" y="2090668"/>
              <a:ext cx="913117" cy="951164"/>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7" name="Titel 13">
              <a:extLst>
                <a:ext uri="{FF2B5EF4-FFF2-40B4-BE49-F238E27FC236}">
                  <a16:creationId xmlns:a16="http://schemas.microsoft.com/office/drawing/2014/main" id="{F76B7C93-5D29-CEA6-9B3E-11B57859B635}"/>
                </a:ext>
              </a:extLst>
            </p:cNvPr>
            <p:cNvSpPr txBox="1">
              <a:spLocks/>
            </p:cNvSpPr>
            <p:nvPr/>
          </p:nvSpPr>
          <p:spPr bwMode="gray">
            <a:xfrm>
              <a:off x="11023858" y="1225974"/>
              <a:ext cx="664085" cy="691756"/>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grpSp>
      <p:sp>
        <p:nvSpPr>
          <p:cNvPr id="13" name="Titel">
            <a:extLst>
              <a:ext uri="{FF2B5EF4-FFF2-40B4-BE49-F238E27FC236}">
                <a16:creationId xmlns:a16="http://schemas.microsoft.com/office/drawing/2014/main" id="{C3466856-32C0-892F-381B-28F0C5F50825}"/>
              </a:ext>
            </a:extLst>
          </p:cNvPr>
          <p:cNvSpPr>
            <a:spLocks noGrp="1"/>
          </p:cNvSpPr>
          <p:nvPr>
            <p:ph type="title" hasCustomPrompt="1"/>
          </p:nvPr>
        </p:nvSpPr>
        <p:spPr bwMode="gray">
          <a:xfrm>
            <a:off x="708101" y="3154752"/>
            <a:ext cx="7475463" cy="2290168"/>
          </a:xfrm>
          <a:prstGeom prst="round2DiagRect">
            <a:avLst>
              <a:gd name="adj1" fmla="val 14858"/>
              <a:gd name="adj2" fmla="val 0"/>
            </a:avLst>
          </a:prstGeom>
          <a:gradFill>
            <a:gsLst>
              <a:gs pos="70642">
                <a:schemeClr val="bg2"/>
              </a:gs>
              <a:gs pos="0">
                <a:srgbClr val="9B348E">
                  <a:alpha val="72000"/>
                </a:srgbClr>
              </a:gs>
              <a:gs pos="37000">
                <a:schemeClr val="bg2"/>
              </a:gs>
            </a:gsLst>
            <a:lin ang="13200000" scaled="0"/>
          </a:gradFill>
        </p:spPr>
        <p:txBody>
          <a:bodyPr wrap="square" lIns="468000" tIns="216000" rIns="360000" bIns="828000" anchor="b" anchorCtr="0">
            <a:spAutoFit/>
          </a:bodyPr>
          <a:lstStyle>
            <a:lvl1pPr>
              <a:tabLst>
                <a:tab pos="8061325" algn="r"/>
              </a:tabLst>
              <a:defRPr>
                <a:solidFill>
                  <a:schemeClr val="bg1"/>
                </a:solidFill>
              </a:defRPr>
            </a:lvl1pPr>
          </a:lstStyle>
          <a:p>
            <a:r>
              <a:rPr lang="de-DE" dirty="0"/>
              <a:t>Kapitelnamen </a:t>
            </a:r>
            <a:br>
              <a:rPr lang="de-DE" dirty="0"/>
            </a:br>
            <a:r>
              <a:rPr lang="de-DE" dirty="0"/>
              <a:t>einfügen</a:t>
            </a:r>
          </a:p>
        </p:txBody>
      </p:sp>
      <p:sp>
        <p:nvSpPr>
          <p:cNvPr id="9" name="Untertitel">
            <a:extLst>
              <a:ext uri="{FF2B5EF4-FFF2-40B4-BE49-F238E27FC236}">
                <a16:creationId xmlns:a16="http://schemas.microsoft.com/office/drawing/2014/main" id="{F1D8F93D-E1D4-A591-CD1D-30B0ACA96095}"/>
              </a:ext>
            </a:extLst>
          </p:cNvPr>
          <p:cNvSpPr>
            <a:spLocks noGrp="1"/>
          </p:cNvSpPr>
          <p:nvPr>
            <p:ph type="body" sz="quarter" idx="14" hasCustomPrompt="1"/>
          </p:nvPr>
        </p:nvSpPr>
        <p:spPr bwMode="gray">
          <a:xfrm>
            <a:off x="1271464" y="4725144"/>
            <a:ext cx="6553324" cy="360040"/>
          </a:xfrm>
        </p:spPr>
        <p:txBody>
          <a:bodyPr/>
          <a:lstStyle>
            <a:lvl1pPr marL="0" indent="0">
              <a:lnSpc>
                <a:spcPct val="100000"/>
              </a:lnSpc>
              <a:spcAft>
                <a:spcPts val="0"/>
              </a:spcAft>
              <a:buFontTx/>
              <a:buNone/>
              <a:defRPr sz="1800">
                <a:solidFill>
                  <a:schemeClr val="bg1"/>
                </a:solidFill>
                <a:latin typeface="+mn-lt"/>
              </a:defRPr>
            </a:lvl1pPr>
            <a:lvl2pPr marL="0" indent="0">
              <a:lnSpc>
                <a:spcPct val="100000"/>
              </a:lnSpc>
              <a:spcAft>
                <a:spcPts val="0"/>
              </a:spcAft>
              <a:buFontTx/>
              <a:buNone/>
              <a:defRPr sz="1800">
                <a:solidFill>
                  <a:schemeClr val="bg1"/>
                </a:solidFill>
                <a:latin typeface="+mn-lt"/>
              </a:defRPr>
            </a:lvl2pPr>
            <a:lvl3pPr marL="0" indent="0">
              <a:lnSpc>
                <a:spcPct val="100000"/>
              </a:lnSpc>
              <a:spcAft>
                <a:spcPts val="0"/>
              </a:spcAft>
              <a:buFontTx/>
              <a:buNone/>
              <a:defRPr sz="1800">
                <a:solidFill>
                  <a:schemeClr val="bg1"/>
                </a:solidFill>
                <a:latin typeface="+mn-lt"/>
              </a:defRPr>
            </a:lvl3pPr>
            <a:lvl4pPr marL="0" indent="0">
              <a:lnSpc>
                <a:spcPct val="100000"/>
              </a:lnSpc>
              <a:spcAft>
                <a:spcPts val="0"/>
              </a:spcAft>
              <a:buFontTx/>
              <a:buNone/>
              <a:defRPr sz="1800">
                <a:solidFill>
                  <a:schemeClr val="bg1"/>
                </a:solidFill>
                <a:latin typeface="+mn-lt"/>
              </a:defRPr>
            </a:lvl4pPr>
            <a:lvl5pPr marL="0" indent="0">
              <a:lnSpc>
                <a:spcPct val="100000"/>
              </a:lnSpc>
              <a:spcAft>
                <a:spcPts val="0"/>
              </a:spcAft>
              <a:buFontTx/>
              <a:buNone/>
              <a:defRPr sz="1800">
                <a:solidFill>
                  <a:schemeClr val="bg1"/>
                </a:solidFill>
                <a:latin typeface="+mn-lt"/>
              </a:defRPr>
            </a:lvl5pPr>
            <a:lvl6pPr marL="0" indent="0">
              <a:lnSpc>
                <a:spcPct val="100000"/>
              </a:lnSpc>
              <a:spcAft>
                <a:spcPts val="0"/>
              </a:spcAft>
              <a:buFontTx/>
              <a:buNone/>
              <a:defRPr sz="1800">
                <a:solidFill>
                  <a:schemeClr val="bg1"/>
                </a:solidFill>
                <a:latin typeface="+mn-lt"/>
              </a:defRPr>
            </a:lvl6pPr>
            <a:lvl7pPr marL="0" indent="0">
              <a:lnSpc>
                <a:spcPct val="100000"/>
              </a:lnSpc>
              <a:spcAft>
                <a:spcPts val="0"/>
              </a:spcAft>
              <a:buFontTx/>
              <a:buNone/>
              <a:defRPr sz="1800">
                <a:solidFill>
                  <a:schemeClr val="bg1"/>
                </a:solidFill>
                <a:latin typeface="+mn-lt"/>
              </a:defRPr>
            </a:lvl7pPr>
            <a:lvl8pPr marL="0" indent="0">
              <a:lnSpc>
                <a:spcPct val="100000"/>
              </a:lnSpc>
              <a:spcAft>
                <a:spcPts val="0"/>
              </a:spcAft>
              <a:buFontTx/>
              <a:buNone/>
              <a:defRPr sz="1800">
                <a:solidFill>
                  <a:schemeClr val="bg1"/>
                </a:solidFill>
                <a:latin typeface="+mn-lt"/>
              </a:defRPr>
            </a:lvl8pPr>
            <a:lvl9pPr marL="0" indent="0">
              <a:lnSpc>
                <a:spcPct val="100000"/>
              </a:lnSpc>
              <a:spcAft>
                <a:spcPts val="0"/>
              </a:spcAft>
              <a:buFontTx/>
              <a:buNone/>
              <a:defRPr sz="1800">
                <a:solidFill>
                  <a:schemeClr val="bg1"/>
                </a:solidFill>
                <a:latin typeface="+mn-lt"/>
              </a:defRPr>
            </a:lvl9pPr>
          </a:lstStyle>
          <a:p>
            <a:pPr lvl="0"/>
            <a:r>
              <a:rPr lang="de-DE" dirty="0"/>
              <a:t>Kapitelunterschrift optional einfügen</a:t>
            </a:r>
          </a:p>
        </p:txBody>
      </p:sp>
      <p:sp>
        <p:nvSpPr>
          <p:cNvPr id="5" name="Datumsplatzhalter 4">
            <a:extLst>
              <a:ext uri="{FF2B5EF4-FFF2-40B4-BE49-F238E27FC236}">
                <a16:creationId xmlns:a16="http://schemas.microsoft.com/office/drawing/2014/main" id="{EC19F589-A23B-8049-CCC0-780172FEB407}"/>
              </a:ext>
            </a:extLst>
          </p:cNvPr>
          <p:cNvSpPr>
            <a:spLocks noGrp="1"/>
          </p:cNvSpPr>
          <p:nvPr>
            <p:ph type="dt" sz="half" idx="15"/>
          </p:nvPr>
        </p:nvSpPr>
        <p:spPr bwMode="gray"/>
        <p:txBody>
          <a:bodyPr/>
          <a:lstStyle/>
          <a:p>
            <a:r>
              <a:rPr lang="de-DE"/>
              <a:t>Intern, TT.MM.JJJJ</a:t>
            </a:r>
            <a:endParaRPr lang="de-DE" sz="800" dirty="0"/>
          </a:p>
        </p:txBody>
      </p:sp>
      <p:sp>
        <p:nvSpPr>
          <p:cNvPr id="7" name="Foliennummernplatzhalter 6">
            <a:extLst>
              <a:ext uri="{FF2B5EF4-FFF2-40B4-BE49-F238E27FC236}">
                <a16:creationId xmlns:a16="http://schemas.microsoft.com/office/drawing/2014/main" id="{BFEE1DD0-22ED-7CB7-F48F-065A34725E85}"/>
              </a:ext>
            </a:extLst>
          </p:cNvPr>
          <p:cNvSpPr>
            <a:spLocks noGrp="1"/>
          </p:cNvSpPr>
          <p:nvPr>
            <p:ph type="sldNum" sz="quarter" idx="17"/>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1220583959"/>
      </p:ext>
    </p:extLst>
  </p:cSld>
  <p:clrMapOvr>
    <a:masterClrMapping/>
  </p:clrMapOvr>
  <p:transition>
    <p:fade/>
  </p:transition>
  <p:extLst>
    <p:ext uri="{DCECCB84-F9BA-43D5-87BE-67443E8EF086}">
      <p15:sldGuideLst xmlns:p15="http://schemas.microsoft.com/office/powerpoint/2012/main">
        <p15:guide id="1" pos="4929">
          <p15:clr>
            <a:srgbClr val="FBAE40"/>
          </p15:clr>
        </p15:guide>
        <p15:guide id="2" pos="80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piteltrenner mit hellem Bild">
    <p:bg>
      <p:bgPr>
        <a:solidFill>
          <a:schemeClr val="bg1"/>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DAE36028-4DE1-CB9B-BA77-C46A54F0A510}"/>
              </a:ext>
            </a:extLst>
          </p:cNvPr>
          <p:cNvSpPr/>
          <p:nvPr userDrawn="1"/>
        </p:nvSpPr>
        <p:spPr bwMode="gray">
          <a:xfrm>
            <a:off x="0" y="0"/>
            <a:ext cx="12192000" cy="6453188"/>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grpSp>
        <p:nvGrpSpPr>
          <p:cNvPr id="11" name="Hinweis Bild">
            <a:extLst>
              <a:ext uri="{FF2B5EF4-FFF2-40B4-BE49-F238E27FC236}">
                <a16:creationId xmlns:a16="http://schemas.microsoft.com/office/drawing/2014/main" id="{F3D499D6-4FA4-177A-6354-6DD1F4CFBA3D}"/>
              </a:ext>
              <a:ext uri="{C183D7F6-B498-43B3-948B-1728B52AA6E4}">
                <adec:decorative xmlns:adec="http://schemas.microsoft.com/office/drawing/2017/decorative" val="1"/>
              </a:ext>
            </a:extLst>
          </p:cNvPr>
          <p:cNvGrpSpPr>
            <a:grpSpLocks noGrp="1" noUngrp="1" noRot="1" noMove="1" noResize="1"/>
          </p:cNvGrpSpPr>
          <p:nvPr userDrawn="1"/>
        </p:nvGrpSpPr>
        <p:grpSpPr bwMode="gray">
          <a:xfrm>
            <a:off x="12265536" y="0"/>
            <a:ext cx="1967368" cy="5227668"/>
            <a:chOff x="-2203588" y="-257857"/>
            <a:chExt cx="1967368" cy="5227668"/>
          </a:xfrm>
        </p:grpSpPr>
        <p:sp>
          <p:nvSpPr>
            <p:cNvPr id="12" name="Hinweis">
              <a:extLst>
                <a:ext uri="{FF2B5EF4-FFF2-40B4-BE49-F238E27FC236}">
                  <a16:creationId xmlns:a16="http://schemas.microsoft.com/office/drawing/2014/main" id="{FC58B7B9-C522-6AAE-B0EB-717EDF58191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2184920" y="-257857"/>
              <a:ext cx="1944216" cy="320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bIns="108000" rtlCol="0" anchor="b" anchorCtr="0">
              <a:spAutoFit/>
            </a:bodyPr>
            <a:lstStyle/>
            <a:p>
              <a:pPr marL="0" marR="0" lvl="0"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200" b="0" i="0" u="none" strike="noStrike" kern="1200" cap="none" spc="0" normalizeH="0" baseline="0" noProof="0" dirty="0">
                  <a:ln>
                    <a:noFill/>
                  </a:ln>
                  <a:solidFill>
                    <a:srgbClr val="000000"/>
                  </a:solidFill>
                  <a:effectLst/>
                  <a:uLnTx/>
                  <a:uFillTx/>
                  <a:latin typeface="Sparkasse Head"/>
                  <a:ea typeface="+mn-ea"/>
                  <a:cs typeface="+mn-cs"/>
                </a:rPr>
                <a:t>Bitte beachten:</a:t>
              </a:r>
            </a:p>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100" b="0" i="0" u="none" strike="noStrike" kern="1200" cap="none" spc="0" normalizeH="0" baseline="0" noProof="0" dirty="0">
                  <a:ln>
                    <a:noFill/>
                  </a:ln>
                  <a:solidFill>
                    <a:srgbClr val="000000"/>
                  </a:solidFill>
                  <a:effectLst/>
                  <a:uLnTx/>
                  <a:uFillTx/>
                  <a:latin typeface="Sparkasse Lt"/>
                  <a:ea typeface="+mn-ea"/>
                  <a:cs typeface="+mn-cs"/>
                </a:rPr>
                <a:t>Damit der Bildplatzhalter </a:t>
              </a:r>
              <a:br>
                <a:rPr kumimoji="0" lang="de-DE" sz="1100" b="0" i="0" u="none" strike="noStrike" kern="1200" cap="none" spc="0" normalizeH="0" baseline="0" noProof="0" dirty="0">
                  <a:ln>
                    <a:noFill/>
                  </a:ln>
                  <a:solidFill>
                    <a:srgbClr val="000000"/>
                  </a:solidFill>
                  <a:effectLst/>
                  <a:uLnTx/>
                  <a:uFillTx/>
                  <a:latin typeface="Sparkasse Lt"/>
                  <a:ea typeface="+mn-ea"/>
                  <a:cs typeface="+mn-cs"/>
                </a:rPr>
              </a:br>
              <a:r>
                <a:rPr kumimoji="0" lang="de-DE" sz="1100" b="0" i="0" u="none" strike="noStrike" kern="1200" cap="none" spc="0" normalizeH="0" baseline="0" noProof="0" dirty="0">
                  <a:ln>
                    <a:noFill/>
                  </a:ln>
                  <a:solidFill>
                    <a:srgbClr val="000000"/>
                  </a:solidFill>
                  <a:effectLst/>
                  <a:uLnTx/>
                  <a:uFillTx/>
                  <a:latin typeface="Sparkasse Lt"/>
                  <a:ea typeface="+mn-ea"/>
                  <a:cs typeface="+mn-cs"/>
                </a:rPr>
                <a:t>für das Hintergrundbild einfacher </a:t>
              </a:r>
              <a:r>
                <a:rPr kumimoji="0" lang="de-DE" sz="1100" b="0" i="0" u="none" strike="noStrike" kern="1200" cap="none" spc="0" normalizeH="0" baseline="0" noProof="0" dirty="0" err="1">
                  <a:ln>
                    <a:noFill/>
                  </a:ln>
                  <a:solidFill>
                    <a:srgbClr val="000000"/>
                  </a:solidFill>
                  <a:effectLst/>
                  <a:uLnTx/>
                  <a:uFillTx/>
                  <a:latin typeface="Sparkasse Lt"/>
                  <a:ea typeface="+mn-ea"/>
                  <a:cs typeface="+mn-cs"/>
                </a:rPr>
                <a:t>mithilfe</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 des Symbols befüllt werden kann, liegt dieser im Vordergrund der Folie. Wenn Sie das Bild eingesetzt haben, müssen Sie dieses </a:t>
              </a:r>
              <a:r>
                <a:rPr kumimoji="0" lang="de-DE" sz="1100" b="0" i="0" u="none" strike="noStrike" kern="1200" cap="none" spc="0" normalizeH="0" baseline="0" noProof="0" dirty="0">
                  <a:ln>
                    <a:noFill/>
                  </a:ln>
                  <a:solidFill>
                    <a:srgbClr val="000000"/>
                  </a:solidFill>
                  <a:effectLst/>
                  <a:uLnTx/>
                  <a:uFillTx/>
                  <a:latin typeface="+mj-lt"/>
                  <a:ea typeface="+mn-ea"/>
                  <a:cs typeface="+mn-cs"/>
                </a:rPr>
                <a:t>in den Hintergrund </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der Folie setzen, damit  die übrigen Elemente sicht- und editierbar werden. Das geht ganz einfach: Bild markieren, Menü „Start“ &gt;  „Anordnen“ &gt; „In den Hintergrund“).</a:t>
              </a:r>
            </a:p>
          </p:txBody>
        </p:sp>
        <p:pic>
          <p:nvPicPr>
            <p:cNvPr id="16" name="Grafik 15">
              <a:extLst>
                <a:ext uri="{FF2B5EF4-FFF2-40B4-BE49-F238E27FC236}">
                  <a16:creationId xmlns:a16="http://schemas.microsoft.com/office/drawing/2014/main" id="{D1A940F5-2E58-BA08-E0B2-65486B1D6F67}"/>
                </a:ext>
              </a:extLst>
            </p:cNvPr>
            <p:cNvPicPr>
              <a:picLocks noGrp="1" noRot="1" noMove="1" noResize="1" noEditPoints="1" noAdjustHandles="1" noChangeArrowheads="1" noChangeShapeType="1" noCrop="1"/>
            </p:cNvPicPr>
            <p:nvPr userDrawn="1"/>
          </p:nvPicPr>
          <p:blipFill>
            <a:blip r:embed="rId2"/>
            <a:stretch>
              <a:fillRect/>
            </a:stretch>
          </p:blipFill>
          <p:spPr bwMode="gray">
            <a:xfrm>
              <a:off x="-2184704" y="2924944"/>
              <a:ext cx="1944000" cy="2044867"/>
            </a:xfrm>
            <a:prstGeom prst="rect">
              <a:avLst/>
            </a:prstGeom>
          </p:spPr>
        </p:pic>
        <p:sp>
          <p:nvSpPr>
            <p:cNvPr id="17" name="Rechteck 16">
              <a:extLst>
                <a:ext uri="{FF2B5EF4-FFF2-40B4-BE49-F238E27FC236}">
                  <a16:creationId xmlns:a16="http://schemas.microsoft.com/office/drawing/2014/main" id="{19CCA4A8-1EC4-CC47-23F8-B89371DDACB3}"/>
                </a:ext>
              </a:extLst>
            </p:cNvPr>
            <p:cNvSpPr>
              <a:spLocks noGrp="1" noRot="1" noMove="1" noResize="1" noEditPoints="1" noAdjustHandles="1" noChangeArrowheads="1" noChangeShapeType="1"/>
            </p:cNvSpPr>
            <p:nvPr userDrawn="1"/>
          </p:nvSpPr>
          <p:spPr bwMode="gray">
            <a:xfrm>
              <a:off x="-2203588" y="4192704"/>
              <a:ext cx="1967368" cy="280236"/>
            </a:xfrm>
            <a:prstGeom prst="rect">
              <a:avLst/>
            </a:prstGeom>
            <a:solidFill>
              <a:schemeClr val="tx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grpSp>
      <p:sp>
        <p:nvSpPr>
          <p:cNvPr id="13" name="Titel">
            <a:extLst>
              <a:ext uri="{FF2B5EF4-FFF2-40B4-BE49-F238E27FC236}">
                <a16:creationId xmlns:a16="http://schemas.microsoft.com/office/drawing/2014/main" id="{C3466856-32C0-892F-381B-28F0C5F50825}"/>
              </a:ext>
            </a:extLst>
          </p:cNvPr>
          <p:cNvSpPr>
            <a:spLocks noGrp="1"/>
          </p:cNvSpPr>
          <p:nvPr>
            <p:ph type="title" hasCustomPrompt="1"/>
          </p:nvPr>
        </p:nvSpPr>
        <p:spPr bwMode="gray">
          <a:xfrm>
            <a:off x="708101" y="3154752"/>
            <a:ext cx="7475463" cy="2290168"/>
          </a:xfrm>
          <a:prstGeom prst="round2DiagRect">
            <a:avLst>
              <a:gd name="adj1" fmla="val 14858"/>
              <a:gd name="adj2" fmla="val 0"/>
            </a:avLst>
          </a:prstGeom>
          <a:gradFill>
            <a:gsLst>
              <a:gs pos="70642">
                <a:schemeClr val="bg2"/>
              </a:gs>
              <a:gs pos="0">
                <a:srgbClr val="9B348E">
                  <a:alpha val="72000"/>
                </a:srgbClr>
              </a:gs>
              <a:gs pos="37000">
                <a:schemeClr val="bg2">
                  <a:alpha val="75000"/>
                </a:schemeClr>
              </a:gs>
            </a:gsLst>
            <a:lin ang="13200000" scaled="0"/>
          </a:gradFill>
        </p:spPr>
        <p:txBody>
          <a:bodyPr wrap="square" lIns="468000" tIns="216000" rIns="360000" bIns="828000" anchor="b" anchorCtr="0">
            <a:spAutoFit/>
          </a:bodyPr>
          <a:lstStyle>
            <a:lvl1pPr>
              <a:tabLst>
                <a:tab pos="8061325" algn="r"/>
              </a:tabLst>
              <a:defRPr>
                <a:solidFill>
                  <a:schemeClr val="bg1"/>
                </a:solidFill>
              </a:defRPr>
            </a:lvl1pPr>
          </a:lstStyle>
          <a:p>
            <a:r>
              <a:rPr lang="de-DE" dirty="0"/>
              <a:t>Kapitelnamen </a:t>
            </a:r>
            <a:br>
              <a:rPr lang="de-DE" dirty="0"/>
            </a:br>
            <a:r>
              <a:rPr lang="de-DE" dirty="0"/>
              <a:t>einfügen</a:t>
            </a:r>
          </a:p>
        </p:txBody>
      </p:sp>
      <p:sp>
        <p:nvSpPr>
          <p:cNvPr id="9" name="Untertitel">
            <a:extLst>
              <a:ext uri="{FF2B5EF4-FFF2-40B4-BE49-F238E27FC236}">
                <a16:creationId xmlns:a16="http://schemas.microsoft.com/office/drawing/2014/main" id="{F1D8F93D-E1D4-A591-CD1D-30B0ACA96095}"/>
              </a:ext>
            </a:extLst>
          </p:cNvPr>
          <p:cNvSpPr>
            <a:spLocks noGrp="1"/>
          </p:cNvSpPr>
          <p:nvPr>
            <p:ph type="body" sz="quarter" idx="14" hasCustomPrompt="1"/>
          </p:nvPr>
        </p:nvSpPr>
        <p:spPr bwMode="gray">
          <a:xfrm>
            <a:off x="1271464" y="4725144"/>
            <a:ext cx="6553324" cy="360040"/>
          </a:xfrm>
        </p:spPr>
        <p:txBody>
          <a:bodyPr/>
          <a:lstStyle>
            <a:lvl1pPr marL="0" indent="0">
              <a:lnSpc>
                <a:spcPct val="100000"/>
              </a:lnSpc>
              <a:spcAft>
                <a:spcPts val="0"/>
              </a:spcAft>
              <a:buFontTx/>
              <a:buNone/>
              <a:defRPr sz="1800">
                <a:solidFill>
                  <a:schemeClr val="bg1"/>
                </a:solidFill>
                <a:latin typeface="+mn-lt"/>
              </a:defRPr>
            </a:lvl1pPr>
            <a:lvl2pPr marL="0" indent="0">
              <a:lnSpc>
                <a:spcPct val="100000"/>
              </a:lnSpc>
              <a:spcAft>
                <a:spcPts val="0"/>
              </a:spcAft>
              <a:buFontTx/>
              <a:buNone/>
              <a:defRPr sz="1800">
                <a:solidFill>
                  <a:schemeClr val="bg1"/>
                </a:solidFill>
                <a:latin typeface="+mn-lt"/>
              </a:defRPr>
            </a:lvl2pPr>
            <a:lvl3pPr marL="0" indent="0">
              <a:lnSpc>
                <a:spcPct val="100000"/>
              </a:lnSpc>
              <a:spcAft>
                <a:spcPts val="0"/>
              </a:spcAft>
              <a:buFontTx/>
              <a:buNone/>
              <a:defRPr sz="1800">
                <a:solidFill>
                  <a:schemeClr val="bg1"/>
                </a:solidFill>
                <a:latin typeface="+mn-lt"/>
              </a:defRPr>
            </a:lvl3pPr>
            <a:lvl4pPr marL="0" indent="0">
              <a:lnSpc>
                <a:spcPct val="100000"/>
              </a:lnSpc>
              <a:spcAft>
                <a:spcPts val="0"/>
              </a:spcAft>
              <a:buFontTx/>
              <a:buNone/>
              <a:defRPr sz="1800">
                <a:solidFill>
                  <a:schemeClr val="bg1"/>
                </a:solidFill>
                <a:latin typeface="+mn-lt"/>
              </a:defRPr>
            </a:lvl4pPr>
            <a:lvl5pPr marL="0" indent="0">
              <a:lnSpc>
                <a:spcPct val="100000"/>
              </a:lnSpc>
              <a:spcAft>
                <a:spcPts val="0"/>
              </a:spcAft>
              <a:buFontTx/>
              <a:buNone/>
              <a:defRPr sz="1800">
                <a:solidFill>
                  <a:schemeClr val="bg1"/>
                </a:solidFill>
                <a:latin typeface="+mn-lt"/>
              </a:defRPr>
            </a:lvl5pPr>
            <a:lvl6pPr marL="0" indent="0">
              <a:lnSpc>
                <a:spcPct val="100000"/>
              </a:lnSpc>
              <a:spcAft>
                <a:spcPts val="0"/>
              </a:spcAft>
              <a:buFontTx/>
              <a:buNone/>
              <a:defRPr sz="1800">
                <a:solidFill>
                  <a:schemeClr val="bg1"/>
                </a:solidFill>
                <a:latin typeface="+mn-lt"/>
              </a:defRPr>
            </a:lvl6pPr>
            <a:lvl7pPr marL="0" indent="0">
              <a:lnSpc>
                <a:spcPct val="100000"/>
              </a:lnSpc>
              <a:spcAft>
                <a:spcPts val="0"/>
              </a:spcAft>
              <a:buFontTx/>
              <a:buNone/>
              <a:defRPr sz="1800">
                <a:solidFill>
                  <a:schemeClr val="bg1"/>
                </a:solidFill>
                <a:latin typeface="+mn-lt"/>
              </a:defRPr>
            </a:lvl7pPr>
            <a:lvl8pPr marL="0" indent="0">
              <a:lnSpc>
                <a:spcPct val="100000"/>
              </a:lnSpc>
              <a:spcAft>
                <a:spcPts val="0"/>
              </a:spcAft>
              <a:buFontTx/>
              <a:buNone/>
              <a:defRPr sz="1800">
                <a:solidFill>
                  <a:schemeClr val="bg1"/>
                </a:solidFill>
                <a:latin typeface="+mn-lt"/>
              </a:defRPr>
            </a:lvl8pPr>
            <a:lvl9pPr marL="0" indent="0">
              <a:lnSpc>
                <a:spcPct val="100000"/>
              </a:lnSpc>
              <a:spcAft>
                <a:spcPts val="0"/>
              </a:spcAft>
              <a:buFontTx/>
              <a:buNone/>
              <a:defRPr sz="1800">
                <a:solidFill>
                  <a:schemeClr val="bg1"/>
                </a:solidFill>
                <a:latin typeface="+mn-lt"/>
              </a:defRPr>
            </a:lvl9pPr>
          </a:lstStyle>
          <a:p>
            <a:pPr lvl="0"/>
            <a:r>
              <a:rPr lang="de-DE" dirty="0"/>
              <a:t>Kapitelunterschrift optional einfügen</a:t>
            </a:r>
          </a:p>
        </p:txBody>
      </p:sp>
      <p:sp>
        <p:nvSpPr>
          <p:cNvPr id="2" name="pattern">
            <a:extLst>
              <a:ext uri="{FF2B5EF4-FFF2-40B4-BE49-F238E27FC236}">
                <a16:creationId xmlns:a16="http://schemas.microsoft.com/office/drawing/2014/main" id="{9CDE01B7-03F8-54E7-E356-86AFC6C7F5EE}"/>
              </a:ext>
            </a:extLst>
          </p:cNvPr>
          <p:cNvSpPr>
            <a:spLocks noGrp="1" noChangeAspect="1"/>
          </p:cNvSpPr>
          <p:nvPr>
            <p:ph type="pic" sz="quarter" idx="16"/>
          </p:nvPr>
        </p:nvSpPr>
        <p:spPr bwMode="gray">
          <a:xfrm>
            <a:off x="6961096" y="775920"/>
            <a:ext cx="4294800" cy="3733200"/>
          </a:xfrm>
          <a:blipFill dpi="0" rotWithShape="1">
            <a:blip r:embed="rId3">
              <a:alphaModFix amt="80000"/>
              <a:extLst>
                <a:ext uri="{96DAC541-7B7A-43D3-8B79-37D633B846F1}">
                  <asvg:svgBlip xmlns:asvg="http://schemas.microsoft.com/office/drawing/2016/SVG/main" r:embed="rId4"/>
                </a:ext>
              </a:extLst>
            </a:blip>
            <a:srcRect/>
            <a:stretch>
              <a:fillRect t="-14" b="-14"/>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7" name="Logo">
            <a:extLst>
              <a:ext uri="{FF2B5EF4-FFF2-40B4-BE49-F238E27FC236}">
                <a16:creationId xmlns:a16="http://schemas.microsoft.com/office/drawing/2014/main" id="{A91D66CA-3BC5-D27F-AC2B-95DA35B9426B}"/>
              </a:ext>
            </a:extLst>
          </p:cNvPr>
          <p:cNvSpPr>
            <a:spLocks noGrp="1" noRot="1" noChangeAspect="1" noMove="1" noResize="1" noEditPoints="1" noAdjustHandles="1" noChangeArrowheads="1" noChangeShapeType="1"/>
          </p:cNvSpPr>
          <p:nvPr>
            <p:ph type="pic" sz="quarter" idx="17"/>
          </p:nvPr>
        </p:nvSpPr>
        <p:spPr bwMode="gray">
          <a:xfrm>
            <a:off x="11570400" y="259200"/>
            <a:ext cx="360000" cy="360000"/>
          </a:xfrm>
          <a:blipFill>
            <a:blip r:embed="rId5">
              <a:extLst>
                <a:ext uri="{96DAC541-7B7A-43D3-8B79-37D633B846F1}">
                  <asvg:svgBlip xmlns:asvg="http://schemas.microsoft.com/office/drawing/2016/SVG/main" r:embed="rId6"/>
                </a:ext>
              </a:extLst>
            </a:blip>
            <a:srcRect/>
            <a:stretch>
              <a:fillRect t="-1352" b="-1352"/>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5" name="Bildplatzhalter 19">
            <a:extLst>
              <a:ext uri="{FF2B5EF4-FFF2-40B4-BE49-F238E27FC236}">
                <a16:creationId xmlns:a16="http://schemas.microsoft.com/office/drawing/2014/main" id="{500EBE57-5958-DA4B-6208-6B6D6E2C6652}"/>
              </a:ext>
              <a:ext uri="{C183D7F6-B498-43B3-948B-1728B52AA6E4}">
                <adec:decorative xmlns:adec="http://schemas.microsoft.com/office/drawing/2017/decorative" val="1"/>
              </a:ext>
            </a:extLst>
          </p:cNvPr>
          <p:cNvSpPr>
            <a:spLocks noGrp="1"/>
          </p:cNvSpPr>
          <p:nvPr>
            <p:ph type="pic" sz="quarter" idx="12"/>
          </p:nvPr>
        </p:nvSpPr>
        <p:spPr bwMode="gray">
          <a:xfrm>
            <a:off x="0" y="0"/>
            <a:ext cx="12196800" cy="6453188"/>
          </a:xfrm>
          <a:noFill/>
        </p:spPr>
        <p:txBody>
          <a:bodyPr/>
          <a:lstStyle>
            <a:lvl1pPr>
              <a:defRPr sz="800">
                <a:noFill/>
              </a:defRPr>
            </a:lvl1pPr>
          </a:lstStyle>
          <a:p>
            <a:r>
              <a:rPr lang="de-DE"/>
              <a:t>Bild durch Klicken auf Symbol hinzufügen</a:t>
            </a:r>
            <a:endParaRPr lang="de-DE" dirty="0"/>
          </a:p>
        </p:txBody>
      </p:sp>
      <p:sp>
        <p:nvSpPr>
          <p:cNvPr id="3" name="Datumsplatzhalter 2">
            <a:extLst>
              <a:ext uri="{FF2B5EF4-FFF2-40B4-BE49-F238E27FC236}">
                <a16:creationId xmlns:a16="http://schemas.microsoft.com/office/drawing/2014/main" id="{8001AB05-CD67-F2AE-4B5D-847935D745C9}"/>
              </a:ext>
            </a:extLst>
          </p:cNvPr>
          <p:cNvSpPr>
            <a:spLocks noGrp="1"/>
          </p:cNvSpPr>
          <p:nvPr>
            <p:ph type="dt" sz="half" idx="18"/>
          </p:nvPr>
        </p:nvSpPr>
        <p:spPr bwMode="gray"/>
        <p:txBody>
          <a:bodyPr/>
          <a:lstStyle/>
          <a:p>
            <a:r>
              <a:rPr lang="de-DE"/>
              <a:t>Intern, TT.MM.JJJJ</a:t>
            </a:r>
            <a:endParaRPr lang="de-DE" sz="800" dirty="0"/>
          </a:p>
        </p:txBody>
      </p:sp>
      <p:sp>
        <p:nvSpPr>
          <p:cNvPr id="6" name="Foliennummernplatzhalter 5">
            <a:extLst>
              <a:ext uri="{FF2B5EF4-FFF2-40B4-BE49-F238E27FC236}">
                <a16:creationId xmlns:a16="http://schemas.microsoft.com/office/drawing/2014/main" id="{EA66E0FD-051E-79D0-9354-7800A655CD95}"/>
              </a:ext>
            </a:extLst>
          </p:cNvPr>
          <p:cNvSpPr>
            <a:spLocks noGrp="1"/>
          </p:cNvSpPr>
          <p:nvPr>
            <p:ph type="sldNum" sz="quarter" idx="20"/>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990746683"/>
      </p:ext>
    </p:extLst>
  </p:cSld>
  <p:clrMapOvr>
    <a:masterClrMapping/>
  </p:clrMapOvr>
  <p:transition>
    <p:fade/>
  </p:transition>
  <p:extLst>
    <p:ext uri="{DCECCB84-F9BA-43D5-87BE-67443E8EF086}">
      <p15:sldGuideLst xmlns:p15="http://schemas.microsoft.com/office/powerpoint/2012/main">
        <p15:guide id="1" pos="4929">
          <p15:clr>
            <a:srgbClr val="FBAE40"/>
          </p15:clr>
        </p15:guide>
        <p15:guide id="2" pos="801">
          <p15:clr>
            <a:srgbClr val="FBAE40"/>
          </p15:clr>
        </p15:guide>
        <p15:guide id="3" orient="horz" pos="406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Kapiteltrenner mit dunklem Bild">
    <p:bg>
      <p:bgPr>
        <a:solidFill>
          <a:schemeClr val="bg1"/>
        </a:solidFill>
        <a:effectLst/>
      </p:bgPr>
    </p:bg>
    <p:spTree>
      <p:nvGrpSpPr>
        <p:cNvPr id="1" name=""/>
        <p:cNvGrpSpPr/>
        <p:nvPr/>
      </p:nvGrpSpPr>
      <p:grpSpPr>
        <a:xfrm>
          <a:off x="0" y="0"/>
          <a:ext cx="0" cy="0"/>
          <a:chOff x="0" y="0"/>
          <a:chExt cx="0" cy="0"/>
        </a:xfrm>
      </p:grpSpPr>
      <p:sp>
        <p:nvSpPr>
          <p:cNvPr id="19" name="Rechteck 18">
            <a:extLst>
              <a:ext uri="{FF2B5EF4-FFF2-40B4-BE49-F238E27FC236}">
                <a16:creationId xmlns:a16="http://schemas.microsoft.com/office/drawing/2014/main" id="{D9545B97-9584-C79D-02F7-A1BBDFD547F8}"/>
              </a:ext>
            </a:extLst>
          </p:cNvPr>
          <p:cNvSpPr/>
          <p:nvPr userDrawn="1"/>
        </p:nvSpPr>
        <p:spPr bwMode="gray">
          <a:xfrm>
            <a:off x="0" y="0"/>
            <a:ext cx="12192000" cy="6453188"/>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grpSp>
        <p:nvGrpSpPr>
          <p:cNvPr id="7" name="Hinweis Bild">
            <a:extLst>
              <a:ext uri="{FF2B5EF4-FFF2-40B4-BE49-F238E27FC236}">
                <a16:creationId xmlns:a16="http://schemas.microsoft.com/office/drawing/2014/main" id="{5B2369BD-9ECF-C314-1386-DB369C16D9D4}"/>
              </a:ext>
              <a:ext uri="{C183D7F6-B498-43B3-948B-1728B52AA6E4}">
                <adec:decorative xmlns:adec="http://schemas.microsoft.com/office/drawing/2017/decorative" val="1"/>
              </a:ext>
            </a:extLst>
          </p:cNvPr>
          <p:cNvGrpSpPr/>
          <p:nvPr userDrawn="1"/>
        </p:nvGrpSpPr>
        <p:grpSpPr bwMode="gray">
          <a:xfrm>
            <a:off x="12265536" y="0"/>
            <a:ext cx="1967368" cy="5227668"/>
            <a:chOff x="-2203588" y="-257857"/>
            <a:chExt cx="1967368" cy="5227668"/>
          </a:xfrm>
        </p:grpSpPr>
        <p:sp>
          <p:nvSpPr>
            <p:cNvPr id="10" name="Hinweis">
              <a:extLst>
                <a:ext uri="{FF2B5EF4-FFF2-40B4-BE49-F238E27FC236}">
                  <a16:creationId xmlns:a16="http://schemas.microsoft.com/office/drawing/2014/main" id="{1C2FB8EC-8134-E959-DA07-CF7B5255BA85}"/>
                </a:ext>
                <a:ext uri="{C183D7F6-B498-43B3-948B-1728B52AA6E4}">
                  <adec:decorative xmlns:adec="http://schemas.microsoft.com/office/drawing/2017/decorative" val="1"/>
                </a:ext>
              </a:extLst>
            </p:cNvPr>
            <p:cNvSpPr/>
            <p:nvPr userDrawn="1"/>
          </p:nvSpPr>
          <p:spPr bwMode="gray">
            <a:xfrm>
              <a:off x="-2184920" y="-257857"/>
              <a:ext cx="1944216" cy="320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bIns="108000" rtlCol="0" anchor="b" anchorCtr="0">
              <a:spAutoFit/>
            </a:bodyPr>
            <a:lstStyle/>
            <a:p>
              <a:pPr marL="0" marR="0" lvl="0"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200" b="0" i="0" u="none" strike="noStrike" kern="1200" cap="none" spc="0" normalizeH="0" baseline="0" noProof="0" dirty="0">
                  <a:ln>
                    <a:noFill/>
                  </a:ln>
                  <a:solidFill>
                    <a:srgbClr val="000000"/>
                  </a:solidFill>
                  <a:effectLst/>
                  <a:uLnTx/>
                  <a:uFillTx/>
                  <a:latin typeface="Sparkasse Head"/>
                  <a:ea typeface="+mn-ea"/>
                  <a:cs typeface="+mn-cs"/>
                </a:rPr>
                <a:t>Bitte beachten:</a:t>
              </a:r>
            </a:p>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100" b="0" i="0" u="none" strike="noStrike" kern="1200" cap="none" spc="0" normalizeH="0" baseline="0" noProof="0" dirty="0">
                  <a:ln>
                    <a:noFill/>
                  </a:ln>
                  <a:solidFill>
                    <a:srgbClr val="000000"/>
                  </a:solidFill>
                  <a:effectLst/>
                  <a:uLnTx/>
                  <a:uFillTx/>
                  <a:latin typeface="Sparkasse Lt"/>
                  <a:ea typeface="+mn-ea"/>
                  <a:cs typeface="+mn-cs"/>
                </a:rPr>
                <a:t>Damit der Bildplatzhalter </a:t>
              </a:r>
              <a:br>
                <a:rPr kumimoji="0" lang="de-DE" sz="1100" b="0" i="0" u="none" strike="noStrike" kern="1200" cap="none" spc="0" normalizeH="0" baseline="0" noProof="0" dirty="0">
                  <a:ln>
                    <a:noFill/>
                  </a:ln>
                  <a:solidFill>
                    <a:srgbClr val="000000"/>
                  </a:solidFill>
                  <a:effectLst/>
                  <a:uLnTx/>
                  <a:uFillTx/>
                  <a:latin typeface="Sparkasse Lt"/>
                  <a:ea typeface="+mn-ea"/>
                  <a:cs typeface="+mn-cs"/>
                </a:rPr>
              </a:br>
              <a:r>
                <a:rPr kumimoji="0" lang="de-DE" sz="1100" b="0" i="0" u="none" strike="noStrike" kern="1200" cap="none" spc="0" normalizeH="0" baseline="0" noProof="0" dirty="0">
                  <a:ln>
                    <a:noFill/>
                  </a:ln>
                  <a:solidFill>
                    <a:srgbClr val="000000"/>
                  </a:solidFill>
                  <a:effectLst/>
                  <a:uLnTx/>
                  <a:uFillTx/>
                  <a:latin typeface="Sparkasse Lt"/>
                  <a:ea typeface="+mn-ea"/>
                  <a:cs typeface="+mn-cs"/>
                </a:rPr>
                <a:t>für das Hintergrundbild einfacher </a:t>
              </a:r>
              <a:r>
                <a:rPr kumimoji="0" lang="de-DE" sz="1100" b="0" i="0" u="none" strike="noStrike" kern="1200" cap="none" spc="0" normalizeH="0" baseline="0" noProof="0" dirty="0" err="1">
                  <a:ln>
                    <a:noFill/>
                  </a:ln>
                  <a:solidFill>
                    <a:srgbClr val="000000"/>
                  </a:solidFill>
                  <a:effectLst/>
                  <a:uLnTx/>
                  <a:uFillTx/>
                  <a:latin typeface="Sparkasse Lt"/>
                  <a:ea typeface="+mn-ea"/>
                  <a:cs typeface="+mn-cs"/>
                </a:rPr>
                <a:t>mithilfe</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 des Symbols befüllt werden kann, liegt dieser im Vordergrund der Folie. Wenn Sie das Bild eingesetzt haben, müssen Sie dieses </a:t>
              </a:r>
              <a:r>
                <a:rPr kumimoji="0" lang="de-DE" sz="1100" b="0" i="0" u="none" strike="noStrike" kern="1200" cap="none" spc="0" normalizeH="0" baseline="0" noProof="0" dirty="0">
                  <a:ln>
                    <a:noFill/>
                  </a:ln>
                  <a:solidFill>
                    <a:srgbClr val="000000"/>
                  </a:solidFill>
                  <a:effectLst/>
                  <a:uLnTx/>
                  <a:uFillTx/>
                  <a:latin typeface="+mj-lt"/>
                  <a:ea typeface="+mn-ea"/>
                  <a:cs typeface="+mn-cs"/>
                </a:rPr>
                <a:t>in den Hintergrund </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der Folie setzen, damit  die übrigen Elemente sicht- und editierbar werden. Das geht ganz einfach: Bild markieren, Menü „Start“ &gt;  „Anordnen“ &gt; „In den Hintergrund“).</a:t>
              </a:r>
            </a:p>
          </p:txBody>
        </p:sp>
        <p:pic>
          <p:nvPicPr>
            <p:cNvPr id="12" name="Grafik 11">
              <a:extLst>
                <a:ext uri="{FF2B5EF4-FFF2-40B4-BE49-F238E27FC236}">
                  <a16:creationId xmlns:a16="http://schemas.microsoft.com/office/drawing/2014/main" id="{FCF14038-E966-1A9A-FDC2-871741ADD29F}"/>
                </a:ext>
              </a:extLst>
            </p:cNvPr>
            <p:cNvPicPr/>
            <p:nvPr userDrawn="1"/>
          </p:nvPicPr>
          <p:blipFill>
            <a:blip r:embed="rId2"/>
            <a:stretch>
              <a:fillRect/>
            </a:stretch>
          </p:blipFill>
          <p:spPr bwMode="gray">
            <a:xfrm>
              <a:off x="-2184704" y="2924944"/>
              <a:ext cx="1944000" cy="2044867"/>
            </a:xfrm>
            <a:prstGeom prst="rect">
              <a:avLst/>
            </a:prstGeom>
          </p:spPr>
        </p:pic>
        <p:sp>
          <p:nvSpPr>
            <p:cNvPr id="14" name="Rechteck 13">
              <a:extLst>
                <a:ext uri="{FF2B5EF4-FFF2-40B4-BE49-F238E27FC236}">
                  <a16:creationId xmlns:a16="http://schemas.microsoft.com/office/drawing/2014/main" id="{7E30E2A0-E9A8-ACA3-6324-EAB3CC000D3A}"/>
                </a:ext>
              </a:extLst>
            </p:cNvPr>
            <p:cNvSpPr/>
            <p:nvPr userDrawn="1"/>
          </p:nvSpPr>
          <p:spPr bwMode="gray">
            <a:xfrm>
              <a:off x="-2203588" y="4192704"/>
              <a:ext cx="1967368" cy="280236"/>
            </a:xfrm>
            <a:prstGeom prst="rect">
              <a:avLst/>
            </a:prstGeom>
            <a:solidFill>
              <a:schemeClr val="tx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grpSp>
      <p:sp>
        <p:nvSpPr>
          <p:cNvPr id="13" name="Titel">
            <a:extLst>
              <a:ext uri="{FF2B5EF4-FFF2-40B4-BE49-F238E27FC236}">
                <a16:creationId xmlns:a16="http://schemas.microsoft.com/office/drawing/2014/main" id="{C3466856-32C0-892F-381B-28F0C5F50825}"/>
              </a:ext>
            </a:extLst>
          </p:cNvPr>
          <p:cNvSpPr>
            <a:spLocks noGrp="1"/>
          </p:cNvSpPr>
          <p:nvPr>
            <p:ph type="title" hasCustomPrompt="1"/>
          </p:nvPr>
        </p:nvSpPr>
        <p:spPr bwMode="gray">
          <a:xfrm>
            <a:off x="708101" y="3154752"/>
            <a:ext cx="7475463" cy="2290168"/>
          </a:xfrm>
          <a:prstGeom prst="round2DiagRect">
            <a:avLst>
              <a:gd name="adj1" fmla="val 14858"/>
              <a:gd name="adj2" fmla="val 0"/>
            </a:avLst>
          </a:prstGeom>
          <a:gradFill>
            <a:gsLst>
              <a:gs pos="0">
                <a:schemeClr val="bg1">
                  <a:alpha val="40000"/>
                </a:schemeClr>
              </a:gs>
              <a:gs pos="32000">
                <a:schemeClr val="bg1"/>
              </a:gs>
            </a:gsLst>
            <a:lin ang="13200000" scaled="0"/>
          </a:gradFill>
        </p:spPr>
        <p:txBody>
          <a:bodyPr wrap="square" lIns="468000" tIns="216000" rIns="360000" bIns="828000" anchor="b" anchorCtr="0">
            <a:spAutoFit/>
          </a:bodyPr>
          <a:lstStyle>
            <a:lvl1pPr>
              <a:tabLst>
                <a:tab pos="8061325" algn="r"/>
              </a:tabLst>
              <a:defRPr>
                <a:solidFill>
                  <a:schemeClr val="bg2"/>
                </a:solidFill>
              </a:defRPr>
            </a:lvl1pPr>
          </a:lstStyle>
          <a:p>
            <a:r>
              <a:rPr lang="de-DE" dirty="0"/>
              <a:t>Kapitelnamen </a:t>
            </a:r>
            <a:br>
              <a:rPr lang="de-DE" dirty="0"/>
            </a:br>
            <a:r>
              <a:rPr lang="de-DE" dirty="0"/>
              <a:t>einfügen</a:t>
            </a:r>
          </a:p>
        </p:txBody>
      </p:sp>
      <p:sp>
        <p:nvSpPr>
          <p:cNvPr id="9" name="Untertitel">
            <a:extLst>
              <a:ext uri="{FF2B5EF4-FFF2-40B4-BE49-F238E27FC236}">
                <a16:creationId xmlns:a16="http://schemas.microsoft.com/office/drawing/2014/main" id="{F1D8F93D-E1D4-A591-CD1D-30B0ACA96095}"/>
              </a:ext>
            </a:extLst>
          </p:cNvPr>
          <p:cNvSpPr>
            <a:spLocks noGrp="1"/>
          </p:cNvSpPr>
          <p:nvPr>
            <p:ph type="body" sz="quarter" idx="14" hasCustomPrompt="1"/>
          </p:nvPr>
        </p:nvSpPr>
        <p:spPr bwMode="gray">
          <a:xfrm>
            <a:off x="1271464" y="4725144"/>
            <a:ext cx="6553324" cy="360040"/>
          </a:xfrm>
        </p:spPr>
        <p:txBody>
          <a:bodyPr/>
          <a:lstStyle>
            <a:lvl1pPr marL="0" indent="0">
              <a:lnSpc>
                <a:spcPct val="100000"/>
              </a:lnSpc>
              <a:spcAft>
                <a:spcPts val="0"/>
              </a:spcAft>
              <a:buFontTx/>
              <a:buNone/>
              <a:defRPr sz="1800">
                <a:solidFill>
                  <a:schemeClr val="bg2"/>
                </a:solidFill>
                <a:latin typeface="+mn-lt"/>
              </a:defRPr>
            </a:lvl1pPr>
            <a:lvl2pPr marL="0" indent="0">
              <a:lnSpc>
                <a:spcPct val="100000"/>
              </a:lnSpc>
              <a:spcAft>
                <a:spcPts val="0"/>
              </a:spcAft>
              <a:buFontTx/>
              <a:buNone/>
              <a:defRPr sz="1800">
                <a:solidFill>
                  <a:schemeClr val="bg2"/>
                </a:solidFill>
                <a:latin typeface="+mn-lt"/>
              </a:defRPr>
            </a:lvl2pPr>
            <a:lvl3pPr marL="0" indent="0">
              <a:lnSpc>
                <a:spcPct val="100000"/>
              </a:lnSpc>
              <a:spcAft>
                <a:spcPts val="0"/>
              </a:spcAft>
              <a:buFontTx/>
              <a:buNone/>
              <a:defRPr sz="1800">
                <a:solidFill>
                  <a:schemeClr val="bg2"/>
                </a:solidFill>
                <a:latin typeface="+mn-lt"/>
              </a:defRPr>
            </a:lvl3pPr>
            <a:lvl4pPr marL="0" indent="0">
              <a:lnSpc>
                <a:spcPct val="100000"/>
              </a:lnSpc>
              <a:spcAft>
                <a:spcPts val="0"/>
              </a:spcAft>
              <a:buFontTx/>
              <a:buNone/>
              <a:defRPr sz="1800">
                <a:solidFill>
                  <a:schemeClr val="bg2"/>
                </a:solidFill>
                <a:latin typeface="+mn-lt"/>
              </a:defRPr>
            </a:lvl4pPr>
            <a:lvl5pPr marL="0" indent="0">
              <a:lnSpc>
                <a:spcPct val="100000"/>
              </a:lnSpc>
              <a:spcAft>
                <a:spcPts val="0"/>
              </a:spcAft>
              <a:buFontTx/>
              <a:buNone/>
              <a:defRPr sz="1800">
                <a:solidFill>
                  <a:schemeClr val="bg2"/>
                </a:solidFill>
                <a:latin typeface="+mn-lt"/>
              </a:defRPr>
            </a:lvl5pPr>
            <a:lvl6pPr marL="0" indent="0">
              <a:lnSpc>
                <a:spcPct val="100000"/>
              </a:lnSpc>
              <a:spcAft>
                <a:spcPts val="0"/>
              </a:spcAft>
              <a:buFontTx/>
              <a:buNone/>
              <a:defRPr sz="1800">
                <a:solidFill>
                  <a:schemeClr val="bg2"/>
                </a:solidFill>
                <a:latin typeface="+mn-lt"/>
              </a:defRPr>
            </a:lvl6pPr>
            <a:lvl7pPr marL="0" indent="0">
              <a:lnSpc>
                <a:spcPct val="100000"/>
              </a:lnSpc>
              <a:spcAft>
                <a:spcPts val="0"/>
              </a:spcAft>
              <a:buFontTx/>
              <a:buNone/>
              <a:defRPr sz="1800">
                <a:solidFill>
                  <a:schemeClr val="bg2"/>
                </a:solidFill>
                <a:latin typeface="+mn-lt"/>
              </a:defRPr>
            </a:lvl7pPr>
            <a:lvl8pPr marL="0" indent="0">
              <a:lnSpc>
                <a:spcPct val="100000"/>
              </a:lnSpc>
              <a:spcAft>
                <a:spcPts val="0"/>
              </a:spcAft>
              <a:buFontTx/>
              <a:buNone/>
              <a:defRPr sz="1800">
                <a:solidFill>
                  <a:schemeClr val="bg2"/>
                </a:solidFill>
                <a:latin typeface="+mn-lt"/>
              </a:defRPr>
            </a:lvl8pPr>
            <a:lvl9pPr marL="0" indent="0">
              <a:lnSpc>
                <a:spcPct val="100000"/>
              </a:lnSpc>
              <a:spcAft>
                <a:spcPts val="0"/>
              </a:spcAft>
              <a:buFontTx/>
              <a:buNone/>
              <a:defRPr sz="1800">
                <a:solidFill>
                  <a:schemeClr val="bg2"/>
                </a:solidFill>
                <a:latin typeface="+mn-lt"/>
              </a:defRPr>
            </a:lvl9pPr>
          </a:lstStyle>
          <a:p>
            <a:pPr lvl="0"/>
            <a:r>
              <a:rPr lang="de-DE" dirty="0"/>
              <a:t>Kapitelunterschrift optional einfügen</a:t>
            </a:r>
          </a:p>
        </p:txBody>
      </p:sp>
      <p:sp>
        <p:nvSpPr>
          <p:cNvPr id="8" name="pattern">
            <a:extLst>
              <a:ext uri="{FF2B5EF4-FFF2-40B4-BE49-F238E27FC236}">
                <a16:creationId xmlns:a16="http://schemas.microsoft.com/office/drawing/2014/main" id="{18EA96D2-78FE-1F40-70F3-EB42A5618625}"/>
              </a:ext>
              <a:ext uri="{C183D7F6-B498-43B3-948B-1728B52AA6E4}">
                <adec:decorative xmlns:adec="http://schemas.microsoft.com/office/drawing/2017/decorative" val="1"/>
              </a:ext>
            </a:extLst>
          </p:cNvPr>
          <p:cNvSpPr>
            <a:spLocks noGrp="1" noChangeAspect="1"/>
          </p:cNvSpPr>
          <p:nvPr>
            <p:ph type="pic" sz="quarter" idx="16"/>
          </p:nvPr>
        </p:nvSpPr>
        <p:spPr bwMode="gray">
          <a:xfrm>
            <a:off x="6961096" y="775920"/>
            <a:ext cx="4294800" cy="3733200"/>
          </a:xfrm>
          <a:blipFill dpi="0" rotWithShape="1">
            <a:blip r:embed="rId3">
              <a:alphaModFix amt="80000"/>
              <a:extLst>
                <a:ext uri="{96DAC541-7B7A-43D3-8B79-37D633B846F1}">
                  <asvg:svgBlip xmlns:asvg="http://schemas.microsoft.com/office/drawing/2016/SVG/main" r:embed="rId4"/>
                </a:ext>
              </a:extLst>
            </a:blip>
            <a:srcRect/>
            <a:stretch>
              <a:fillRect t="-14" b="-14"/>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11" name="Logo">
            <a:extLst>
              <a:ext uri="{FF2B5EF4-FFF2-40B4-BE49-F238E27FC236}">
                <a16:creationId xmlns:a16="http://schemas.microsoft.com/office/drawing/2014/main" id="{05D97427-FF9A-A7E4-413C-6CD4F1E73C77}"/>
              </a:ext>
              <a:ext uri="{C183D7F6-B498-43B3-948B-1728B52AA6E4}">
                <adec:decorative xmlns:adec="http://schemas.microsoft.com/office/drawing/2017/decorative" val="1"/>
              </a:ext>
            </a:extLst>
          </p:cNvPr>
          <p:cNvSpPr>
            <a:spLocks noGrp="1" noChangeAspect="1"/>
          </p:cNvSpPr>
          <p:nvPr>
            <p:ph type="pic" sz="quarter" idx="17"/>
          </p:nvPr>
        </p:nvSpPr>
        <p:spPr bwMode="gray">
          <a:xfrm>
            <a:off x="11570400" y="259200"/>
            <a:ext cx="360000" cy="360000"/>
          </a:xfrm>
          <a:blipFill>
            <a:blip r:embed="rId5">
              <a:extLst>
                <a:ext uri="{96DAC541-7B7A-43D3-8B79-37D633B846F1}">
                  <asvg:svgBlip xmlns:asvg="http://schemas.microsoft.com/office/drawing/2016/SVG/main" r:embed="rId6"/>
                </a:ext>
              </a:extLst>
            </a:blip>
            <a:srcRect/>
            <a:stretch>
              <a:fillRect t="-1352" b="-1352"/>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5" name="Bildplatzhalter 19">
            <a:extLst>
              <a:ext uri="{FF2B5EF4-FFF2-40B4-BE49-F238E27FC236}">
                <a16:creationId xmlns:a16="http://schemas.microsoft.com/office/drawing/2014/main" id="{500EBE57-5958-DA4B-6208-6B6D6E2C6652}"/>
              </a:ext>
              <a:ext uri="{C183D7F6-B498-43B3-948B-1728B52AA6E4}">
                <adec:decorative xmlns:adec="http://schemas.microsoft.com/office/drawing/2017/decorative" val="1"/>
              </a:ext>
            </a:extLst>
          </p:cNvPr>
          <p:cNvSpPr>
            <a:spLocks noGrp="1"/>
          </p:cNvSpPr>
          <p:nvPr>
            <p:ph type="pic" sz="quarter" idx="12"/>
          </p:nvPr>
        </p:nvSpPr>
        <p:spPr bwMode="gray">
          <a:xfrm>
            <a:off x="0" y="0"/>
            <a:ext cx="12196800" cy="6453336"/>
          </a:xfrm>
          <a:noFill/>
        </p:spPr>
        <p:txBody>
          <a:bodyPr/>
          <a:lstStyle>
            <a:lvl1pPr>
              <a:defRPr sz="800">
                <a:noFill/>
              </a:defRPr>
            </a:lvl1pPr>
          </a:lstStyle>
          <a:p>
            <a:r>
              <a:rPr lang="de-DE"/>
              <a:t>Bild durch Klicken auf Symbol hinzufügen</a:t>
            </a:r>
            <a:endParaRPr lang="de-DE" dirty="0"/>
          </a:p>
        </p:txBody>
      </p:sp>
      <p:sp>
        <p:nvSpPr>
          <p:cNvPr id="20" name="Datumsplatzhalter 19">
            <a:extLst>
              <a:ext uri="{FF2B5EF4-FFF2-40B4-BE49-F238E27FC236}">
                <a16:creationId xmlns:a16="http://schemas.microsoft.com/office/drawing/2014/main" id="{F0DB90EB-95B8-1180-26D6-7180C61DE455}"/>
              </a:ext>
            </a:extLst>
          </p:cNvPr>
          <p:cNvSpPr>
            <a:spLocks noGrp="1"/>
          </p:cNvSpPr>
          <p:nvPr>
            <p:ph type="dt" sz="half" idx="18"/>
          </p:nvPr>
        </p:nvSpPr>
        <p:spPr bwMode="gray"/>
        <p:txBody>
          <a:bodyPr/>
          <a:lstStyle/>
          <a:p>
            <a:r>
              <a:rPr lang="de-DE"/>
              <a:t>Intern, TT.MM.JJJJ</a:t>
            </a:r>
            <a:endParaRPr lang="de-DE" sz="800" dirty="0"/>
          </a:p>
        </p:txBody>
      </p:sp>
      <p:sp>
        <p:nvSpPr>
          <p:cNvPr id="22" name="Foliennummernplatzhalter 21">
            <a:extLst>
              <a:ext uri="{FF2B5EF4-FFF2-40B4-BE49-F238E27FC236}">
                <a16:creationId xmlns:a16="http://schemas.microsoft.com/office/drawing/2014/main" id="{4EA72FE7-185C-8B4F-2ACA-EBA0F0F2BA79}"/>
              </a:ext>
            </a:extLst>
          </p:cNvPr>
          <p:cNvSpPr>
            <a:spLocks noGrp="1"/>
          </p:cNvSpPr>
          <p:nvPr>
            <p:ph type="sldNum" sz="quarter" idx="20"/>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1067150941"/>
      </p:ext>
    </p:extLst>
  </p:cSld>
  <p:clrMapOvr>
    <a:masterClrMapping/>
  </p:clrMapOvr>
  <p:transition>
    <p:fade/>
  </p:transition>
  <p:extLst>
    <p:ext uri="{DCECCB84-F9BA-43D5-87BE-67443E8EF086}">
      <p15:sldGuideLst xmlns:p15="http://schemas.microsoft.com/office/powerpoint/2012/main">
        <p15:guide id="1" pos="4929">
          <p15:clr>
            <a:srgbClr val="FBAE40"/>
          </p15:clr>
        </p15:guide>
        <p15:guide id="2" pos="801">
          <p15:clr>
            <a:srgbClr val="FBAE40"/>
          </p15:clr>
        </p15:guide>
        <p15:guide id="3" orient="horz" pos="406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4" name="Textplatzhalter 8">
            <a:extLst>
              <a:ext uri="{FF2B5EF4-FFF2-40B4-BE49-F238E27FC236}">
                <a16:creationId xmlns:a16="http://schemas.microsoft.com/office/drawing/2014/main" id="{D2756035-617A-8345-5881-80E7F3C81083}"/>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7" name="Titel 6">
            <a:extLst>
              <a:ext uri="{FF2B5EF4-FFF2-40B4-BE49-F238E27FC236}">
                <a16:creationId xmlns:a16="http://schemas.microsoft.com/office/drawing/2014/main" id="{48347A0D-1277-35FE-8A9F-6D89651F885B}"/>
              </a:ext>
            </a:extLst>
          </p:cNvPr>
          <p:cNvSpPr>
            <a:spLocks noGrp="1"/>
          </p:cNvSpPr>
          <p:nvPr>
            <p:ph type="title"/>
          </p:nvPr>
        </p:nvSpPr>
        <p:spPr bwMode="gray">
          <a:xfrm>
            <a:off x="695325" y="908720"/>
            <a:ext cx="10872788" cy="576064"/>
          </a:xfrm>
        </p:spPr>
        <p:txBody>
          <a:bodyPr/>
          <a:lstStyle/>
          <a:p>
            <a:r>
              <a:rPr lang="de-DE"/>
              <a:t>Mastertitelformat bearbeiten</a:t>
            </a:r>
            <a:endParaRPr lang="de-DE" dirty="0"/>
          </a:p>
        </p:txBody>
      </p:sp>
      <p:sp>
        <p:nvSpPr>
          <p:cNvPr id="6" name="Textplatzhalter 8">
            <a:extLst>
              <a:ext uri="{FF2B5EF4-FFF2-40B4-BE49-F238E27FC236}">
                <a16:creationId xmlns:a16="http://schemas.microsoft.com/office/drawing/2014/main" id="{1CBA895F-BF09-30E8-EA6A-0F19CD247233}"/>
              </a:ext>
            </a:extLst>
          </p:cNvPr>
          <p:cNvSpPr>
            <a:spLocks noGrp="1"/>
          </p:cNvSpPr>
          <p:nvPr>
            <p:ph type="body" sz="quarter" idx="27" hasCustomPrompt="1"/>
          </p:nvPr>
        </p:nvSpPr>
        <p:spPr bwMode="gray">
          <a:xfrm>
            <a:off x="695401" y="1484784"/>
            <a:ext cx="10872712" cy="504000"/>
          </a:xfrm>
        </p:spPr>
        <p:txBody>
          <a:bodyPr anchor="t"/>
          <a:lstStyle>
            <a:lvl1pPr marL="0" indent="0">
              <a:spcAft>
                <a:spcPts val="0"/>
              </a:spcAft>
              <a:buFontTx/>
              <a:buNone/>
              <a:defRPr sz="2000">
                <a:solidFill>
                  <a:schemeClr val="bg2"/>
                </a:solidFill>
                <a:latin typeface="+mj-lt"/>
              </a:defRPr>
            </a:lvl1pPr>
            <a:lvl2pPr marL="0" indent="0">
              <a:spcAft>
                <a:spcPts val="0"/>
              </a:spcAft>
              <a:buFontTx/>
              <a:buNone/>
              <a:defRPr sz="2000">
                <a:solidFill>
                  <a:schemeClr val="bg2"/>
                </a:solidFill>
                <a:latin typeface="+mj-lt"/>
              </a:defRPr>
            </a:lvl2pPr>
            <a:lvl3pPr marL="0" indent="0">
              <a:spcAft>
                <a:spcPts val="0"/>
              </a:spcAft>
              <a:buFontTx/>
              <a:buNone/>
              <a:defRPr sz="2000">
                <a:solidFill>
                  <a:schemeClr val="bg2"/>
                </a:solidFill>
                <a:latin typeface="+mj-lt"/>
              </a:defRPr>
            </a:lvl3pPr>
            <a:lvl4pPr marL="0" indent="0">
              <a:spcAft>
                <a:spcPts val="0"/>
              </a:spcAft>
              <a:buFontTx/>
              <a:buNone/>
              <a:defRPr sz="2000">
                <a:solidFill>
                  <a:schemeClr val="bg2"/>
                </a:solidFill>
                <a:latin typeface="+mj-lt"/>
              </a:defRPr>
            </a:lvl4pPr>
            <a:lvl5pPr marL="0" indent="0">
              <a:spcAft>
                <a:spcPts val="0"/>
              </a:spcAft>
              <a:buFontTx/>
              <a:buNone/>
              <a:defRPr sz="2000">
                <a:solidFill>
                  <a:schemeClr val="bg2"/>
                </a:solidFill>
                <a:latin typeface="+mj-lt"/>
              </a:defRPr>
            </a:lvl5pPr>
            <a:lvl6pPr marL="0" indent="0">
              <a:spcAft>
                <a:spcPts val="0"/>
              </a:spcAft>
              <a:buFontTx/>
              <a:buNone/>
              <a:defRPr sz="2000">
                <a:solidFill>
                  <a:schemeClr val="bg2"/>
                </a:solidFill>
                <a:latin typeface="+mj-lt"/>
              </a:defRPr>
            </a:lvl6pPr>
            <a:lvl7pPr marL="0" indent="0">
              <a:spcAft>
                <a:spcPts val="0"/>
              </a:spcAft>
              <a:buFontTx/>
              <a:buNone/>
              <a:defRPr sz="2000">
                <a:solidFill>
                  <a:schemeClr val="bg2"/>
                </a:solidFill>
                <a:latin typeface="+mj-lt"/>
              </a:defRPr>
            </a:lvl7pPr>
            <a:lvl8pPr marL="0" indent="0">
              <a:spcAft>
                <a:spcPts val="0"/>
              </a:spcAft>
              <a:buFontTx/>
              <a:buNone/>
              <a:defRPr sz="2000">
                <a:solidFill>
                  <a:schemeClr val="bg2"/>
                </a:solidFill>
                <a:latin typeface="+mj-lt"/>
              </a:defRPr>
            </a:lvl8pPr>
            <a:lvl9pPr marL="0" indent="0">
              <a:spcAft>
                <a:spcPts val="0"/>
              </a:spcAft>
              <a:buFontTx/>
              <a:buNone/>
              <a:defRPr sz="2000">
                <a:solidFill>
                  <a:schemeClr val="bg2"/>
                </a:solidFill>
                <a:latin typeface="+mj-lt"/>
              </a:defRPr>
            </a:lvl9pPr>
          </a:lstStyle>
          <a:p>
            <a:pPr lvl="0"/>
            <a:r>
              <a:rPr lang="de-DE" dirty="0"/>
              <a:t>Optionale </a:t>
            </a:r>
            <a:r>
              <a:rPr lang="de-DE" dirty="0" err="1"/>
              <a:t>Subline</a:t>
            </a:r>
            <a:r>
              <a:rPr lang="de-DE" dirty="0"/>
              <a:t> hinzufügen</a:t>
            </a:r>
          </a:p>
        </p:txBody>
      </p:sp>
      <p:sp>
        <p:nvSpPr>
          <p:cNvPr id="5" name="Foliennummernplatzhalter 4">
            <a:extLst>
              <a:ext uri="{FF2B5EF4-FFF2-40B4-BE49-F238E27FC236}">
                <a16:creationId xmlns:a16="http://schemas.microsoft.com/office/drawing/2014/main" id="{C283C182-9F76-4D78-8BBE-B35309C8EF34}"/>
              </a:ext>
            </a:extLst>
          </p:cNvPr>
          <p:cNvSpPr>
            <a:spLocks noGrp="1"/>
          </p:cNvSpPr>
          <p:nvPr>
            <p:ph type="sldNum" sz="quarter" idx="24"/>
          </p:nvPr>
        </p:nvSpPr>
        <p:spPr bwMode="gray"/>
        <p:txBody>
          <a:bodyPr/>
          <a:lstStyle>
            <a:lvl1pPr algn="r">
              <a:defRPr/>
            </a:lvl1pPr>
          </a:lstStyle>
          <a:p>
            <a:r>
              <a:rPr lang="de-DE" dirty="0"/>
              <a:t>Seite </a:t>
            </a:r>
            <a:fld id="{DC907883-A228-4E41-A7BF-33DDF6A01B2A}" type="slidenum">
              <a:rPr lang="de-DE" smtClean="0"/>
              <a:pPr/>
              <a:t>‹Nr.›</a:t>
            </a:fld>
            <a:endParaRPr lang="de-DE" dirty="0"/>
          </a:p>
        </p:txBody>
      </p:sp>
      <p:sp>
        <p:nvSpPr>
          <p:cNvPr id="3" name="Textfeld 2">
            <a:extLst>
              <a:ext uri="{FF2B5EF4-FFF2-40B4-BE49-F238E27FC236}">
                <a16:creationId xmlns:a16="http://schemas.microsoft.com/office/drawing/2014/main" id="{733FD70D-A8E7-1EBF-DD0C-93CCF012D03C}"/>
              </a:ext>
              <a:ext uri="{C183D7F6-B498-43B3-948B-1728B52AA6E4}">
                <adec:decorative xmlns:adec="http://schemas.microsoft.com/office/drawing/2017/decorative" val="1"/>
              </a:ext>
            </a:extLst>
          </p:cNvPr>
          <p:cNvSpPr txBox="1">
            <a:spLocks/>
          </p:cNvSpPr>
          <p:nvPr userDrawn="1"/>
        </p:nvSpPr>
        <p:spPr bwMode="gray">
          <a:xfrm rot="16200000" flipH="1" flipV="1">
            <a:off x="-2964522" y="3224871"/>
            <a:ext cx="6048378" cy="119334"/>
          </a:xfrm>
          <a:custGeom>
            <a:avLst/>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a:gsLst>
              <a:gs pos="10000">
                <a:srgbClr val="9B348E"/>
              </a:gs>
              <a:gs pos="33000">
                <a:schemeClr val="bg2"/>
              </a:gs>
            </a:gsLst>
            <a:lin ang="12600000" scaled="0"/>
          </a:gradFill>
          <a:ln>
            <a:no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8" name="Datumsplatzhalter 7">
            <a:extLst>
              <a:ext uri="{FF2B5EF4-FFF2-40B4-BE49-F238E27FC236}">
                <a16:creationId xmlns:a16="http://schemas.microsoft.com/office/drawing/2014/main" id="{F9456C8F-4285-89CA-9C66-26F93DA3A0AE}"/>
              </a:ext>
            </a:extLst>
          </p:cNvPr>
          <p:cNvSpPr>
            <a:spLocks noGrp="1"/>
          </p:cNvSpPr>
          <p:nvPr>
            <p:ph type="dt" sz="half" idx="29"/>
          </p:nvPr>
        </p:nvSpPr>
        <p:spPr bwMode="gray"/>
        <p:txBody>
          <a:bodyPr/>
          <a:lstStyle>
            <a:lvl1pPr>
              <a:defRPr/>
            </a:lvl1pPr>
          </a:lstStyle>
          <a:p>
            <a:r>
              <a:rPr lang="de-DE"/>
              <a:t>Intern, TT.MM.JJJJ</a:t>
            </a:r>
            <a:endParaRPr lang="de-DE" dirty="0"/>
          </a:p>
        </p:txBody>
      </p:sp>
    </p:spTree>
    <p:extLst>
      <p:ext uri="{BB962C8B-B14F-4D97-AF65-F5344CB8AC3E}">
        <p14:creationId xmlns:p14="http://schemas.microsoft.com/office/powerpoint/2010/main" val="2642977020"/>
      </p:ext>
    </p:extLst>
  </p:cSld>
  <p:clrMapOvr>
    <a:masterClrMapping/>
  </p:clrMapOvr>
  <p:transition>
    <p:fade/>
  </p:transition>
  <p:extLst>
    <p:ext uri="{DCECCB84-F9BA-43D5-87BE-67443E8EF086}">
      <p15:sldGuideLst xmlns:p15="http://schemas.microsoft.com/office/powerpoint/2012/main">
        <p15:guide id="1" orient="horz" pos="406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8" name="Textfeld 7">
            <a:extLst>
              <a:ext uri="{FF2B5EF4-FFF2-40B4-BE49-F238E27FC236}">
                <a16:creationId xmlns:a16="http://schemas.microsoft.com/office/drawing/2014/main" id="{418BB640-0AC8-728D-A225-4786C533CD1F}"/>
              </a:ext>
              <a:ext uri="{C183D7F6-B498-43B3-948B-1728B52AA6E4}">
                <adec:decorative xmlns:adec="http://schemas.microsoft.com/office/drawing/2017/decorative" val="1"/>
              </a:ext>
            </a:extLst>
          </p:cNvPr>
          <p:cNvSpPr txBox="1">
            <a:spLocks/>
          </p:cNvSpPr>
          <p:nvPr userDrawn="1"/>
        </p:nvSpPr>
        <p:spPr bwMode="gray">
          <a:xfrm rot="16200000" flipH="1" flipV="1">
            <a:off x="-2964522" y="3224871"/>
            <a:ext cx="6048378" cy="119334"/>
          </a:xfrm>
          <a:custGeom>
            <a:avLst/>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a:gsLst>
              <a:gs pos="10000">
                <a:srgbClr val="9B348E"/>
              </a:gs>
              <a:gs pos="33000">
                <a:schemeClr val="bg2"/>
              </a:gs>
            </a:gsLst>
            <a:lin ang="12600000" scaled="0"/>
          </a:gradFill>
          <a:ln>
            <a:no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9" name="Textplatzhalter 8">
            <a:extLst>
              <a:ext uri="{FF2B5EF4-FFF2-40B4-BE49-F238E27FC236}">
                <a16:creationId xmlns:a16="http://schemas.microsoft.com/office/drawing/2014/main" id="{A368F05E-AA87-2C42-5067-6EADF11D89DF}"/>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3" name="Titel 2">
            <a:extLst>
              <a:ext uri="{FF2B5EF4-FFF2-40B4-BE49-F238E27FC236}">
                <a16:creationId xmlns:a16="http://schemas.microsoft.com/office/drawing/2014/main" id="{DD97BBC6-5B8B-0978-EE9F-469CC55B3CA0}"/>
              </a:ext>
            </a:extLst>
          </p:cNvPr>
          <p:cNvSpPr>
            <a:spLocks noGrp="1"/>
          </p:cNvSpPr>
          <p:nvPr>
            <p:ph type="title"/>
          </p:nvPr>
        </p:nvSpPr>
        <p:spPr bwMode="gray">
          <a:xfrm>
            <a:off x="695325" y="908720"/>
            <a:ext cx="10872788" cy="576000"/>
          </a:xfrm>
        </p:spPr>
        <p:txBody>
          <a:bodyPr bIns="0"/>
          <a:lstStyle>
            <a:lvl1pPr>
              <a:lnSpc>
                <a:spcPct val="95000"/>
              </a:lnSpc>
              <a:defRPr/>
            </a:lvl1pPr>
          </a:lstStyle>
          <a:p>
            <a:r>
              <a:rPr lang="de-DE"/>
              <a:t>Mastertitelformat bearbeiten</a:t>
            </a:r>
            <a:endParaRPr lang="de-DE" dirty="0"/>
          </a:p>
        </p:txBody>
      </p:sp>
      <p:sp>
        <p:nvSpPr>
          <p:cNvPr id="10" name="Textplatzhalter 8">
            <a:extLst>
              <a:ext uri="{FF2B5EF4-FFF2-40B4-BE49-F238E27FC236}">
                <a16:creationId xmlns:a16="http://schemas.microsoft.com/office/drawing/2014/main" id="{E4D47092-765D-6561-AD03-5FB0453B8AAE}"/>
              </a:ext>
            </a:extLst>
          </p:cNvPr>
          <p:cNvSpPr>
            <a:spLocks noGrp="1"/>
          </p:cNvSpPr>
          <p:nvPr>
            <p:ph type="body" sz="quarter" idx="27" hasCustomPrompt="1"/>
          </p:nvPr>
        </p:nvSpPr>
        <p:spPr bwMode="gray">
          <a:xfrm>
            <a:off x="695401" y="1484784"/>
            <a:ext cx="10872712" cy="504000"/>
          </a:xfrm>
        </p:spPr>
        <p:txBody>
          <a:bodyPr anchor="t"/>
          <a:lstStyle>
            <a:lvl1pPr marL="0" indent="0">
              <a:spcAft>
                <a:spcPts val="0"/>
              </a:spcAft>
              <a:buFontTx/>
              <a:buNone/>
              <a:defRPr sz="2000">
                <a:solidFill>
                  <a:schemeClr val="bg2"/>
                </a:solidFill>
                <a:latin typeface="+mj-lt"/>
              </a:defRPr>
            </a:lvl1pPr>
            <a:lvl2pPr marL="0" indent="0">
              <a:spcAft>
                <a:spcPts val="0"/>
              </a:spcAft>
              <a:buFontTx/>
              <a:buNone/>
              <a:defRPr sz="2000">
                <a:solidFill>
                  <a:schemeClr val="bg2"/>
                </a:solidFill>
                <a:latin typeface="+mj-lt"/>
              </a:defRPr>
            </a:lvl2pPr>
            <a:lvl3pPr marL="0" indent="0">
              <a:spcAft>
                <a:spcPts val="0"/>
              </a:spcAft>
              <a:buFontTx/>
              <a:buNone/>
              <a:defRPr sz="2000">
                <a:solidFill>
                  <a:schemeClr val="bg2"/>
                </a:solidFill>
                <a:latin typeface="+mj-lt"/>
              </a:defRPr>
            </a:lvl3pPr>
            <a:lvl4pPr marL="0" indent="0">
              <a:spcAft>
                <a:spcPts val="0"/>
              </a:spcAft>
              <a:buFontTx/>
              <a:buNone/>
              <a:defRPr sz="2000">
                <a:solidFill>
                  <a:schemeClr val="bg2"/>
                </a:solidFill>
                <a:latin typeface="+mj-lt"/>
              </a:defRPr>
            </a:lvl4pPr>
            <a:lvl5pPr marL="0" indent="0">
              <a:spcAft>
                <a:spcPts val="0"/>
              </a:spcAft>
              <a:buFontTx/>
              <a:buNone/>
              <a:defRPr sz="2000">
                <a:solidFill>
                  <a:schemeClr val="bg2"/>
                </a:solidFill>
                <a:latin typeface="+mj-lt"/>
              </a:defRPr>
            </a:lvl5pPr>
            <a:lvl6pPr marL="0" indent="0">
              <a:spcAft>
                <a:spcPts val="0"/>
              </a:spcAft>
              <a:buFontTx/>
              <a:buNone/>
              <a:defRPr sz="2000">
                <a:solidFill>
                  <a:schemeClr val="bg2"/>
                </a:solidFill>
                <a:latin typeface="+mj-lt"/>
              </a:defRPr>
            </a:lvl6pPr>
            <a:lvl7pPr marL="0" indent="0">
              <a:spcAft>
                <a:spcPts val="0"/>
              </a:spcAft>
              <a:buFontTx/>
              <a:buNone/>
              <a:defRPr sz="2000">
                <a:solidFill>
                  <a:schemeClr val="bg2"/>
                </a:solidFill>
                <a:latin typeface="+mj-lt"/>
              </a:defRPr>
            </a:lvl7pPr>
            <a:lvl8pPr marL="0" indent="0">
              <a:spcAft>
                <a:spcPts val="0"/>
              </a:spcAft>
              <a:buFontTx/>
              <a:buNone/>
              <a:defRPr sz="2000">
                <a:solidFill>
                  <a:schemeClr val="bg2"/>
                </a:solidFill>
                <a:latin typeface="+mj-lt"/>
              </a:defRPr>
            </a:lvl8pPr>
            <a:lvl9pPr marL="0" indent="0">
              <a:spcAft>
                <a:spcPts val="0"/>
              </a:spcAft>
              <a:buFontTx/>
              <a:buNone/>
              <a:defRPr sz="2000">
                <a:solidFill>
                  <a:schemeClr val="bg2"/>
                </a:solidFill>
                <a:latin typeface="+mj-lt"/>
              </a:defRPr>
            </a:lvl9pPr>
          </a:lstStyle>
          <a:p>
            <a:pPr lvl="0"/>
            <a:r>
              <a:rPr lang="de-DE" dirty="0"/>
              <a:t>Optionale </a:t>
            </a:r>
            <a:r>
              <a:rPr lang="de-DE" dirty="0" err="1"/>
              <a:t>Subline</a:t>
            </a:r>
            <a:r>
              <a:rPr lang="de-DE" dirty="0"/>
              <a:t> hinzufügen</a:t>
            </a:r>
          </a:p>
        </p:txBody>
      </p:sp>
      <p:sp>
        <p:nvSpPr>
          <p:cNvPr id="18" name="Inhaltsplatzhalter 16">
            <a:extLst>
              <a:ext uri="{FF2B5EF4-FFF2-40B4-BE49-F238E27FC236}">
                <a16:creationId xmlns:a16="http://schemas.microsoft.com/office/drawing/2014/main" id="{835F97C9-1A71-4B7B-B0FD-2161E9E9E0B2}"/>
              </a:ext>
            </a:extLst>
          </p:cNvPr>
          <p:cNvSpPr>
            <a:spLocks noGrp="1"/>
          </p:cNvSpPr>
          <p:nvPr>
            <p:ph sz="quarter" idx="20"/>
          </p:nvPr>
        </p:nvSpPr>
        <p:spPr bwMode="gray">
          <a:xfrm>
            <a:off x="695325" y="2205038"/>
            <a:ext cx="10872788" cy="4103687"/>
          </a:xfrm>
        </p:spPr>
        <p:txBody>
          <a:bodyPr/>
          <a:lstStyle>
            <a:lvl1pPr>
              <a:defRPr/>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umsplatzhalter 4">
            <a:extLst>
              <a:ext uri="{FF2B5EF4-FFF2-40B4-BE49-F238E27FC236}">
                <a16:creationId xmlns:a16="http://schemas.microsoft.com/office/drawing/2014/main" id="{955C91B4-7E37-7B11-7591-45EE91B4C3B3}"/>
              </a:ext>
            </a:extLst>
          </p:cNvPr>
          <p:cNvSpPr>
            <a:spLocks noGrp="1"/>
          </p:cNvSpPr>
          <p:nvPr>
            <p:ph type="dt" sz="half" idx="28"/>
          </p:nvPr>
        </p:nvSpPr>
        <p:spPr bwMode="gray"/>
        <p:txBody>
          <a:bodyPr/>
          <a:lstStyle/>
          <a:p>
            <a:r>
              <a:rPr lang="de-DE"/>
              <a:t>Intern, TT.MM.JJJJ</a:t>
            </a:r>
            <a:endParaRPr lang="de-DE" sz="800" dirty="0"/>
          </a:p>
        </p:txBody>
      </p:sp>
      <p:sp>
        <p:nvSpPr>
          <p:cNvPr id="11" name="Foliennummernplatzhalter 10">
            <a:extLst>
              <a:ext uri="{FF2B5EF4-FFF2-40B4-BE49-F238E27FC236}">
                <a16:creationId xmlns:a16="http://schemas.microsoft.com/office/drawing/2014/main" id="{A3E87E82-6C65-7459-FCC8-F1324200B4D2}"/>
              </a:ext>
            </a:extLst>
          </p:cNvPr>
          <p:cNvSpPr>
            <a:spLocks noGrp="1"/>
          </p:cNvSpPr>
          <p:nvPr>
            <p:ph type="sldNum" sz="quarter" idx="30"/>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225054657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und Inhalt 2">
    <p:bg>
      <p:bgPr>
        <a:solidFill>
          <a:schemeClr val="bg1"/>
        </a:solidFill>
        <a:effectLst/>
      </p:bgPr>
    </p:bg>
    <p:spTree>
      <p:nvGrpSpPr>
        <p:cNvPr id="1" name=""/>
        <p:cNvGrpSpPr/>
        <p:nvPr/>
      </p:nvGrpSpPr>
      <p:grpSpPr>
        <a:xfrm>
          <a:off x="0" y="0"/>
          <a:ext cx="0" cy="0"/>
          <a:chOff x="0" y="0"/>
          <a:chExt cx="0" cy="0"/>
        </a:xfrm>
      </p:grpSpPr>
      <p:sp>
        <p:nvSpPr>
          <p:cNvPr id="10" name="Freihandform: Form 9">
            <a:extLst>
              <a:ext uri="{FF2B5EF4-FFF2-40B4-BE49-F238E27FC236}">
                <a16:creationId xmlns:a16="http://schemas.microsoft.com/office/drawing/2014/main" id="{58672E46-BA21-67E7-3E58-4CEBD6C44D84}"/>
              </a:ext>
              <a:ext uri="{C183D7F6-B498-43B3-948B-1728B52AA6E4}">
                <adec:decorative xmlns:adec="http://schemas.microsoft.com/office/drawing/2017/decorative" val="1"/>
              </a:ext>
            </a:extLst>
          </p:cNvPr>
          <p:cNvSpPr/>
          <p:nvPr userDrawn="1"/>
        </p:nvSpPr>
        <p:spPr bwMode="gray">
          <a:xfrm>
            <a:off x="0" y="0"/>
            <a:ext cx="12192000" cy="6858000"/>
          </a:xfrm>
          <a:custGeom>
            <a:avLst/>
            <a:gdLst>
              <a:gd name="connsiteX0" fmla="*/ 0 w 12192000"/>
              <a:gd name="connsiteY0" fmla="*/ 0 h 6858000"/>
              <a:gd name="connsiteX1" fmla="*/ 5735961 w 12192000"/>
              <a:gd name="connsiteY1" fmla="*/ 0 h 6858000"/>
              <a:gd name="connsiteX2" fmla="*/ 5735961 w 12192000"/>
              <a:gd name="connsiteY2" fmla="*/ 673693 h 6858000"/>
              <a:gd name="connsiteX3" fmla="*/ 5735961 w 12192000"/>
              <a:gd name="connsiteY3" fmla="*/ 3700353 h 6858000"/>
              <a:gd name="connsiteX4" fmla="*/ 5735961 w 12192000"/>
              <a:gd name="connsiteY4" fmla="*/ 5349862 h 6858000"/>
              <a:gd name="connsiteX5" fmla="*/ 6694824 w 12192000"/>
              <a:gd name="connsiteY5" fmla="*/ 6308726 h 6858000"/>
              <a:gd name="connsiteX6" fmla="*/ 12192000 w 12192000"/>
              <a:gd name="connsiteY6" fmla="*/ 6308726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0" y="0"/>
                </a:moveTo>
                <a:lnTo>
                  <a:pt x="5735961" y="0"/>
                </a:lnTo>
                <a:lnTo>
                  <a:pt x="5735961" y="673693"/>
                </a:lnTo>
                <a:lnTo>
                  <a:pt x="5735961" y="3700353"/>
                </a:lnTo>
                <a:lnTo>
                  <a:pt x="5735961" y="5349862"/>
                </a:lnTo>
                <a:cubicBezTo>
                  <a:pt x="5735961" y="5879428"/>
                  <a:pt x="6165258" y="6308726"/>
                  <a:pt x="6694824" y="6308726"/>
                </a:cubicBezTo>
                <a:lnTo>
                  <a:pt x="12192000" y="6308726"/>
                </a:lnTo>
                <a:lnTo>
                  <a:pt x="12192000" y="6858000"/>
                </a:lnTo>
                <a:lnTo>
                  <a:pt x="0" y="6858000"/>
                </a:lnTo>
                <a:close/>
              </a:path>
            </a:pathLst>
          </a:custGeom>
          <a:gradFill>
            <a:gsLst>
              <a:gs pos="33000">
                <a:srgbClr val="FFFFFF">
                  <a:alpha val="0"/>
                </a:srgbClr>
              </a:gs>
              <a:gs pos="100000">
                <a:schemeClr val="bg1"/>
              </a:gs>
              <a:gs pos="55000">
                <a:schemeClr val="tx2"/>
              </a:gs>
            </a:gsLst>
            <a:lin ang="24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300"/>
              </a:spcBef>
              <a:spcAft>
                <a:spcPts val="300"/>
              </a:spcAft>
            </a:pPr>
            <a:endParaRPr lang="de-DE" sz="2000" dirty="0" err="1">
              <a:solidFill>
                <a:schemeClr val="tx1"/>
              </a:solidFill>
            </a:endParaRPr>
          </a:p>
        </p:txBody>
      </p:sp>
      <p:sp>
        <p:nvSpPr>
          <p:cNvPr id="7" name="Textfeld 6">
            <a:extLst>
              <a:ext uri="{FF2B5EF4-FFF2-40B4-BE49-F238E27FC236}">
                <a16:creationId xmlns:a16="http://schemas.microsoft.com/office/drawing/2014/main" id="{D978C686-F823-53FC-AAF1-C7C157199201}"/>
              </a:ext>
              <a:ext uri="{C183D7F6-B498-43B3-948B-1728B52AA6E4}">
                <adec:decorative xmlns:adec="http://schemas.microsoft.com/office/drawing/2017/decorative" val="1"/>
              </a:ext>
            </a:extLst>
          </p:cNvPr>
          <p:cNvSpPr txBox="1">
            <a:spLocks/>
          </p:cNvSpPr>
          <p:nvPr userDrawn="1"/>
        </p:nvSpPr>
        <p:spPr bwMode="gray">
          <a:xfrm rot="16200000" flipH="1" flipV="1">
            <a:off x="-2964522" y="3224871"/>
            <a:ext cx="6048378" cy="119334"/>
          </a:xfrm>
          <a:custGeom>
            <a:avLst/>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a:gsLst>
              <a:gs pos="10000">
                <a:srgbClr val="9B348E"/>
              </a:gs>
              <a:gs pos="33000">
                <a:schemeClr val="bg2"/>
              </a:gs>
            </a:gsLst>
            <a:lin ang="12600000" scaled="0"/>
          </a:gradFill>
          <a:ln>
            <a:no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grpSp>
        <p:nvGrpSpPr>
          <p:cNvPr id="11" name="Gruppieren 10">
            <a:extLst>
              <a:ext uri="{FF2B5EF4-FFF2-40B4-BE49-F238E27FC236}">
                <a16:creationId xmlns:a16="http://schemas.microsoft.com/office/drawing/2014/main" id="{6BFEBA4E-C135-81DE-ABDC-8CC23C65BD3E}"/>
              </a:ext>
              <a:ext uri="{C183D7F6-B498-43B3-948B-1728B52AA6E4}">
                <adec:decorative xmlns:adec="http://schemas.microsoft.com/office/drawing/2017/decorative" val="1"/>
              </a:ext>
            </a:extLst>
          </p:cNvPr>
          <p:cNvGrpSpPr/>
          <p:nvPr userDrawn="1"/>
        </p:nvGrpSpPr>
        <p:grpSpPr bwMode="gray">
          <a:xfrm>
            <a:off x="263352" y="116632"/>
            <a:ext cx="4464496" cy="3600400"/>
            <a:chOff x="7392143" y="620688"/>
            <a:chExt cx="4295800" cy="3733025"/>
          </a:xfrm>
        </p:grpSpPr>
        <p:sp>
          <p:nvSpPr>
            <p:cNvPr id="12" name="Titel 13">
              <a:extLst>
                <a:ext uri="{FF2B5EF4-FFF2-40B4-BE49-F238E27FC236}">
                  <a16:creationId xmlns:a16="http://schemas.microsoft.com/office/drawing/2014/main" id="{081F4FF2-7CE6-F7B9-43CF-66C4C9C83A32}"/>
                </a:ext>
              </a:extLst>
            </p:cNvPr>
            <p:cNvSpPr txBox="1">
              <a:spLocks/>
            </p:cNvSpPr>
            <p:nvPr/>
          </p:nvSpPr>
          <p:spPr bwMode="gray">
            <a:xfrm>
              <a:off x="7392143" y="2625521"/>
              <a:ext cx="725355" cy="755577"/>
            </a:xfrm>
            <a:prstGeom prst="round2DiagRect">
              <a:avLst>
                <a:gd name="adj1" fmla="val 17774"/>
                <a:gd name="adj2" fmla="val 0"/>
              </a:avLst>
            </a:prstGeom>
            <a:noFill/>
            <a:ln w="12700">
              <a:solidFill>
                <a:schemeClr val="tx2">
                  <a:alpha val="40000"/>
                </a:scheme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3" name="Titel 13">
              <a:extLst>
                <a:ext uri="{FF2B5EF4-FFF2-40B4-BE49-F238E27FC236}">
                  <a16:creationId xmlns:a16="http://schemas.microsoft.com/office/drawing/2014/main" id="{54982B2F-BD54-AD34-C904-D93D06D401A5}"/>
                </a:ext>
              </a:extLst>
            </p:cNvPr>
            <p:cNvSpPr txBox="1">
              <a:spLocks/>
            </p:cNvSpPr>
            <p:nvPr/>
          </p:nvSpPr>
          <p:spPr bwMode="gray">
            <a:xfrm>
              <a:off x="8367985" y="2451385"/>
              <a:ext cx="1826236" cy="1902328"/>
            </a:xfrm>
            <a:prstGeom prst="round2DiagRect">
              <a:avLst>
                <a:gd name="adj1" fmla="val 17774"/>
                <a:gd name="adj2" fmla="val 0"/>
              </a:avLst>
            </a:prstGeom>
            <a:noFill/>
            <a:ln w="12700">
              <a:solidFill>
                <a:schemeClr val="tx2">
                  <a:alpha val="40000"/>
                </a:scheme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4" name="Titel 13">
              <a:extLst>
                <a:ext uri="{FF2B5EF4-FFF2-40B4-BE49-F238E27FC236}">
                  <a16:creationId xmlns:a16="http://schemas.microsoft.com/office/drawing/2014/main" id="{0247DB0E-9237-BC55-FD53-D7CAEE5421B0}"/>
                </a:ext>
              </a:extLst>
            </p:cNvPr>
            <p:cNvSpPr txBox="1">
              <a:spLocks/>
            </p:cNvSpPr>
            <p:nvPr/>
          </p:nvSpPr>
          <p:spPr bwMode="gray">
            <a:xfrm>
              <a:off x="7392143" y="1225974"/>
              <a:ext cx="1124103" cy="1170940"/>
            </a:xfrm>
            <a:prstGeom prst="round2DiagRect">
              <a:avLst>
                <a:gd name="adj1" fmla="val 17774"/>
                <a:gd name="adj2" fmla="val 0"/>
              </a:avLst>
            </a:prstGeom>
            <a:noFill/>
            <a:ln w="12700">
              <a:solidFill>
                <a:schemeClr val="tx2">
                  <a:alpha val="40000"/>
                </a:scheme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5" name="Titel 13">
              <a:extLst>
                <a:ext uri="{FF2B5EF4-FFF2-40B4-BE49-F238E27FC236}">
                  <a16:creationId xmlns:a16="http://schemas.microsoft.com/office/drawing/2014/main" id="{D486F15B-04E2-5941-AB87-F5F5B6A79CCA}"/>
                </a:ext>
              </a:extLst>
            </p:cNvPr>
            <p:cNvSpPr txBox="1">
              <a:spLocks/>
            </p:cNvSpPr>
            <p:nvPr/>
          </p:nvSpPr>
          <p:spPr bwMode="gray">
            <a:xfrm>
              <a:off x="7997429" y="1571851"/>
              <a:ext cx="1297042" cy="1351085"/>
            </a:xfrm>
            <a:prstGeom prst="round2DiagRect">
              <a:avLst>
                <a:gd name="adj1" fmla="val 17774"/>
                <a:gd name="adj2" fmla="val 0"/>
              </a:avLst>
            </a:prstGeom>
            <a:noFill/>
            <a:ln w="12700">
              <a:solidFill>
                <a:schemeClr val="tx2">
                  <a:alpha val="40000"/>
                </a:scheme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6" name="Titel 13">
              <a:extLst>
                <a:ext uri="{FF2B5EF4-FFF2-40B4-BE49-F238E27FC236}">
                  <a16:creationId xmlns:a16="http://schemas.microsoft.com/office/drawing/2014/main" id="{CC4D40B8-9BDA-8E5E-15A7-E6FD157C975F}"/>
                </a:ext>
              </a:extLst>
            </p:cNvPr>
            <p:cNvSpPr txBox="1">
              <a:spLocks/>
            </p:cNvSpPr>
            <p:nvPr/>
          </p:nvSpPr>
          <p:spPr bwMode="gray">
            <a:xfrm>
              <a:off x="8256838" y="620688"/>
              <a:ext cx="691755" cy="720579"/>
            </a:xfrm>
            <a:prstGeom prst="round2DiagRect">
              <a:avLst>
                <a:gd name="adj1" fmla="val 17774"/>
                <a:gd name="adj2" fmla="val 0"/>
              </a:avLst>
            </a:prstGeom>
            <a:noFill/>
            <a:ln w="12700">
              <a:solidFill>
                <a:schemeClr val="tx2">
                  <a:alpha val="40000"/>
                </a:scheme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7" name="Titel 13">
              <a:extLst>
                <a:ext uri="{FF2B5EF4-FFF2-40B4-BE49-F238E27FC236}">
                  <a16:creationId xmlns:a16="http://schemas.microsoft.com/office/drawing/2014/main" id="{057D5919-656E-A3C8-B30E-2BDD78A5345A}"/>
                </a:ext>
              </a:extLst>
            </p:cNvPr>
            <p:cNvSpPr txBox="1">
              <a:spLocks/>
            </p:cNvSpPr>
            <p:nvPr/>
          </p:nvSpPr>
          <p:spPr bwMode="gray">
            <a:xfrm>
              <a:off x="8775179" y="793627"/>
              <a:ext cx="951639" cy="991292"/>
            </a:xfrm>
            <a:prstGeom prst="round2DiagRect">
              <a:avLst>
                <a:gd name="adj1" fmla="val 17774"/>
                <a:gd name="adj2" fmla="val 0"/>
              </a:avLst>
            </a:prstGeom>
            <a:noFill/>
            <a:ln w="12700">
              <a:solidFill>
                <a:schemeClr val="tx2">
                  <a:alpha val="40000"/>
                </a:scheme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9" name="Titel 13">
              <a:extLst>
                <a:ext uri="{FF2B5EF4-FFF2-40B4-BE49-F238E27FC236}">
                  <a16:creationId xmlns:a16="http://schemas.microsoft.com/office/drawing/2014/main" id="{F49EF7D6-BE7E-2993-DF06-745E55107249}"/>
                </a:ext>
              </a:extLst>
            </p:cNvPr>
            <p:cNvSpPr txBox="1">
              <a:spLocks/>
            </p:cNvSpPr>
            <p:nvPr/>
          </p:nvSpPr>
          <p:spPr bwMode="gray">
            <a:xfrm>
              <a:off x="9813287" y="2090668"/>
              <a:ext cx="913117" cy="951164"/>
            </a:xfrm>
            <a:prstGeom prst="round2DiagRect">
              <a:avLst>
                <a:gd name="adj1" fmla="val 17774"/>
                <a:gd name="adj2" fmla="val 0"/>
              </a:avLst>
            </a:prstGeom>
            <a:noFill/>
            <a:ln w="12700">
              <a:solidFill>
                <a:schemeClr val="tx2">
                  <a:alpha val="40000"/>
                </a:scheme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0" name="Titel 13">
              <a:extLst>
                <a:ext uri="{FF2B5EF4-FFF2-40B4-BE49-F238E27FC236}">
                  <a16:creationId xmlns:a16="http://schemas.microsoft.com/office/drawing/2014/main" id="{A14C5199-7D93-C6D9-C61B-B5B6541171E1}"/>
                </a:ext>
              </a:extLst>
            </p:cNvPr>
            <p:cNvSpPr txBox="1">
              <a:spLocks/>
            </p:cNvSpPr>
            <p:nvPr/>
          </p:nvSpPr>
          <p:spPr bwMode="gray">
            <a:xfrm>
              <a:off x="11023858" y="1225974"/>
              <a:ext cx="664085" cy="691756"/>
            </a:xfrm>
            <a:prstGeom prst="round2DiagRect">
              <a:avLst>
                <a:gd name="adj1" fmla="val 17774"/>
                <a:gd name="adj2" fmla="val 0"/>
              </a:avLst>
            </a:prstGeom>
            <a:noFill/>
            <a:ln w="12700">
              <a:solidFill>
                <a:schemeClr val="tx2">
                  <a:alpha val="40000"/>
                </a:scheme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1" name="Titel 13">
              <a:extLst>
                <a:ext uri="{FF2B5EF4-FFF2-40B4-BE49-F238E27FC236}">
                  <a16:creationId xmlns:a16="http://schemas.microsoft.com/office/drawing/2014/main" id="{679F0436-031F-9A0D-FD70-B59DF3ADCC50}"/>
                </a:ext>
              </a:extLst>
            </p:cNvPr>
            <p:cNvSpPr txBox="1">
              <a:spLocks/>
            </p:cNvSpPr>
            <p:nvPr/>
          </p:nvSpPr>
          <p:spPr bwMode="gray">
            <a:xfrm>
              <a:off x="9467410" y="1038197"/>
              <a:ext cx="1642919" cy="1711376"/>
            </a:xfrm>
            <a:prstGeom prst="round2DiagRect">
              <a:avLst>
                <a:gd name="adj1" fmla="val 17774"/>
                <a:gd name="adj2" fmla="val 0"/>
              </a:avLst>
            </a:prstGeom>
            <a:noFill/>
            <a:ln w="12700">
              <a:solidFill>
                <a:schemeClr val="tx2">
                  <a:alpha val="40000"/>
                </a:schemeClr>
              </a:solidFill>
            </a:ln>
          </p:spPr>
          <p:txBody>
            <a:bodyPr vert="horz" wrap="square" lIns="503992" tIns="143998" rIns="143998" bIns="179997" rtlCol="0" anchor="ctr" anchorCtr="0">
              <a:noAutofit/>
            </a:bodyPr>
            <a:lstStyle>
              <a:defPPr>
                <a:defRPr lang="en-US"/>
              </a:defPPr>
              <a:lvl1pPr marR="0" lvl="0" indent="0" defTabSz="914115" fontAlgn="auto">
                <a:lnSpc>
                  <a:spcPct val="100000"/>
                </a:lnSpc>
                <a:spcBef>
                  <a:spcPct val="0"/>
                </a:spcBef>
                <a:spcAft>
                  <a:spcPts val="0"/>
                </a:spcAft>
                <a:buClrTx/>
                <a:buSzTx/>
                <a:buFontTx/>
                <a:buNone/>
                <a:tabLst>
                  <a:tab pos="8061482" algn="r"/>
                </a:tabLst>
                <a:defRPr kumimoji="0" b="0" i="0" u="none" strike="noStrike" cap="none" spc="0" normalizeH="0" baseline="0">
                  <a:ln>
                    <a:noFill/>
                  </a:ln>
                  <a:solidFill>
                    <a:srgbClr val="FFFFFF"/>
                  </a:solidFill>
                  <a:effectLst/>
                  <a:uLnTx/>
                  <a:uFillTx/>
                  <a:latin typeface="Sparkasse Rg"/>
                  <a:ea typeface="+mj-ea"/>
                  <a:cs typeface="+mj-cs"/>
                </a:defRPr>
              </a:lvl1pPr>
            </a:lstStyle>
            <a:p>
              <a:endParaRPr lang="de-DE" dirty="0"/>
            </a:p>
          </p:txBody>
        </p:sp>
      </p:grpSp>
      <p:sp>
        <p:nvSpPr>
          <p:cNvPr id="9" name="Textplatzhalter 8">
            <a:extLst>
              <a:ext uri="{FF2B5EF4-FFF2-40B4-BE49-F238E27FC236}">
                <a16:creationId xmlns:a16="http://schemas.microsoft.com/office/drawing/2014/main" id="{A368F05E-AA87-2C42-5067-6EADF11D89DF}"/>
              </a:ext>
            </a:extLst>
          </p:cNvPr>
          <p:cNvSpPr>
            <a:spLocks noGrp="1"/>
          </p:cNvSpPr>
          <p:nvPr>
            <p:ph type="body" sz="quarter" idx="26" hasCustomPrompt="1"/>
          </p:nvPr>
        </p:nvSpPr>
        <p:spPr bwMode="gray">
          <a:xfrm>
            <a:off x="695401" y="620720"/>
            <a:ext cx="4680000" cy="288000"/>
          </a:xfrm>
        </p:spPr>
        <p:txBody>
          <a:bodyPr anchor="t" anchorCtr="0"/>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3" name="Titel 2">
            <a:extLst>
              <a:ext uri="{FF2B5EF4-FFF2-40B4-BE49-F238E27FC236}">
                <a16:creationId xmlns:a16="http://schemas.microsoft.com/office/drawing/2014/main" id="{DD97BBC6-5B8B-0978-EE9F-469CC55B3CA0}"/>
              </a:ext>
            </a:extLst>
          </p:cNvPr>
          <p:cNvSpPr>
            <a:spLocks noGrp="1"/>
          </p:cNvSpPr>
          <p:nvPr>
            <p:ph type="title"/>
          </p:nvPr>
        </p:nvSpPr>
        <p:spPr bwMode="gray">
          <a:xfrm>
            <a:off x="695400" y="2205038"/>
            <a:ext cx="4680000" cy="3312194"/>
          </a:xfrm>
        </p:spPr>
        <p:txBody>
          <a:bodyPr bIns="0" anchor="b" anchorCtr="0"/>
          <a:lstStyle>
            <a:lvl1pPr>
              <a:lnSpc>
                <a:spcPct val="95000"/>
              </a:lnSpc>
              <a:defRPr/>
            </a:lvl1pPr>
          </a:lstStyle>
          <a:p>
            <a:r>
              <a:rPr lang="de-DE"/>
              <a:t>Mastertitelformat bearbeiten</a:t>
            </a:r>
            <a:endParaRPr lang="de-DE" dirty="0"/>
          </a:p>
        </p:txBody>
      </p:sp>
      <p:sp>
        <p:nvSpPr>
          <p:cNvPr id="18" name="Inhaltsplatzhalter 16">
            <a:extLst>
              <a:ext uri="{FF2B5EF4-FFF2-40B4-BE49-F238E27FC236}">
                <a16:creationId xmlns:a16="http://schemas.microsoft.com/office/drawing/2014/main" id="{835F97C9-1A71-4B7B-B0FD-2161E9E9E0B2}"/>
              </a:ext>
            </a:extLst>
          </p:cNvPr>
          <p:cNvSpPr>
            <a:spLocks noGrp="1"/>
          </p:cNvSpPr>
          <p:nvPr>
            <p:ph sz="quarter" idx="20"/>
          </p:nvPr>
        </p:nvSpPr>
        <p:spPr bwMode="gray">
          <a:xfrm>
            <a:off x="6311899" y="1558800"/>
            <a:ext cx="4679951" cy="4389563"/>
          </a:xfrm>
        </p:spPr>
        <p:txBody>
          <a:bodyPr/>
          <a:lstStyle>
            <a:lvl1pPr>
              <a:defRPr/>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Datumsplatzhalter 1">
            <a:extLst>
              <a:ext uri="{FF2B5EF4-FFF2-40B4-BE49-F238E27FC236}">
                <a16:creationId xmlns:a16="http://schemas.microsoft.com/office/drawing/2014/main" id="{8CD4ECA1-B5EA-266F-8E93-96DAD53E11AF}"/>
              </a:ext>
            </a:extLst>
          </p:cNvPr>
          <p:cNvSpPr>
            <a:spLocks noGrp="1"/>
          </p:cNvSpPr>
          <p:nvPr>
            <p:ph type="dt" sz="half" idx="27"/>
          </p:nvPr>
        </p:nvSpPr>
        <p:spPr bwMode="gray"/>
        <p:txBody>
          <a:bodyPr/>
          <a:lstStyle/>
          <a:p>
            <a:r>
              <a:rPr lang="de-DE"/>
              <a:t>Intern, TT.MM.JJJJ</a:t>
            </a:r>
            <a:endParaRPr lang="de-DE" sz="800" dirty="0"/>
          </a:p>
        </p:txBody>
      </p:sp>
      <p:sp>
        <p:nvSpPr>
          <p:cNvPr id="8" name="Foliennummernplatzhalter 7">
            <a:extLst>
              <a:ext uri="{FF2B5EF4-FFF2-40B4-BE49-F238E27FC236}">
                <a16:creationId xmlns:a16="http://schemas.microsoft.com/office/drawing/2014/main" id="{588BA2A6-ACFE-51BA-D4CC-880108063D90}"/>
              </a:ext>
            </a:extLst>
          </p:cNvPr>
          <p:cNvSpPr>
            <a:spLocks noGrp="1"/>
          </p:cNvSpPr>
          <p:nvPr>
            <p:ph type="sldNum" sz="quarter" idx="29"/>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3883517202"/>
      </p:ext>
    </p:extLst>
  </p:cSld>
  <p:clrMapOvr>
    <a:masterClrMapping/>
  </p:clrMapOvr>
  <p:transition>
    <p:fade/>
  </p:transition>
  <p:extLst>
    <p:ext uri="{DCECCB84-F9BA-43D5-87BE-67443E8EF086}">
      <p15:sldGuideLst xmlns:p15="http://schemas.microsoft.com/office/powerpoint/2012/main">
        <p15:guide id="1" pos="3976">
          <p15:clr>
            <a:srgbClr val="FBAE40"/>
          </p15:clr>
        </p15:guide>
        <p15:guide id="2" pos="3749">
          <p15:clr>
            <a:srgbClr val="FBAE40"/>
          </p15:clr>
        </p15:guide>
        <p15:guide id="3" pos="3386">
          <p15:clr>
            <a:srgbClr val="FBAE40"/>
          </p15:clr>
        </p15:guide>
        <p15:guide id="5" pos="6924">
          <p15:clr>
            <a:srgbClr val="FBAE40"/>
          </p15:clr>
        </p15:guide>
        <p15:guide id="6" orient="horz" pos="3747">
          <p15:clr>
            <a:srgbClr val="FBAE40"/>
          </p15:clr>
        </p15:guide>
        <p15:guide id="7" orient="horz" pos="9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und Inhalt 3">
    <p:spTree>
      <p:nvGrpSpPr>
        <p:cNvPr id="1" name=""/>
        <p:cNvGrpSpPr/>
        <p:nvPr/>
      </p:nvGrpSpPr>
      <p:grpSpPr>
        <a:xfrm>
          <a:off x="0" y="0"/>
          <a:ext cx="0" cy="0"/>
          <a:chOff x="0" y="0"/>
          <a:chExt cx="0" cy="0"/>
        </a:xfrm>
      </p:grpSpPr>
      <p:sp>
        <p:nvSpPr>
          <p:cNvPr id="12" name="Bildplatzhalter 11">
            <a:extLst>
              <a:ext uri="{FF2B5EF4-FFF2-40B4-BE49-F238E27FC236}">
                <a16:creationId xmlns:a16="http://schemas.microsoft.com/office/drawing/2014/main" id="{7DE03EEA-15C3-8535-DBE8-63EA0361EF3A}"/>
              </a:ext>
              <a:ext uri="{C183D7F6-B498-43B3-948B-1728B52AA6E4}">
                <adec:decorative xmlns:adec="http://schemas.microsoft.com/office/drawing/2017/decorative" val="1"/>
              </a:ext>
            </a:extLst>
          </p:cNvPr>
          <p:cNvSpPr>
            <a:spLocks noGrp="1"/>
          </p:cNvSpPr>
          <p:nvPr>
            <p:ph type="pic" sz="quarter" idx="28"/>
          </p:nvPr>
        </p:nvSpPr>
        <p:spPr bwMode="gray">
          <a:xfrm>
            <a:off x="2" y="0"/>
            <a:ext cx="11244262" cy="2132856"/>
          </a:xfrm>
          <a:custGeom>
            <a:avLst/>
            <a:gdLst>
              <a:gd name="connsiteX0" fmla="*/ 0 w 11280575"/>
              <a:gd name="connsiteY0" fmla="*/ 0 h 2132856"/>
              <a:gd name="connsiteX1" fmla="*/ 11280575 w 11280575"/>
              <a:gd name="connsiteY1" fmla="*/ 0 h 2132856"/>
              <a:gd name="connsiteX2" fmla="*/ 11280575 w 11280575"/>
              <a:gd name="connsiteY2" fmla="*/ 1777373 h 2132856"/>
              <a:gd name="connsiteX3" fmla="*/ 10925092 w 11280575"/>
              <a:gd name="connsiteY3" fmla="*/ 2132856 h 2132856"/>
              <a:gd name="connsiteX4" fmla="*/ 0 w 11280575"/>
              <a:gd name="connsiteY4" fmla="*/ 2132856 h 213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0575" h="2132856">
                <a:moveTo>
                  <a:pt x="0" y="0"/>
                </a:moveTo>
                <a:lnTo>
                  <a:pt x="11280575" y="0"/>
                </a:lnTo>
                <a:lnTo>
                  <a:pt x="11280575" y="1777373"/>
                </a:lnTo>
                <a:cubicBezTo>
                  <a:pt x="11280575" y="1973701"/>
                  <a:pt x="11121420" y="2132856"/>
                  <a:pt x="10925092" y="2132856"/>
                </a:cubicBezTo>
                <a:lnTo>
                  <a:pt x="0" y="2132856"/>
                </a:lnTo>
                <a:close/>
              </a:path>
            </a:pathLst>
          </a:custGeom>
          <a:gradFill>
            <a:gsLst>
              <a:gs pos="4587">
                <a:srgbClr val="9B348E"/>
              </a:gs>
              <a:gs pos="27000">
                <a:schemeClr val="bg2"/>
              </a:gs>
              <a:gs pos="90000">
                <a:schemeClr val="tx1"/>
              </a:gs>
            </a:gsLst>
            <a:lin ang="7800000" scaled="0"/>
          </a:gradFill>
        </p:spPr>
        <p:txBody>
          <a:bodyPr vert="horz" wrap="square" lIns="0" tIns="0" rIns="0" bIns="0" rtlCol="0">
            <a:noAutofit/>
          </a:bodyPr>
          <a:lstStyle>
            <a:lvl1pPr>
              <a:defRPr lang="de-DE" sz="800">
                <a:noFill/>
              </a:defRPr>
            </a:lvl1pPr>
          </a:lstStyle>
          <a:p>
            <a:pPr lvl="0"/>
            <a:r>
              <a:rPr lang="de-DE"/>
              <a:t>Bild durch Klicken auf Symbol hinzufügen</a:t>
            </a:r>
            <a:endParaRPr lang="de-DE" dirty="0"/>
          </a:p>
        </p:txBody>
      </p:sp>
      <p:sp>
        <p:nvSpPr>
          <p:cNvPr id="13" name="Bildplatzhalter 12">
            <a:extLst>
              <a:ext uri="{FF2B5EF4-FFF2-40B4-BE49-F238E27FC236}">
                <a16:creationId xmlns:a16="http://schemas.microsoft.com/office/drawing/2014/main" id="{E1EA36DA-6CD6-C1BA-275B-257E1EAFBC97}"/>
              </a:ext>
              <a:ext uri="{C183D7F6-B498-43B3-948B-1728B52AA6E4}">
                <adec:decorative xmlns:adec="http://schemas.microsoft.com/office/drawing/2017/decorative" val="1"/>
              </a:ext>
            </a:extLst>
          </p:cNvPr>
          <p:cNvSpPr>
            <a:spLocks noGrp="1"/>
          </p:cNvSpPr>
          <p:nvPr>
            <p:ph type="pic" sz="quarter" idx="30"/>
          </p:nvPr>
        </p:nvSpPr>
        <p:spPr bwMode="gray">
          <a:xfrm>
            <a:off x="0" y="260727"/>
            <a:ext cx="171450" cy="6048000"/>
          </a:xfrm>
          <a:blipFill>
            <a:blip r:embed="rId2">
              <a:extLst>
                <a:ext uri="{96DAC541-7B7A-43D3-8B79-37D633B846F1}">
                  <asvg:svgBlip xmlns:asvg="http://schemas.microsoft.com/office/drawing/2016/SVG/main" r:embed="rId3"/>
                </a:ext>
              </a:extLst>
            </a:blip>
            <a:srcRect/>
            <a:stretch>
              <a:fillRect l="-4179" r="26528"/>
            </a:stretch>
          </a:blipFill>
        </p:spPr>
        <p:txBody>
          <a:bodyPr/>
          <a:lstStyle>
            <a:lvl1pPr>
              <a:defRPr sz="800">
                <a:noFill/>
              </a:defRPr>
            </a:lvl1pPr>
          </a:lstStyle>
          <a:p>
            <a:r>
              <a:rPr lang="de-DE"/>
              <a:t>Bild durch Klicken auf Symbol hinzufügen</a:t>
            </a:r>
            <a:endParaRPr lang="de-DE" dirty="0"/>
          </a:p>
        </p:txBody>
      </p:sp>
      <p:sp>
        <p:nvSpPr>
          <p:cNvPr id="9" name="Textplatzhalter 8">
            <a:extLst>
              <a:ext uri="{FF2B5EF4-FFF2-40B4-BE49-F238E27FC236}">
                <a16:creationId xmlns:a16="http://schemas.microsoft.com/office/drawing/2014/main" id="{A368F05E-AA87-2C42-5067-6EADF11D89DF}"/>
              </a:ext>
            </a:extLst>
          </p:cNvPr>
          <p:cNvSpPr>
            <a:spLocks noGrp="1"/>
          </p:cNvSpPr>
          <p:nvPr>
            <p:ph type="body" sz="quarter" idx="26" hasCustomPrompt="1"/>
          </p:nvPr>
        </p:nvSpPr>
        <p:spPr bwMode="gray">
          <a:xfrm>
            <a:off x="695400" y="548680"/>
            <a:ext cx="9936000" cy="288000"/>
          </a:xfrm>
        </p:spPr>
        <p:txBody>
          <a:bodyPr anchor="b"/>
          <a:lstStyle>
            <a:lvl1pPr marL="0" indent="0">
              <a:spcAft>
                <a:spcPts val="0"/>
              </a:spcAft>
              <a:buFontTx/>
              <a:buNone/>
              <a:defRPr sz="1400">
                <a:solidFill>
                  <a:schemeClr val="bg1"/>
                </a:solidFill>
                <a:latin typeface="+mn-lt"/>
              </a:defRPr>
            </a:lvl1pPr>
            <a:lvl2pPr marL="0" indent="0">
              <a:spcAft>
                <a:spcPts val="0"/>
              </a:spcAft>
              <a:buFontTx/>
              <a:buNone/>
              <a:defRPr sz="1400">
                <a:solidFill>
                  <a:schemeClr val="bg1"/>
                </a:solidFill>
                <a:latin typeface="+mn-lt"/>
              </a:defRPr>
            </a:lvl2pPr>
            <a:lvl3pPr marL="0" indent="0">
              <a:spcAft>
                <a:spcPts val="0"/>
              </a:spcAft>
              <a:buFontTx/>
              <a:buNone/>
              <a:defRPr sz="1400">
                <a:solidFill>
                  <a:schemeClr val="bg1"/>
                </a:solidFill>
                <a:latin typeface="+mn-lt"/>
              </a:defRPr>
            </a:lvl3pPr>
            <a:lvl4pPr marL="0" indent="0">
              <a:spcAft>
                <a:spcPts val="0"/>
              </a:spcAft>
              <a:buFontTx/>
              <a:buNone/>
              <a:defRPr sz="1400">
                <a:solidFill>
                  <a:schemeClr val="bg1"/>
                </a:solidFill>
                <a:latin typeface="+mn-lt"/>
              </a:defRPr>
            </a:lvl4pPr>
            <a:lvl5pPr marL="0" indent="0">
              <a:spcAft>
                <a:spcPts val="0"/>
              </a:spcAft>
              <a:buFontTx/>
              <a:buNone/>
              <a:defRPr sz="1400">
                <a:solidFill>
                  <a:schemeClr val="bg1"/>
                </a:solidFill>
                <a:latin typeface="+mn-lt"/>
              </a:defRPr>
            </a:lvl5pPr>
            <a:lvl6pPr marL="0" indent="0">
              <a:spcAft>
                <a:spcPts val="0"/>
              </a:spcAft>
              <a:buFontTx/>
              <a:buNone/>
              <a:defRPr sz="1400">
                <a:solidFill>
                  <a:schemeClr val="bg1"/>
                </a:solidFill>
                <a:latin typeface="+mn-lt"/>
              </a:defRPr>
            </a:lvl6pPr>
            <a:lvl7pPr marL="0" indent="0">
              <a:spcAft>
                <a:spcPts val="0"/>
              </a:spcAft>
              <a:buFontTx/>
              <a:buNone/>
              <a:defRPr sz="1400">
                <a:solidFill>
                  <a:schemeClr val="bg1"/>
                </a:solidFill>
                <a:latin typeface="+mn-lt"/>
              </a:defRPr>
            </a:lvl7pPr>
            <a:lvl8pPr marL="0" indent="0">
              <a:spcAft>
                <a:spcPts val="0"/>
              </a:spcAft>
              <a:buFontTx/>
              <a:buNone/>
              <a:defRPr sz="1400">
                <a:solidFill>
                  <a:schemeClr val="bg1"/>
                </a:solidFill>
                <a:latin typeface="+mn-lt"/>
              </a:defRPr>
            </a:lvl8pPr>
            <a:lvl9pPr marL="0" indent="0">
              <a:spcAft>
                <a:spcPts val="0"/>
              </a:spcAft>
              <a:buFontTx/>
              <a:buNone/>
              <a:defRPr sz="1400">
                <a:solidFill>
                  <a:schemeClr val="bg1"/>
                </a:solidFill>
                <a:latin typeface="+mn-lt"/>
              </a:defRPr>
            </a:lvl9pPr>
          </a:lstStyle>
          <a:p>
            <a:pPr lvl="0"/>
            <a:r>
              <a:rPr lang="de-DE" dirty="0"/>
              <a:t>Optionale </a:t>
            </a:r>
            <a:r>
              <a:rPr lang="de-DE" dirty="0" err="1"/>
              <a:t>Topline</a:t>
            </a:r>
            <a:r>
              <a:rPr lang="de-DE" dirty="0"/>
              <a:t> hinzufügen</a:t>
            </a:r>
          </a:p>
        </p:txBody>
      </p:sp>
      <p:sp>
        <p:nvSpPr>
          <p:cNvPr id="3" name="Titel 2">
            <a:extLst>
              <a:ext uri="{FF2B5EF4-FFF2-40B4-BE49-F238E27FC236}">
                <a16:creationId xmlns:a16="http://schemas.microsoft.com/office/drawing/2014/main" id="{DD97BBC6-5B8B-0978-EE9F-469CC55B3CA0}"/>
              </a:ext>
            </a:extLst>
          </p:cNvPr>
          <p:cNvSpPr>
            <a:spLocks noGrp="1"/>
          </p:cNvSpPr>
          <p:nvPr>
            <p:ph type="title"/>
          </p:nvPr>
        </p:nvSpPr>
        <p:spPr bwMode="gray">
          <a:xfrm>
            <a:off x="695325" y="908720"/>
            <a:ext cx="9936000" cy="576000"/>
          </a:xfrm>
        </p:spPr>
        <p:txBody>
          <a:bodyPr bIns="0"/>
          <a:lstStyle>
            <a:lvl1pPr>
              <a:lnSpc>
                <a:spcPct val="95000"/>
              </a:lnSpc>
              <a:defRPr>
                <a:solidFill>
                  <a:schemeClr val="bg1"/>
                </a:solidFill>
              </a:defRPr>
            </a:lvl1pPr>
          </a:lstStyle>
          <a:p>
            <a:r>
              <a:rPr lang="de-DE"/>
              <a:t>Mastertitelformat bearbeiten</a:t>
            </a:r>
            <a:endParaRPr lang="de-DE" dirty="0"/>
          </a:p>
        </p:txBody>
      </p:sp>
      <p:sp>
        <p:nvSpPr>
          <p:cNvPr id="10" name="Textplatzhalter 8">
            <a:extLst>
              <a:ext uri="{FF2B5EF4-FFF2-40B4-BE49-F238E27FC236}">
                <a16:creationId xmlns:a16="http://schemas.microsoft.com/office/drawing/2014/main" id="{E4D47092-765D-6561-AD03-5FB0453B8AAE}"/>
              </a:ext>
            </a:extLst>
          </p:cNvPr>
          <p:cNvSpPr>
            <a:spLocks noGrp="1"/>
          </p:cNvSpPr>
          <p:nvPr>
            <p:ph type="body" sz="quarter" idx="27" hasCustomPrompt="1"/>
          </p:nvPr>
        </p:nvSpPr>
        <p:spPr bwMode="gray">
          <a:xfrm>
            <a:off x="695401" y="1484784"/>
            <a:ext cx="9936000" cy="504000"/>
          </a:xfrm>
        </p:spPr>
        <p:txBody>
          <a:bodyPr anchor="t"/>
          <a:lstStyle>
            <a:lvl1pPr marL="0" indent="0">
              <a:spcAft>
                <a:spcPts val="0"/>
              </a:spcAft>
              <a:buFontTx/>
              <a:buNone/>
              <a:defRPr sz="2000">
                <a:solidFill>
                  <a:schemeClr val="bg1"/>
                </a:solidFill>
                <a:latin typeface="+mj-lt"/>
              </a:defRPr>
            </a:lvl1pPr>
            <a:lvl2pPr marL="0" indent="0">
              <a:spcAft>
                <a:spcPts val="0"/>
              </a:spcAft>
              <a:buFontTx/>
              <a:buNone/>
              <a:defRPr sz="2000">
                <a:solidFill>
                  <a:schemeClr val="bg1"/>
                </a:solidFill>
                <a:latin typeface="+mj-lt"/>
              </a:defRPr>
            </a:lvl2pPr>
            <a:lvl3pPr marL="0" indent="0">
              <a:spcAft>
                <a:spcPts val="0"/>
              </a:spcAft>
              <a:buFontTx/>
              <a:buNone/>
              <a:defRPr sz="2000">
                <a:solidFill>
                  <a:schemeClr val="bg1"/>
                </a:solidFill>
                <a:latin typeface="+mj-lt"/>
              </a:defRPr>
            </a:lvl3pPr>
            <a:lvl4pPr marL="0" indent="0">
              <a:spcAft>
                <a:spcPts val="0"/>
              </a:spcAft>
              <a:buFontTx/>
              <a:buNone/>
              <a:defRPr sz="2000">
                <a:solidFill>
                  <a:schemeClr val="bg1"/>
                </a:solidFill>
                <a:latin typeface="+mj-lt"/>
              </a:defRPr>
            </a:lvl4pPr>
            <a:lvl5pPr marL="0" indent="0">
              <a:spcAft>
                <a:spcPts val="0"/>
              </a:spcAft>
              <a:buFontTx/>
              <a:buNone/>
              <a:defRPr sz="2000">
                <a:solidFill>
                  <a:schemeClr val="bg1"/>
                </a:solidFill>
                <a:latin typeface="+mj-lt"/>
              </a:defRPr>
            </a:lvl5pPr>
            <a:lvl6pPr marL="0" indent="0">
              <a:spcAft>
                <a:spcPts val="0"/>
              </a:spcAft>
              <a:buFontTx/>
              <a:buNone/>
              <a:defRPr sz="2000">
                <a:solidFill>
                  <a:schemeClr val="bg1"/>
                </a:solidFill>
                <a:latin typeface="+mj-lt"/>
              </a:defRPr>
            </a:lvl6pPr>
            <a:lvl7pPr marL="0" indent="0">
              <a:spcAft>
                <a:spcPts val="0"/>
              </a:spcAft>
              <a:buFontTx/>
              <a:buNone/>
              <a:defRPr sz="2000">
                <a:solidFill>
                  <a:schemeClr val="bg1"/>
                </a:solidFill>
                <a:latin typeface="+mj-lt"/>
              </a:defRPr>
            </a:lvl7pPr>
            <a:lvl8pPr marL="0" indent="0">
              <a:spcAft>
                <a:spcPts val="0"/>
              </a:spcAft>
              <a:buFontTx/>
              <a:buNone/>
              <a:defRPr sz="2000">
                <a:solidFill>
                  <a:schemeClr val="bg1"/>
                </a:solidFill>
                <a:latin typeface="+mj-lt"/>
              </a:defRPr>
            </a:lvl8pPr>
            <a:lvl9pPr marL="0" indent="0">
              <a:spcAft>
                <a:spcPts val="0"/>
              </a:spcAft>
              <a:buFontTx/>
              <a:buNone/>
              <a:defRPr sz="2000">
                <a:solidFill>
                  <a:schemeClr val="bg1"/>
                </a:solidFill>
                <a:latin typeface="+mj-lt"/>
              </a:defRPr>
            </a:lvl9pPr>
          </a:lstStyle>
          <a:p>
            <a:pPr lvl="0"/>
            <a:r>
              <a:rPr lang="de-DE" dirty="0"/>
              <a:t>Optionale </a:t>
            </a:r>
            <a:r>
              <a:rPr lang="de-DE" dirty="0" err="1"/>
              <a:t>Subline</a:t>
            </a:r>
            <a:r>
              <a:rPr lang="de-DE" dirty="0"/>
              <a:t> hinzufügen</a:t>
            </a:r>
          </a:p>
        </p:txBody>
      </p:sp>
      <p:sp>
        <p:nvSpPr>
          <p:cNvPr id="18" name="Inhaltsplatzhalter 16">
            <a:extLst>
              <a:ext uri="{FF2B5EF4-FFF2-40B4-BE49-F238E27FC236}">
                <a16:creationId xmlns:a16="http://schemas.microsoft.com/office/drawing/2014/main" id="{835F97C9-1A71-4B7B-B0FD-2161E9E9E0B2}"/>
              </a:ext>
              <a:ext uri="{C183D7F6-B498-43B3-948B-1728B52AA6E4}">
                <adec:decorative xmlns:adec="http://schemas.microsoft.com/office/drawing/2017/decorative" val="0"/>
              </a:ext>
            </a:extLst>
          </p:cNvPr>
          <p:cNvSpPr>
            <a:spLocks noGrp="1"/>
          </p:cNvSpPr>
          <p:nvPr>
            <p:ph sz="quarter" idx="20"/>
          </p:nvPr>
        </p:nvSpPr>
        <p:spPr bwMode="gray">
          <a:xfrm>
            <a:off x="695325" y="2565400"/>
            <a:ext cx="10872788" cy="3743325"/>
          </a:xfrm>
        </p:spPr>
        <p:txBody>
          <a:bodyPr/>
          <a:lstStyle>
            <a:lvl1pPr>
              <a:defRPr/>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umsplatzhalter 4">
            <a:extLst>
              <a:ext uri="{FF2B5EF4-FFF2-40B4-BE49-F238E27FC236}">
                <a16:creationId xmlns:a16="http://schemas.microsoft.com/office/drawing/2014/main" id="{2E8FC662-0D8F-B572-980B-9E0475D01170}"/>
              </a:ext>
            </a:extLst>
          </p:cNvPr>
          <p:cNvSpPr>
            <a:spLocks noGrp="1"/>
          </p:cNvSpPr>
          <p:nvPr>
            <p:ph type="dt" sz="half" idx="31"/>
          </p:nvPr>
        </p:nvSpPr>
        <p:spPr bwMode="gray"/>
        <p:txBody>
          <a:bodyPr/>
          <a:lstStyle/>
          <a:p>
            <a:r>
              <a:rPr lang="de-DE"/>
              <a:t>Intern, TT.MM.JJJJ</a:t>
            </a:r>
            <a:endParaRPr lang="de-DE" sz="800" dirty="0"/>
          </a:p>
        </p:txBody>
      </p:sp>
      <p:sp>
        <p:nvSpPr>
          <p:cNvPr id="8" name="Foliennummernplatzhalter 7">
            <a:extLst>
              <a:ext uri="{FF2B5EF4-FFF2-40B4-BE49-F238E27FC236}">
                <a16:creationId xmlns:a16="http://schemas.microsoft.com/office/drawing/2014/main" id="{B7C4A130-EC0A-987B-60EF-0E5BA50E6EF4}"/>
              </a:ext>
            </a:extLst>
          </p:cNvPr>
          <p:cNvSpPr>
            <a:spLocks noGrp="1"/>
          </p:cNvSpPr>
          <p:nvPr>
            <p:ph type="sldNum" sz="quarter" idx="33"/>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1041982259"/>
      </p:ext>
    </p:extLst>
  </p:cSld>
  <p:clrMapOvr>
    <a:masterClrMapping/>
  </p:clrMapOvr>
  <p:transition>
    <p:fade/>
  </p:transition>
  <p:extLst>
    <p:ext uri="{DCECCB84-F9BA-43D5-87BE-67443E8EF086}">
      <p15:sldGuideLst xmlns:p15="http://schemas.microsoft.com/office/powerpoint/2012/main">
        <p15:guide id="1" pos="7083">
          <p15:clr>
            <a:srgbClr val="FBAE40"/>
          </p15:clr>
        </p15:guide>
        <p15:guide id="2" pos="6698">
          <p15:clr>
            <a:srgbClr val="FBAE40"/>
          </p15:clr>
        </p15:guide>
        <p15:guide id="3" orient="horz" pos="16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8" name="RandL">
            <a:extLst>
              <a:ext uri="{FF2B5EF4-FFF2-40B4-BE49-F238E27FC236}">
                <a16:creationId xmlns:a16="http://schemas.microsoft.com/office/drawing/2014/main" id="{418BB640-0AC8-728D-A225-4786C533CD1F}"/>
              </a:ext>
              <a:ext uri="{C183D7F6-B498-43B3-948B-1728B52AA6E4}">
                <adec:decorative xmlns:adec="http://schemas.microsoft.com/office/drawing/2017/decorative" val="1"/>
              </a:ext>
            </a:extLst>
          </p:cNvPr>
          <p:cNvSpPr txBox="1">
            <a:spLocks/>
          </p:cNvSpPr>
          <p:nvPr userDrawn="1"/>
        </p:nvSpPr>
        <p:spPr bwMode="gray">
          <a:xfrm rot="16200000" flipH="1" flipV="1">
            <a:off x="-2964522" y="3224871"/>
            <a:ext cx="6048378" cy="119334"/>
          </a:xfrm>
          <a:custGeom>
            <a:avLst/>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a:gsLst>
              <a:gs pos="10000">
                <a:srgbClr val="9B348E"/>
              </a:gs>
              <a:gs pos="33000">
                <a:schemeClr val="bg2"/>
              </a:gs>
            </a:gsLst>
            <a:lin ang="12600000" scaled="0"/>
          </a:gradFill>
          <a:ln>
            <a:no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9" name="Topline">
            <a:extLst>
              <a:ext uri="{FF2B5EF4-FFF2-40B4-BE49-F238E27FC236}">
                <a16:creationId xmlns:a16="http://schemas.microsoft.com/office/drawing/2014/main" id="{A368F05E-AA87-2C42-5067-6EADF11D89DF}"/>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3" name="Titel 2">
            <a:extLst>
              <a:ext uri="{FF2B5EF4-FFF2-40B4-BE49-F238E27FC236}">
                <a16:creationId xmlns:a16="http://schemas.microsoft.com/office/drawing/2014/main" id="{DD97BBC6-5B8B-0978-EE9F-469CC55B3CA0}"/>
              </a:ext>
            </a:extLst>
          </p:cNvPr>
          <p:cNvSpPr>
            <a:spLocks noGrp="1"/>
          </p:cNvSpPr>
          <p:nvPr>
            <p:ph type="title"/>
          </p:nvPr>
        </p:nvSpPr>
        <p:spPr bwMode="gray">
          <a:xfrm>
            <a:off x="695325" y="908720"/>
            <a:ext cx="10872788" cy="576000"/>
          </a:xfrm>
        </p:spPr>
        <p:txBody>
          <a:bodyPr bIns="0"/>
          <a:lstStyle>
            <a:lvl1pPr>
              <a:lnSpc>
                <a:spcPct val="95000"/>
              </a:lnSpc>
              <a:defRPr/>
            </a:lvl1pPr>
          </a:lstStyle>
          <a:p>
            <a:r>
              <a:rPr lang="de-DE"/>
              <a:t>Mastertitelformat bearbeiten</a:t>
            </a:r>
            <a:endParaRPr lang="de-DE" dirty="0"/>
          </a:p>
        </p:txBody>
      </p:sp>
      <p:sp>
        <p:nvSpPr>
          <p:cNvPr id="10" name="Subline">
            <a:extLst>
              <a:ext uri="{FF2B5EF4-FFF2-40B4-BE49-F238E27FC236}">
                <a16:creationId xmlns:a16="http://schemas.microsoft.com/office/drawing/2014/main" id="{E4D47092-765D-6561-AD03-5FB0453B8AAE}"/>
              </a:ext>
            </a:extLst>
          </p:cNvPr>
          <p:cNvSpPr>
            <a:spLocks noGrp="1"/>
          </p:cNvSpPr>
          <p:nvPr>
            <p:ph type="body" sz="quarter" idx="27" hasCustomPrompt="1"/>
          </p:nvPr>
        </p:nvSpPr>
        <p:spPr bwMode="gray">
          <a:xfrm>
            <a:off x="695401" y="1484784"/>
            <a:ext cx="10872712" cy="504000"/>
          </a:xfrm>
        </p:spPr>
        <p:txBody>
          <a:bodyPr anchor="t"/>
          <a:lstStyle>
            <a:lvl1pPr marL="0" indent="0">
              <a:spcAft>
                <a:spcPts val="0"/>
              </a:spcAft>
              <a:buFontTx/>
              <a:buNone/>
              <a:defRPr sz="2000">
                <a:solidFill>
                  <a:schemeClr val="bg2"/>
                </a:solidFill>
                <a:latin typeface="+mj-lt"/>
              </a:defRPr>
            </a:lvl1pPr>
            <a:lvl2pPr marL="0" indent="0">
              <a:spcAft>
                <a:spcPts val="0"/>
              </a:spcAft>
              <a:buFontTx/>
              <a:buNone/>
              <a:defRPr sz="2000">
                <a:solidFill>
                  <a:schemeClr val="bg2"/>
                </a:solidFill>
                <a:latin typeface="+mj-lt"/>
              </a:defRPr>
            </a:lvl2pPr>
            <a:lvl3pPr marL="0" indent="0">
              <a:spcAft>
                <a:spcPts val="0"/>
              </a:spcAft>
              <a:buFontTx/>
              <a:buNone/>
              <a:defRPr sz="2000">
                <a:solidFill>
                  <a:schemeClr val="bg2"/>
                </a:solidFill>
                <a:latin typeface="+mj-lt"/>
              </a:defRPr>
            </a:lvl3pPr>
            <a:lvl4pPr marL="0" indent="0">
              <a:spcAft>
                <a:spcPts val="0"/>
              </a:spcAft>
              <a:buFontTx/>
              <a:buNone/>
              <a:defRPr sz="2000">
                <a:solidFill>
                  <a:schemeClr val="bg2"/>
                </a:solidFill>
                <a:latin typeface="+mj-lt"/>
              </a:defRPr>
            </a:lvl4pPr>
            <a:lvl5pPr marL="0" indent="0">
              <a:spcAft>
                <a:spcPts val="0"/>
              </a:spcAft>
              <a:buFontTx/>
              <a:buNone/>
              <a:defRPr sz="2000">
                <a:solidFill>
                  <a:schemeClr val="bg2"/>
                </a:solidFill>
                <a:latin typeface="+mj-lt"/>
              </a:defRPr>
            </a:lvl5pPr>
            <a:lvl6pPr marL="0" indent="0">
              <a:spcAft>
                <a:spcPts val="0"/>
              </a:spcAft>
              <a:buFontTx/>
              <a:buNone/>
              <a:defRPr sz="2000">
                <a:solidFill>
                  <a:schemeClr val="bg2"/>
                </a:solidFill>
                <a:latin typeface="+mj-lt"/>
              </a:defRPr>
            </a:lvl6pPr>
            <a:lvl7pPr marL="0" indent="0">
              <a:spcAft>
                <a:spcPts val="0"/>
              </a:spcAft>
              <a:buFontTx/>
              <a:buNone/>
              <a:defRPr sz="2000">
                <a:solidFill>
                  <a:schemeClr val="bg2"/>
                </a:solidFill>
                <a:latin typeface="+mj-lt"/>
              </a:defRPr>
            </a:lvl7pPr>
            <a:lvl8pPr marL="0" indent="0">
              <a:spcAft>
                <a:spcPts val="0"/>
              </a:spcAft>
              <a:buFontTx/>
              <a:buNone/>
              <a:defRPr sz="2000">
                <a:solidFill>
                  <a:schemeClr val="bg2"/>
                </a:solidFill>
                <a:latin typeface="+mj-lt"/>
              </a:defRPr>
            </a:lvl8pPr>
            <a:lvl9pPr marL="0" indent="0">
              <a:spcAft>
                <a:spcPts val="0"/>
              </a:spcAft>
              <a:buFontTx/>
              <a:buNone/>
              <a:defRPr sz="2000">
                <a:solidFill>
                  <a:schemeClr val="bg2"/>
                </a:solidFill>
                <a:latin typeface="+mj-lt"/>
              </a:defRPr>
            </a:lvl9pPr>
          </a:lstStyle>
          <a:p>
            <a:pPr lvl="0"/>
            <a:r>
              <a:rPr lang="de-DE" dirty="0"/>
              <a:t>Optionale </a:t>
            </a:r>
            <a:r>
              <a:rPr lang="de-DE" dirty="0" err="1"/>
              <a:t>Subline</a:t>
            </a:r>
            <a:r>
              <a:rPr lang="de-DE" dirty="0"/>
              <a:t> hinzufügen</a:t>
            </a:r>
          </a:p>
        </p:txBody>
      </p:sp>
      <p:sp>
        <p:nvSpPr>
          <p:cNvPr id="18" name="Inhaltsplatzhalter 16">
            <a:extLst>
              <a:ext uri="{FF2B5EF4-FFF2-40B4-BE49-F238E27FC236}">
                <a16:creationId xmlns:a16="http://schemas.microsoft.com/office/drawing/2014/main" id="{835F97C9-1A71-4B7B-B0FD-2161E9E9E0B2}"/>
              </a:ext>
            </a:extLst>
          </p:cNvPr>
          <p:cNvSpPr>
            <a:spLocks noGrp="1"/>
          </p:cNvSpPr>
          <p:nvPr>
            <p:ph sz="quarter" idx="20"/>
          </p:nvPr>
        </p:nvSpPr>
        <p:spPr bwMode="gray">
          <a:xfrm>
            <a:off x="695325" y="2205038"/>
            <a:ext cx="5256213" cy="4103687"/>
          </a:xfrm>
        </p:spPr>
        <p:txBody>
          <a:bodyPr/>
          <a:lstStyle>
            <a:lvl1pPr>
              <a:defRPr/>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Inhaltsplatzhalter 16">
            <a:extLst>
              <a:ext uri="{FF2B5EF4-FFF2-40B4-BE49-F238E27FC236}">
                <a16:creationId xmlns:a16="http://schemas.microsoft.com/office/drawing/2014/main" id="{8DA2C61D-4357-FB06-45DA-BECA22DBC5A6}"/>
              </a:ext>
            </a:extLst>
          </p:cNvPr>
          <p:cNvSpPr>
            <a:spLocks noGrp="1"/>
          </p:cNvSpPr>
          <p:nvPr>
            <p:ph sz="quarter" idx="28"/>
          </p:nvPr>
        </p:nvSpPr>
        <p:spPr bwMode="gray">
          <a:xfrm>
            <a:off x="6311900" y="2205038"/>
            <a:ext cx="5256213" cy="4103687"/>
          </a:xfrm>
        </p:spPr>
        <p:txBody>
          <a:bodyPr/>
          <a:lstStyle>
            <a:lvl1pPr>
              <a:defRPr/>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Foliennummernplatzhalter 6">
            <a:extLst>
              <a:ext uri="{FF2B5EF4-FFF2-40B4-BE49-F238E27FC236}">
                <a16:creationId xmlns:a16="http://schemas.microsoft.com/office/drawing/2014/main" id="{FA5C0885-1C20-28B6-699A-4B42BDAC17E4}"/>
              </a:ext>
            </a:extLst>
          </p:cNvPr>
          <p:cNvSpPr>
            <a:spLocks noGrp="1"/>
          </p:cNvSpPr>
          <p:nvPr>
            <p:ph type="sldNum" sz="quarter" idx="30"/>
          </p:nvPr>
        </p:nvSpPr>
        <p:spPr bwMode="gray"/>
        <p:txBody>
          <a:bodyPr/>
          <a:lstStyle/>
          <a:p>
            <a:r>
              <a:rPr lang="de-DE" dirty="0"/>
              <a:t>Seite </a:t>
            </a:r>
            <a:fld id="{DC907883-A228-4E41-A7BF-33DDF6A01B2A}" type="slidenum">
              <a:rPr lang="de-DE" smtClean="0"/>
              <a:pPr/>
              <a:t>‹Nr.›</a:t>
            </a:fld>
            <a:endParaRPr lang="de-DE" dirty="0"/>
          </a:p>
        </p:txBody>
      </p:sp>
      <p:sp>
        <p:nvSpPr>
          <p:cNvPr id="4" name="Datumsplatzhalter 3">
            <a:extLst>
              <a:ext uri="{FF2B5EF4-FFF2-40B4-BE49-F238E27FC236}">
                <a16:creationId xmlns:a16="http://schemas.microsoft.com/office/drawing/2014/main" id="{FC65B187-3534-0EBB-E0DF-F12B5ECAE6A0}"/>
              </a:ext>
            </a:extLst>
          </p:cNvPr>
          <p:cNvSpPr>
            <a:spLocks noGrp="1"/>
          </p:cNvSpPr>
          <p:nvPr>
            <p:ph type="dt" sz="half" idx="31"/>
          </p:nvPr>
        </p:nvSpPr>
        <p:spPr bwMode="gray"/>
        <p:txBody>
          <a:bodyPr/>
          <a:lstStyle/>
          <a:p>
            <a:r>
              <a:rPr lang="de-DE"/>
              <a:t>Intern, TT.MM.JJJJ</a:t>
            </a:r>
            <a:endParaRPr lang="de-DE" sz="800" dirty="0"/>
          </a:p>
        </p:txBody>
      </p:sp>
    </p:spTree>
    <p:extLst>
      <p:ext uri="{BB962C8B-B14F-4D97-AF65-F5344CB8AC3E}">
        <p14:creationId xmlns:p14="http://schemas.microsoft.com/office/powerpoint/2010/main" val="436961455"/>
      </p:ext>
    </p:extLst>
  </p:cSld>
  <p:clrMapOvr>
    <a:masterClrMapping/>
  </p:clrMapOvr>
  <p:transition>
    <p:fade/>
  </p:transition>
  <p:extLst>
    <p:ext uri="{DCECCB84-F9BA-43D5-87BE-67443E8EF086}">
      <p15:sldGuideLst xmlns:p15="http://schemas.microsoft.com/office/powerpoint/2012/main">
        <p15:guide id="1" pos="3749">
          <p15:clr>
            <a:srgbClr val="FBAE40"/>
          </p15:clr>
        </p15:guide>
        <p15:guide id="2" pos="397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rei Inhalte">
    <p:spTree>
      <p:nvGrpSpPr>
        <p:cNvPr id="1" name=""/>
        <p:cNvGrpSpPr/>
        <p:nvPr/>
      </p:nvGrpSpPr>
      <p:grpSpPr>
        <a:xfrm>
          <a:off x="0" y="0"/>
          <a:ext cx="0" cy="0"/>
          <a:chOff x="0" y="0"/>
          <a:chExt cx="0" cy="0"/>
        </a:xfrm>
      </p:grpSpPr>
      <p:sp>
        <p:nvSpPr>
          <p:cNvPr id="8" name="RandL">
            <a:extLst>
              <a:ext uri="{FF2B5EF4-FFF2-40B4-BE49-F238E27FC236}">
                <a16:creationId xmlns:a16="http://schemas.microsoft.com/office/drawing/2014/main" id="{418BB640-0AC8-728D-A225-4786C533CD1F}"/>
              </a:ext>
              <a:ext uri="{C183D7F6-B498-43B3-948B-1728B52AA6E4}">
                <adec:decorative xmlns:adec="http://schemas.microsoft.com/office/drawing/2017/decorative" val="1"/>
              </a:ext>
            </a:extLst>
          </p:cNvPr>
          <p:cNvSpPr txBox="1">
            <a:spLocks/>
          </p:cNvSpPr>
          <p:nvPr userDrawn="1"/>
        </p:nvSpPr>
        <p:spPr bwMode="gray">
          <a:xfrm rot="16200000" flipH="1" flipV="1">
            <a:off x="-2964522" y="3224871"/>
            <a:ext cx="6048378" cy="119334"/>
          </a:xfrm>
          <a:custGeom>
            <a:avLst/>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a:gsLst>
              <a:gs pos="10000">
                <a:srgbClr val="9B348E"/>
              </a:gs>
              <a:gs pos="33000">
                <a:schemeClr val="bg2"/>
              </a:gs>
            </a:gsLst>
            <a:lin ang="12600000" scaled="0"/>
          </a:gradFill>
          <a:ln>
            <a:no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9" name="Topline">
            <a:extLst>
              <a:ext uri="{FF2B5EF4-FFF2-40B4-BE49-F238E27FC236}">
                <a16:creationId xmlns:a16="http://schemas.microsoft.com/office/drawing/2014/main" id="{A368F05E-AA87-2C42-5067-6EADF11D89DF}"/>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3" name="Titel 2">
            <a:extLst>
              <a:ext uri="{FF2B5EF4-FFF2-40B4-BE49-F238E27FC236}">
                <a16:creationId xmlns:a16="http://schemas.microsoft.com/office/drawing/2014/main" id="{DD97BBC6-5B8B-0978-EE9F-469CC55B3CA0}"/>
              </a:ext>
            </a:extLst>
          </p:cNvPr>
          <p:cNvSpPr>
            <a:spLocks noGrp="1"/>
          </p:cNvSpPr>
          <p:nvPr>
            <p:ph type="title"/>
          </p:nvPr>
        </p:nvSpPr>
        <p:spPr bwMode="gray">
          <a:xfrm>
            <a:off x="695325" y="908720"/>
            <a:ext cx="10872788" cy="576000"/>
          </a:xfrm>
        </p:spPr>
        <p:txBody>
          <a:bodyPr bIns="0"/>
          <a:lstStyle>
            <a:lvl1pPr>
              <a:lnSpc>
                <a:spcPct val="95000"/>
              </a:lnSpc>
              <a:defRPr/>
            </a:lvl1pPr>
          </a:lstStyle>
          <a:p>
            <a:r>
              <a:rPr lang="de-DE"/>
              <a:t>Mastertitelformat bearbeiten</a:t>
            </a:r>
            <a:endParaRPr lang="de-DE" dirty="0"/>
          </a:p>
        </p:txBody>
      </p:sp>
      <p:sp>
        <p:nvSpPr>
          <p:cNvPr id="10" name="Subline">
            <a:extLst>
              <a:ext uri="{FF2B5EF4-FFF2-40B4-BE49-F238E27FC236}">
                <a16:creationId xmlns:a16="http://schemas.microsoft.com/office/drawing/2014/main" id="{E4D47092-765D-6561-AD03-5FB0453B8AAE}"/>
              </a:ext>
            </a:extLst>
          </p:cNvPr>
          <p:cNvSpPr>
            <a:spLocks noGrp="1"/>
          </p:cNvSpPr>
          <p:nvPr>
            <p:ph type="body" sz="quarter" idx="27" hasCustomPrompt="1"/>
          </p:nvPr>
        </p:nvSpPr>
        <p:spPr bwMode="gray">
          <a:xfrm>
            <a:off x="695401" y="1484784"/>
            <a:ext cx="10872712" cy="504000"/>
          </a:xfrm>
        </p:spPr>
        <p:txBody>
          <a:bodyPr anchor="t"/>
          <a:lstStyle>
            <a:lvl1pPr marL="0" indent="0">
              <a:spcAft>
                <a:spcPts val="0"/>
              </a:spcAft>
              <a:buFontTx/>
              <a:buNone/>
              <a:defRPr sz="2000">
                <a:solidFill>
                  <a:schemeClr val="bg2"/>
                </a:solidFill>
                <a:latin typeface="+mj-lt"/>
              </a:defRPr>
            </a:lvl1pPr>
            <a:lvl2pPr marL="0" indent="0">
              <a:spcAft>
                <a:spcPts val="0"/>
              </a:spcAft>
              <a:buFontTx/>
              <a:buNone/>
              <a:defRPr sz="2000">
                <a:solidFill>
                  <a:schemeClr val="bg2"/>
                </a:solidFill>
                <a:latin typeface="+mj-lt"/>
              </a:defRPr>
            </a:lvl2pPr>
            <a:lvl3pPr marL="0" indent="0">
              <a:spcAft>
                <a:spcPts val="0"/>
              </a:spcAft>
              <a:buFontTx/>
              <a:buNone/>
              <a:defRPr sz="2000">
                <a:solidFill>
                  <a:schemeClr val="bg2"/>
                </a:solidFill>
                <a:latin typeface="+mj-lt"/>
              </a:defRPr>
            </a:lvl3pPr>
            <a:lvl4pPr marL="0" indent="0">
              <a:spcAft>
                <a:spcPts val="0"/>
              </a:spcAft>
              <a:buFontTx/>
              <a:buNone/>
              <a:defRPr sz="2000">
                <a:solidFill>
                  <a:schemeClr val="bg2"/>
                </a:solidFill>
                <a:latin typeface="+mj-lt"/>
              </a:defRPr>
            </a:lvl4pPr>
            <a:lvl5pPr marL="0" indent="0">
              <a:spcAft>
                <a:spcPts val="0"/>
              </a:spcAft>
              <a:buFontTx/>
              <a:buNone/>
              <a:defRPr sz="2000">
                <a:solidFill>
                  <a:schemeClr val="bg2"/>
                </a:solidFill>
                <a:latin typeface="+mj-lt"/>
              </a:defRPr>
            </a:lvl5pPr>
            <a:lvl6pPr marL="0" indent="0">
              <a:spcAft>
                <a:spcPts val="0"/>
              </a:spcAft>
              <a:buFontTx/>
              <a:buNone/>
              <a:defRPr sz="2000">
                <a:solidFill>
                  <a:schemeClr val="bg2"/>
                </a:solidFill>
                <a:latin typeface="+mj-lt"/>
              </a:defRPr>
            </a:lvl6pPr>
            <a:lvl7pPr marL="0" indent="0">
              <a:spcAft>
                <a:spcPts val="0"/>
              </a:spcAft>
              <a:buFontTx/>
              <a:buNone/>
              <a:defRPr sz="2000">
                <a:solidFill>
                  <a:schemeClr val="bg2"/>
                </a:solidFill>
                <a:latin typeface="+mj-lt"/>
              </a:defRPr>
            </a:lvl7pPr>
            <a:lvl8pPr marL="0" indent="0">
              <a:spcAft>
                <a:spcPts val="0"/>
              </a:spcAft>
              <a:buFontTx/>
              <a:buNone/>
              <a:defRPr sz="2000">
                <a:solidFill>
                  <a:schemeClr val="bg2"/>
                </a:solidFill>
                <a:latin typeface="+mj-lt"/>
              </a:defRPr>
            </a:lvl8pPr>
            <a:lvl9pPr marL="0" indent="0">
              <a:spcAft>
                <a:spcPts val="0"/>
              </a:spcAft>
              <a:buFontTx/>
              <a:buNone/>
              <a:defRPr sz="2000">
                <a:solidFill>
                  <a:schemeClr val="bg2"/>
                </a:solidFill>
                <a:latin typeface="+mj-lt"/>
              </a:defRPr>
            </a:lvl9pPr>
          </a:lstStyle>
          <a:p>
            <a:pPr lvl="0"/>
            <a:r>
              <a:rPr lang="de-DE" dirty="0"/>
              <a:t>Optionale </a:t>
            </a:r>
            <a:r>
              <a:rPr lang="de-DE" dirty="0" err="1"/>
              <a:t>Subline</a:t>
            </a:r>
            <a:r>
              <a:rPr lang="de-DE" dirty="0"/>
              <a:t> hinzufügen</a:t>
            </a:r>
          </a:p>
        </p:txBody>
      </p:sp>
      <p:sp>
        <p:nvSpPr>
          <p:cNvPr id="18" name="Inhaltsplatzhalter 16">
            <a:extLst>
              <a:ext uri="{FF2B5EF4-FFF2-40B4-BE49-F238E27FC236}">
                <a16:creationId xmlns:a16="http://schemas.microsoft.com/office/drawing/2014/main" id="{835F97C9-1A71-4B7B-B0FD-2161E9E9E0B2}"/>
              </a:ext>
            </a:extLst>
          </p:cNvPr>
          <p:cNvSpPr>
            <a:spLocks noGrp="1"/>
          </p:cNvSpPr>
          <p:nvPr>
            <p:ph sz="quarter" idx="20"/>
          </p:nvPr>
        </p:nvSpPr>
        <p:spPr bwMode="gray">
          <a:xfrm>
            <a:off x="695400" y="2204864"/>
            <a:ext cx="3384550" cy="4103687"/>
          </a:xfrm>
        </p:spPr>
        <p:txBody>
          <a:bodyPr/>
          <a:lstStyle>
            <a:lvl1pPr>
              <a:defRPr/>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Inhaltsplatzhalter 16">
            <a:extLst>
              <a:ext uri="{FF2B5EF4-FFF2-40B4-BE49-F238E27FC236}">
                <a16:creationId xmlns:a16="http://schemas.microsoft.com/office/drawing/2014/main" id="{8DA2C61D-4357-FB06-45DA-BECA22DBC5A6}"/>
              </a:ext>
            </a:extLst>
          </p:cNvPr>
          <p:cNvSpPr>
            <a:spLocks noGrp="1"/>
          </p:cNvSpPr>
          <p:nvPr>
            <p:ph sz="quarter" idx="28"/>
          </p:nvPr>
        </p:nvSpPr>
        <p:spPr bwMode="gray">
          <a:xfrm>
            <a:off x="4439642" y="2205633"/>
            <a:ext cx="3384550" cy="4103687"/>
          </a:xfrm>
        </p:spPr>
        <p:txBody>
          <a:bodyPr/>
          <a:lstStyle>
            <a:lvl1pPr>
              <a:defRPr/>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Inhaltsplatzhalter 16">
            <a:extLst>
              <a:ext uri="{FF2B5EF4-FFF2-40B4-BE49-F238E27FC236}">
                <a16:creationId xmlns:a16="http://schemas.microsoft.com/office/drawing/2014/main" id="{83DA6714-164C-92A3-D65A-8A405F76E93A}"/>
              </a:ext>
            </a:extLst>
          </p:cNvPr>
          <p:cNvSpPr>
            <a:spLocks noGrp="1"/>
          </p:cNvSpPr>
          <p:nvPr>
            <p:ph sz="quarter" idx="32"/>
          </p:nvPr>
        </p:nvSpPr>
        <p:spPr bwMode="gray">
          <a:xfrm>
            <a:off x="8184232" y="2205633"/>
            <a:ext cx="3384550" cy="4103687"/>
          </a:xfrm>
        </p:spPr>
        <p:txBody>
          <a:bodyPr/>
          <a:lstStyle>
            <a:lvl1pPr>
              <a:defRPr/>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Foliennummernplatzhalter 6">
            <a:extLst>
              <a:ext uri="{FF2B5EF4-FFF2-40B4-BE49-F238E27FC236}">
                <a16:creationId xmlns:a16="http://schemas.microsoft.com/office/drawing/2014/main" id="{FA5C0885-1C20-28B6-699A-4B42BDAC17E4}"/>
              </a:ext>
            </a:extLst>
          </p:cNvPr>
          <p:cNvSpPr>
            <a:spLocks noGrp="1"/>
          </p:cNvSpPr>
          <p:nvPr>
            <p:ph type="sldNum" sz="quarter" idx="30"/>
          </p:nvPr>
        </p:nvSpPr>
        <p:spPr bwMode="gray"/>
        <p:txBody>
          <a:bodyPr/>
          <a:lstStyle/>
          <a:p>
            <a:r>
              <a:rPr lang="de-DE" dirty="0"/>
              <a:t>Seite </a:t>
            </a:r>
            <a:fld id="{DC907883-A228-4E41-A7BF-33DDF6A01B2A}" type="slidenum">
              <a:rPr lang="de-DE" smtClean="0"/>
              <a:pPr/>
              <a:t>‹Nr.›</a:t>
            </a:fld>
            <a:endParaRPr lang="de-DE" dirty="0"/>
          </a:p>
        </p:txBody>
      </p:sp>
      <p:sp>
        <p:nvSpPr>
          <p:cNvPr id="4" name="Datumsplatzhalter 3">
            <a:extLst>
              <a:ext uri="{FF2B5EF4-FFF2-40B4-BE49-F238E27FC236}">
                <a16:creationId xmlns:a16="http://schemas.microsoft.com/office/drawing/2014/main" id="{FC65B187-3534-0EBB-E0DF-F12B5ECAE6A0}"/>
              </a:ext>
            </a:extLst>
          </p:cNvPr>
          <p:cNvSpPr>
            <a:spLocks noGrp="1"/>
          </p:cNvSpPr>
          <p:nvPr>
            <p:ph type="dt" sz="half" idx="31"/>
          </p:nvPr>
        </p:nvSpPr>
        <p:spPr bwMode="gray"/>
        <p:txBody>
          <a:bodyPr/>
          <a:lstStyle/>
          <a:p>
            <a:r>
              <a:rPr lang="de-DE"/>
              <a:t>Intern, TT.MM.JJJJ</a:t>
            </a:r>
            <a:endParaRPr lang="de-DE" sz="800" dirty="0"/>
          </a:p>
        </p:txBody>
      </p:sp>
    </p:spTree>
    <p:extLst>
      <p:ext uri="{BB962C8B-B14F-4D97-AF65-F5344CB8AC3E}">
        <p14:creationId xmlns:p14="http://schemas.microsoft.com/office/powerpoint/2010/main" val="3000057905"/>
      </p:ext>
    </p:extLst>
  </p:cSld>
  <p:clrMapOvr>
    <a:masterClrMapping/>
  </p:clrMapOvr>
  <p:transition>
    <p:fade/>
  </p:transition>
  <p:extLst>
    <p:ext uri="{DCECCB84-F9BA-43D5-87BE-67443E8EF086}">
      <p15:sldGuideLst xmlns:p15="http://schemas.microsoft.com/office/powerpoint/2012/main">
        <p15:guide id="1" pos="2570" userDrawn="1">
          <p15:clr>
            <a:srgbClr val="FBAE40"/>
          </p15:clr>
        </p15:guide>
        <p15:guide id="2" pos="4929" userDrawn="1">
          <p15:clr>
            <a:srgbClr val="FBAE40"/>
          </p15:clr>
        </p15:guide>
        <p15:guide id="3" pos="5155" userDrawn="1">
          <p15:clr>
            <a:srgbClr val="FBAE40"/>
          </p15:clr>
        </p15:guide>
        <p15:guide id="4" pos="279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ld links und Inhalt">
    <p:spTree>
      <p:nvGrpSpPr>
        <p:cNvPr id="1" name=""/>
        <p:cNvGrpSpPr/>
        <p:nvPr/>
      </p:nvGrpSpPr>
      <p:grpSpPr>
        <a:xfrm>
          <a:off x="0" y="0"/>
          <a:ext cx="0" cy="0"/>
          <a:chOff x="0" y="0"/>
          <a:chExt cx="0" cy="0"/>
        </a:xfrm>
      </p:grpSpPr>
      <p:sp>
        <p:nvSpPr>
          <p:cNvPr id="20" name="Bildplatzhalter 19">
            <a:extLst>
              <a:ext uri="{FF2B5EF4-FFF2-40B4-BE49-F238E27FC236}">
                <a16:creationId xmlns:a16="http://schemas.microsoft.com/office/drawing/2014/main" id="{A0F4716E-CBC2-010B-3A09-F503856463E6}"/>
              </a:ext>
              <a:ext uri="{C183D7F6-B498-43B3-948B-1728B52AA6E4}">
                <adec:decorative xmlns:adec="http://schemas.microsoft.com/office/drawing/2017/decorative" val="1"/>
              </a:ext>
            </a:extLst>
          </p:cNvPr>
          <p:cNvSpPr>
            <a:spLocks noGrp="1"/>
          </p:cNvSpPr>
          <p:nvPr>
            <p:ph type="pic" sz="quarter" idx="28"/>
          </p:nvPr>
        </p:nvSpPr>
        <p:spPr bwMode="gray">
          <a:xfrm>
            <a:off x="0" y="3"/>
            <a:ext cx="7824788" cy="6308725"/>
          </a:xfrm>
          <a:custGeom>
            <a:avLst/>
            <a:gdLst>
              <a:gd name="connsiteX0" fmla="*/ 0 w 7824788"/>
              <a:gd name="connsiteY0" fmla="*/ 270793 h 6308725"/>
              <a:gd name="connsiteX1" fmla="*/ 113979 w 7824788"/>
              <a:gd name="connsiteY1" fmla="*/ 384645 h 6308725"/>
              <a:gd name="connsiteX2" fmla="*/ 113979 w 7824788"/>
              <a:gd name="connsiteY2" fmla="*/ 6185925 h 6308725"/>
              <a:gd name="connsiteX3" fmla="*/ 0 w 7824788"/>
              <a:gd name="connsiteY3" fmla="*/ 6299776 h 6308725"/>
              <a:gd name="connsiteX4" fmla="*/ 0 w 7824788"/>
              <a:gd name="connsiteY4" fmla="*/ 0 h 6308725"/>
              <a:gd name="connsiteX5" fmla="*/ 7824788 w 7824788"/>
              <a:gd name="connsiteY5" fmla="*/ 0 h 6308725"/>
              <a:gd name="connsiteX6" fmla="*/ 7824788 w 7824788"/>
              <a:gd name="connsiteY6" fmla="*/ 5457804 h 6308725"/>
              <a:gd name="connsiteX7" fmla="*/ 6973867 w 7824788"/>
              <a:gd name="connsiteY7" fmla="*/ 6308725 h 6308725"/>
              <a:gd name="connsiteX8" fmla="*/ 2148 w 7824788"/>
              <a:gd name="connsiteY8" fmla="*/ 6308725 h 6308725"/>
              <a:gd name="connsiteX9" fmla="*/ 48018 w 7824788"/>
              <a:gd name="connsiteY9" fmla="*/ 6299458 h 6308725"/>
              <a:gd name="connsiteX10" fmla="*/ 123488 w 7824788"/>
              <a:gd name="connsiteY10" fmla="*/ 6185798 h 6308725"/>
              <a:gd name="connsiteX11" fmla="*/ 123488 w 7824788"/>
              <a:gd name="connsiteY11" fmla="*/ 384645 h 6308725"/>
              <a:gd name="connsiteX12" fmla="*/ 0 w 7824788"/>
              <a:gd name="connsiteY12" fmla="*/ 261284 h 6308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24788" h="6308725">
                <a:moveTo>
                  <a:pt x="0" y="270793"/>
                </a:moveTo>
                <a:cubicBezTo>
                  <a:pt x="62759" y="270793"/>
                  <a:pt x="113979" y="321888"/>
                  <a:pt x="113979" y="384645"/>
                </a:cubicBezTo>
                <a:lnTo>
                  <a:pt x="113979" y="6185925"/>
                </a:lnTo>
                <a:cubicBezTo>
                  <a:pt x="113979" y="6248682"/>
                  <a:pt x="62759" y="6299776"/>
                  <a:pt x="0" y="6299776"/>
                </a:cubicBezTo>
                <a:close/>
                <a:moveTo>
                  <a:pt x="0" y="0"/>
                </a:moveTo>
                <a:lnTo>
                  <a:pt x="7824788" y="0"/>
                </a:lnTo>
                <a:lnTo>
                  <a:pt x="7824788" y="5457804"/>
                </a:lnTo>
                <a:cubicBezTo>
                  <a:pt x="7824788" y="5927755"/>
                  <a:pt x="7443818" y="6308725"/>
                  <a:pt x="6973867" y="6308725"/>
                </a:cubicBezTo>
                <a:lnTo>
                  <a:pt x="2148" y="6308725"/>
                </a:lnTo>
                <a:lnTo>
                  <a:pt x="48018" y="6299458"/>
                </a:lnTo>
                <a:cubicBezTo>
                  <a:pt x="92323" y="6280720"/>
                  <a:pt x="123488" y="6236861"/>
                  <a:pt x="123488" y="6185798"/>
                </a:cubicBezTo>
                <a:lnTo>
                  <a:pt x="123488" y="384645"/>
                </a:lnTo>
                <a:cubicBezTo>
                  <a:pt x="123488" y="316689"/>
                  <a:pt x="68083" y="261284"/>
                  <a:pt x="0" y="261284"/>
                </a:cubicBezTo>
                <a:close/>
              </a:path>
            </a:pathLst>
          </a:custGeom>
          <a:gradFill>
            <a:gsLst>
              <a:gs pos="4587">
                <a:srgbClr val="9B348E"/>
              </a:gs>
              <a:gs pos="27000">
                <a:schemeClr val="bg2"/>
              </a:gs>
              <a:gs pos="90000">
                <a:schemeClr val="tx1"/>
              </a:gs>
            </a:gsLst>
            <a:lin ang="7800000" scaled="0"/>
          </a:gradFill>
        </p:spPr>
        <p:txBody>
          <a:bodyPr wrap="square">
            <a:noAutofit/>
          </a:bodyPr>
          <a:lstStyle>
            <a:lvl1pPr>
              <a:defRPr sz="800">
                <a:noFill/>
              </a:defRPr>
            </a:lvl1pPr>
          </a:lstStyle>
          <a:p>
            <a:r>
              <a:rPr lang="de-DE"/>
              <a:t>Bild durch Klicken auf Symbol hinzufügen</a:t>
            </a:r>
            <a:endParaRPr lang="de-DE" dirty="0"/>
          </a:p>
        </p:txBody>
      </p:sp>
      <p:sp>
        <p:nvSpPr>
          <p:cNvPr id="8" name="Topline">
            <a:extLst>
              <a:ext uri="{FF2B5EF4-FFF2-40B4-BE49-F238E27FC236}">
                <a16:creationId xmlns:a16="http://schemas.microsoft.com/office/drawing/2014/main" id="{C6BA020A-A9CB-7944-45B5-1EFFD2535621}"/>
              </a:ext>
            </a:extLst>
          </p:cNvPr>
          <p:cNvSpPr>
            <a:spLocks noGrp="1"/>
          </p:cNvSpPr>
          <p:nvPr>
            <p:ph type="body" sz="quarter" idx="26" hasCustomPrompt="1"/>
          </p:nvPr>
        </p:nvSpPr>
        <p:spPr bwMode="gray">
          <a:xfrm>
            <a:off x="695401" y="548680"/>
            <a:ext cx="6553124" cy="288000"/>
          </a:xfrm>
        </p:spPr>
        <p:txBody>
          <a:bodyPr anchor="b"/>
          <a:lstStyle>
            <a:lvl1pPr marL="0" indent="0">
              <a:spcAft>
                <a:spcPts val="0"/>
              </a:spcAft>
              <a:buFontTx/>
              <a:buNone/>
              <a:defRPr sz="1400">
                <a:solidFill>
                  <a:schemeClr val="bg1"/>
                </a:solidFill>
                <a:latin typeface="+mn-lt"/>
              </a:defRPr>
            </a:lvl1pPr>
            <a:lvl2pPr marL="0" indent="0">
              <a:spcAft>
                <a:spcPts val="0"/>
              </a:spcAft>
              <a:buFontTx/>
              <a:buNone/>
              <a:defRPr sz="1400">
                <a:solidFill>
                  <a:schemeClr val="bg1"/>
                </a:solidFill>
                <a:latin typeface="+mn-lt"/>
              </a:defRPr>
            </a:lvl2pPr>
            <a:lvl3pPr marL="0" indent="0">
              <a:spcAft>
                <a:spcPts val="0"/>
              </a:spcAft>
              <a:buFontTx/>
              <a:buNone/>
              <a:defRPr sz="1400">
                <a:solidFill>
                  <a:schemeClr val="bg1"/>
                </a:solidFill>
                <a:latin typeface="+mn-lt"/>
              </a:defRPr>
            </a:lvl3pPr>
            <a:lvl4pPr marL="0" indent="0">
              <a:spcAft>
                <a:spcPts val="0"/>
              </a:spcAft>
              <a:buFontTx/>
              <a:buNone/>
              <a:defRPr sz="1400">
                <a:solidFill>
                  <a:schemeClr val="bg1"/>
                </a:solidFill>
                <a:latin typeface="+mn-lt"/>
              </a:defRPr>
            </a:lvl4pPr>
            <a:lvl5pPr marL="0" indent="0">
              <a:spcAft>
                <a:spcPts val="0"/>
              </a:spcAft>
              <a:buFontTx/>
              <a:buNone/>
              <a:defRPr sz="1400">
                <a:solidFill>
                  <a:schemeClr val="bg1"/>
                </a:solidFill>
                <a:latin typeface="+mn-lt"/>
              </a:defRPr>
            </a:lvl5pPr>
            <a:lvl6pPr marL="0" indent="0">
              <a:spcAft>
                <a:spcPts val="0"/>
              </a:spcAft>
              <a:buFontTx/>
              <a:buNone/>
              <a:defRPr sz="1400">
                <a:solidFill>
                  <a:schemeClr val="bg1"/>
                </a:solidFill>
                <a:latin typeface="+mn-lt"/>
              </a:defRPr>
            </a:lvl6pPr>
            <a:lvl7pPr marL="0" indent="0">
              <a:spcAft>
                <a:spcPts val="0"/>
              </a:spcAft>
              <a:buFontTx/>
              <a:buNone/>
              <a:defRPr sz="1400">
                <a:solidFill>
                  <a:schemeClr val="bg1"/>
                </a:solidFill>
                <a:latin typeface="+mn-lt"/>
              </a:defRPr>
            </a:lvl7pPr>
            <a:lvl8pPr marL="0" indent="0">
              <a:spcAft>
                <a:spcPts val="0"/>
              </a:spcAft>
              <a:buFontTx/>
              <a:buNone/>
              <a:defRPr sz="1400">
                <a:solidFill>
                  <a:schemeClr val="bg1"/>
                </a:solidFill>
                <a:latin typeface="+mn-lt"/>
              </a:defRPr>
            </a:lvl8pPr>
            <a:lvl9pPr marL="0" indent="0">
              <a:spcAft>
                <a:spcPts val="0"/>
              </a:spcAft>
              <a:buFontTx/>
              <a:buNone/>
              <a:defRPr sz="1400">
                <a:solidFill>
                  <a:schemeClr val="bg1"/>
                </a:solidFill>
                <a:latin typeface="+mn-lt"/>
              </a:defRPr>
            </a:lvl9pPr>
          </a:lstStyle>
          <a:p>
            <a:pPr lvl="0"/>
            <a:r>
              <a:rPr lang="de-DE" dirty="0"/>
              <a:t>Optionale </a:t>
            </a:r>
            <a:r>
              <a:rPr lang="de-DE" dirty="0" err="1"/>
              <a:t>Topline</a:t>
            </a:r>
            <a:r>
              <a:rPr lang="de-DE" dirty="0"/>
              <a:t> hinzufügen</a:t>
            </a:r>
          </a:p>
        </p:txBody>
      </p:sp>
      <p:sp>
        <p:nvSpPr>
          <p:cNvPr id="2" name="Titel 1">
            <a:extLst>
              <a:ext uri="{FF2B5EF4-FFF2-40B4-BE49-F238E27FC236}">
                <a16:creationId xmlns:a16="http://schemas.microsoft.com/office/drawing/2014/main" id="{B2C08BC3-3516-7698-EC7F-27A5731F0AC0}"/>
              </a:ext>
            </a:extLst>
          </p:cNvPr>
          <p:cNvSpPr>
            <a:spLocks noGrp="1"/>
          </p:cNvSpPr>
          <p:nvPr>
            <p:ph type="title"/>
          </p:nvPr>
        </p:nvSpPr>
        <p:spPr bwMode="gray">
          <a:xfrm>
            <a:off x="695325" y="908720"/>
            <a:ext cx="6553200" cy="576000"/>
          </a:xfrm>
        </p:spPr>
        <p:txBody>
          <a:bodyPr/>
          <a:lstStyle>
            <a:lvl1pPr>
              <a:defRPr>
                <a:solidFill>
                  <a:schemeClr val="bg1"/>
                </a:solidFill>
              </a:defRPr>
            </a:lvl1pPr>
          </a:lstStyle>
          <a:p>
            <a:r>
              <a:rPr lang="de-DE"/>
              <a:t>Mastertitelformat bearbeiten</a:t>
            </a:r>
            <a:endParaRPr lang="de-DE" dirty="0"/>
          </a:p>
        </p:txBody>
      </p:sp>
      <p:sp>
        <p:nvSpPr>
          <p:cNvPr id="9" name="Subline">
            <a:extLst>
              <a:ext uri="{FF2B5EF4-FFF2-40B4-BE49-F238E27FC236}">
                <a16:creationId xmlns:a16="http://schemas.microsoft.com/office/drawing/2014/main" id="{A3A772D7-68C3-33AB-D3E8-4263CFC37A11}"/>
              </a:ext>
            </a:extLst>
          </p:cNvPr>
          <p:cNvSpPr>
            <a:spLocks noGrp="1"/>
          </p:cNvSpPr>
          <p:nvPr>
            <p:ph type="body" sz="quarter" idx="27" hasCustomPrompt="1"/>
          </p:nvPr>
        </p:nvSpPr>
        <p:spPr bwMode="gray">
          <a:xfrm>
            <a:off x="695401" y="1484784"/>
            <a:ext cx="6553124" cy="504000"/>
          </a:xfrm>
        </p:spPr>
        <p:txBody>
          <a:bodyPr anchor="t"/>
          <a:lstStyle>
            <a:lvl1pPr marL="0" indent="0">
              <a:spcAft>
                <a:spcPts val="0"/>
              </a:spcAft>
              <a:buFontTx/>
              <a:buNone/>
              <a:defRPr sz="2000">
                <a:solidFill>
                  <a:schemeClr val="bg1"/>
                </a:solidFill>
                <a:latin typeface="+mj-lt"/>
              </a:defRPr>
            </a:lvl1pPr>
            <a:lvl2pPr marL="0" indent="0">
              <a:spcAft>
                <a:spcPts val="0"/>
              </a:spcAft>
              <a:buFontTx/>
              <a:buNone/>
              <a:defRPr sz="2000">
                <a:solidFill>
                  <a:schemeClr val="bg1"/>
                </a:solidFill>
                <a:latin typeface="+mj-lt"/>
              </a:defRPr>
            </a:lvl2pPr>
            <a:lvl3pPr marL="0" indent="0">
              <a:spcAft>
                <a:spcPts val="0"/>
              </a:spcAft>
              <a:buFontTx/>
              <a:buNone/>
              <a:defRPr sz="2000">
                <a:solidFill>
                  <a:schemeClr val="bg1"/>
                </a:solidFill>
                <a:latin typeface="+mj-lt"/>
              </a:defRPr>
            </a:lvl3pPr>
            <a:lvl4pPr marL="0" indent="0">
              <a:spcAft>
                <a:spcPts val="0"/>
              </a:spcAft>
              <a:buFontTx/>
              <a:buNone/>
              <a:defRPr sz="2000">
                <a:solidFill>
                  <a:schemeClr val="bg1"/>
                </a:solidFill>
                <a:latin typeface="+mj-lt"/>
              </a:defRPr>
            </a:lvl4pPr>
            <a:lvl5pPr marL="0" indent="0">
              <a:spcAft>
                <a:spcPts val="0"/>
              </a:spcAft>
              <a:buFontTx/>
              <a:buNone/>
              <a:defRPr sz="2000">
                <a:solidFill>
                  <a:schemeClr val="bg1"/>
                </a:solidFill>
                <a:latin typeface="+mj-lt"/>
              </a:defRPr>
            </a:lvl5pPr>
            <a:lvl6pPr marL="0" indent="0">
              <a:spcAft>
                <a:spcPts val="0"/>
              </a:spcAft>
              <a:buFontTx/>
              <a:buNone/>
              <a:defRPr sz="2000">
                <a:solidFill>
                  <a:schemeClr val="bg1"/>
                </a:solidFill>
                <a:latin typeface="+mj-lt"/>
              </a:defRPr>
            </a:lvl6pPr>
            <a:lvl7pPr marL="0" indent="0">
              <a:spcAft>
                <a:spcPts val="0"/>
              </a:spcAft>
              <a:buFontTx/>
              <a:buNone/>
              <a:defRPr sz="2000">
                <a:solidFill>
                  <a:schemeClr val="bg1"/>
                </a:solidFill>
                <a:latin typeface="+mj-lt"/>
              </a:defRPr>
            </a:lvl7pPr>
            <a:lvl8pPr marL="0" indent="0">
              <a:spcAft>
                <a:spcPts val="0"/>
              </a:spcAft>
              <a:buFontTx/>
              <a:buNone/>
              <a:defRPr sz="2000">
                <a:solidFill>
                  <a:schemeClr val="bg1"/>
                </a:solidFill>
                <a:latin typeface="+mj-lt"/>
              </a:defRPr>
            </a:lvl8pPr>
            <a:lvl9pPr marL="0" indent="0">
              <a:spcAft>
                <a:spcPts val="0"/>
              </a:spcAft>
              <a:buFontTx/>
              <a:buNone/>
              <a:defRPr sz="2000">
                <a:solidFill>
                  <a:schemeClr val="bg1"/>
                </a:solidFill>
                <a:latin typeface="+mj-lt"/>
              </a:defRPr>
            </a:lvl9pPr>
          </a:lstStyle>
          <a:p>
            <a:pPr lvl="0"/>
            <a:r>
              <a:rPr lang="de-DE" dirty="0"/>
              <a:t>Optionale </a:t>
            </a:r>
            <a:r>
              <a:rPr lang="de-DE" dirty="0" err="1"/>
              <a:t>Subline</a:t>
            </a:r>
            <a:r>
              <a:rPr lang="de-DE" dirty="0"/>
              <a:t> hinzufügen</a:t>
            </a:r>
          </a:p>
        </p:txBody>
      </p:sp>
      <p:sp>
        <p:nvSpPr>
          <p:cNvPr id="6" name="Inhaltsplatzhalter 5">
            <a:extLst>
              <a:ext uri="{FF2B5EF4-FFF2-40B4-BE49-F238E27FC236}">
                <a16:creationId xmlns:a16="http://schemas.microsoft.com/office/drawing/2014/main" id="{66D1796E-06C8-B034-6D3C-5E5EDE273908}"/>
              </a:ext>
            </a:extLst>
          </p:cNvPr>
          <p:cNvSpPr>
            <a:spLocks noGrp="1"/>
          </p:cNvSpPr>
          <p:nvPr>
            <p:ph sz="quarter" idx="30"/>
          </p:nvPr>
        </p:nvSpPr>
        <p:spPr bwMode="gray">
          <a:xfrm>
            <a:off x="8184058" y="2205320"/>
            <a:ext cx="3384550" cy="4104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Foliennummernplatzhalter 6">
            <a:extLst>
              <a:ext uri="{FF2B5EF4-FFF2-40B4-BE49-F238E27FC236}">
                <a16:creationId xmlns:a16="http://schemas.microsoft.com/office/drawing/2014/main" id="{AD150D34-E9B2-B325-71DC-8502C465E9AE}"/>
              </a:ext>
            </a:extLst>
          </p:cNvPr>
          <p:cNvSpPr>
            <a:spLocks noGrp="1"/>
          </p:cNvSpPr>
          <p:nvPr>
            <p:ph type="sldNum" sz="quarter" idx="32"/>
          </p:nvPr>
        </p:nvSpPr>
        <p:spPr bwMode="gray"/>
        <p:txBody>
          <a:bodyPr/>
          <a:lstStyle/>
          <a:p>
            <a:r>
              <a:rPr lang="de-DE" dirty="0"/>
              <a:t>Seite </a:t>
            </a:r>
            <a:fld id="{DC907883-A228-4E41-A7BF-33DDF6A01B2A}" type="slidenum">
              <a:rPr lang="de-DE" smtClean="0"/>
              <a:pPr/>
              <a:t>‹Nr.›</a:t>
            </a:fld>
            <a:endParaRPr lang="de-DE" dirty="0"/>
          </a:p>
        </p:txBody>
      </p:sp>
      <p:sp>
        <p:nvSpPr>
          <p:cNvPr id="3" name="Datumsplatzhalter 2">
            <a:extLst>
              <a:ext uri="{FF2B5EF4-FFF2-40B4-BE49-F238E27FC236}">
                <a16:creationId xmlns:a16="http://schemas.microsoft.com/office/drawing/2014/main" id="{E1D715DC-FF6B-F0D0-ECB0-7CDF193A053E}"/>
              </a:ext>
            </a:extLst>
          </p:cNvPr>
          <p:cNvSpPr>
            <a:spLocks noGrp="1"/>
          </p:cNvSpPr>
          <p:nvPr>
            <p:ph type="dt" sz="half" idx="33"/>
          </p:nvPr>
        </p:nvSpPr>
        <p:spPr bwMode="gray"/>
        <p:txBody>
          <a:bodyPr/>
          <a:lstStyle/>
          <a:p>
            <a:r>
              <a:rPr lang="de-DE"/>
              <a:t>Intern, TT.MM.JJJJ</a:t>
            </a:r>
            <a:endParaRPr lang="de-DE" sz="800" dirty="0"/>
          </a:p>
        </p:txBody>
      </p:sp>
    </p:spTree>
    <p:extLst>
      <p:ext uri="{BB962C8B-B14F-4D97-AF65-F5344CB8AC3E}">
        <p14:creationId xmlns:p14="http://schemas.microsoft.com/office/powerpoint/2010/main" val="2553853672"/>
      </p:ext>
    </p:extLst>
  </p:cSld>
  <p:clrMapOvr>
    <a:masterClrMapping/>
  </p:clrMapOvr>
  <p:transition>
    <p:fade/>
  </p:transition>
  <p:extLst>
    <p:ext uri="{DCECCB84-F9BA-43D5-87BE-67443E8EF086}">
      <p15:sldGuideLst xmlns:p15="http://schemas.microsoft.com/office/powerpoint/2012/main">
        <p15:guide id="1" pos="4929">
          <p15:clr>
            <a:srgbClr val="FBAE40"/>
          </p15:clr>
        </p15:guide>
        <p15:guide id="2" pos="5155">
          <p15:clr>
            <a:srgbClr val="FBAE40"/>
          </p15:clr>
        </p15:guide>
        <p15:guide id="3" pos="456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ld rechts und Inhalt">
    <p:spTree>
      <p:nvGrpSpPr>
        <p:cNvPr id="1" name=""/>
        <p:cNvGrpSpPr/>
        <p:nvPr/>
      </p:nvGrpSpPr>
      <p:grpSpPr>
        <a:xfrm>
          <a:off x="0" y="0"/>
          <a:ext cx="0" cy="0"/>
          <a:chOff x="0" y="0"/>
          <a:chExt cx="0" cy="0"/>
        </a:xfrm>
      </p:grpSpPr>
      <p:sp>
        <p:nvSpPr>
          <p:cNvPr id="8" name="Textfeld 7">
            <a:extLst>
              <a:ext uri="{FF2B5EF4-FFF2-40B4-BE49-F238E27FC236}">
                <a16:creationId xmlns:a16="http://schemas.microsoft.com/office/drawing/2014/main" id="{418BB640-0AC8-728D-A225-4786C533CD1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bwMode="gray">
          <a:xfrm rot="16200000" flipH="1" flipV="1">
            <a:off x="-2964522" y="3224871"/>
            <a:ext cx="6048378" cy="119334"/>
          </a:xfrm>
          <a:custGeom>
            <a:avLst/>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a:gsLst>
              <a:gs pos="10000">
                <a:srgbClr val="9B348E"/>
              </a:gs>
              <a:gs pos="33000">
                <a:schemeClr val="bg2"/>
              </a:gs>
            </a:gsLst>
            <a:lin ang="12600000" scaled="0"/>
          </a:gradFill>
          <a:ln>
            <a:no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4" name="Bildplatzhalter">
            <a:extLst>
              <a:ext uri="{FF2B5EF4-FFF2-40B4-BE49-F238E27FC236}">
                <a16:creationId xmlns:a16="http://schemas.microsoft.com/office/drawing/2014/main" id="{62C6EDF2-45D2-492C-53A2-5BA9260C17C1}"/>
              </a:ext>
              <a:ext uri="{C183D7F6-B498-43B3-948B-1728B52AA6E4}">
                <adec:decorative xmlns:adec="http://schemas.microsoft.com/office/drawing/2017/decorative" val="1"/>
              </a:ext>
            </a:extLst>
          </p:cNvPr>
          <p:cNvSpPr>
            <a:spLocks noGrp="1"/>
          </p:cNvSpPr>
          <p:nvPr>
            <p:ph type="pic" sz="quarter" idx="32"/>
          </p:nvPr>
        </p:nvSpPr>
        <p:spPr bwMode="gray">
          <a:xfrm>
            <a:off x="7249200" y="979200"/>
            <a:ext cx="4942800" cy="5878800"/>
          </a:xfrm>
          <a:custGeom>
            <a:avLst/>
            <a:gdLst>
              <a:gd name="connsiteX0" fmla="*/ 920646 w 4942800"/>
              <a:gd name="connsiteY0" fmla="*/ 0 h 5878800"/>
              <a:gd name="connsiteX1" fmla="*/ 4942800 w 4942800"/>
              <a:gd name="connsiteY1" fmla="*/ 0 h 5878800"/>
              <a:gd name="connsiteX2" fmla="*/ 4942800 w 4942800"/>
              <a:gd name="connsiteY2" fmla="*/ 5878800 h 5878800"/>
              <a:gd name="connsiteX3" fmla="*/ 0 w 4942800"/>
              <a:gd name="connsiteY3" fmla="*/ 5878800 h 5878800"/>
              <a:gd name="connsiteX4" fmla="*/ 0 w 4942800"/>
              <a:gd name="connsiteY4" fmla="*/ 920646 h 5878800"/>
              <a:gd name="connsiteX5" fmla="*/ 920646 w 4942800"/>
              <a:gd name="connsiteY5" fmla="*/ 0 h 587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2800" h="5878800">
                <a:moveTo>
                  <a:pt x="920646" y="0"/>
                </a:moveTo>
                <a:lnTo>
                  <a:pt x="4942800" y="0"/>
                </a:lnTo>
                <a:lnTo>
                  <a:pt x="4942800" y="5878800"/>
                </a:lnTo>
                <a:lnTo>
                  <a:pt x="0" y="5878800"/>
                </a:lnTo>
                <a:lnTo>
                  <a:pt x="0" y="920646"/>
                </a:lnTo>
                <a:cubicBezTo>
                  <a:pt x="0" y="412187"/>
                  <a:pt x="412187" y="0"/>
                  <a:pt x="920646" y="0"/>
                </a:cubicBezTo>
                <a:close/>
              </a:path>
            </a:pathLst>
          </a:custGeom>
          <a:solidFill>
            <a:srgbClr val="DDE0E3"/>
          </a:solidFill>
        </p:spPr>
        <p:txBody>
          <a:bodyPr wrap="square">
            <a:noAutofit/>
          </a:bodyPr>
          <a:lstStyle>
            <a:lvl1pPr>
              <a:defRPr sz="800">
                <a:noFill/>
              </a:defRPr>
            </a:lvl1pPr>
          </a:lstStyle>
          <a:p>
            <a:r>
              <a:rPr lang="de-DE"/>
              <a:t>Bild durch Klicken auf Symbol hinzufügen</a:t>
            </a:r>
            <a:endParaRPr lang="de-DE" dirty="0"/>
          </a:p>
        </p:txBody>
      </p:sp>
      <p:sp>
        <p:nvSpPr>
          <p:cNvPr id="9" name="Topline">
            <a:extLst>
              <a:ext uri="{FF2B5EF4-FFF2-40B4-BE49-F238E27FC236}">
                <a16:creationId xmlns:a16="http://schemas.microsoft.com/office/drawing/2014/main" id="{A368F05E-AA87-2C42-5067-6EADF11D89DF}"/>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3" name="Titel 2">
            <a:extLst>
              <a:ext uri="{FF2B5EF4-FFF2-40B4-BE49-F238E27FC236}">
                <a16:creationId xmlns:a16="http://schemas.microsoft.com/office/drawing/2014/main" id="{DD97BBC6-5B8B-0978-EE9F-469CC55B3CA0}"/>
              </a:ext>
            </a:extLst>
          </p:cNvPr>
          <p:cNvSpPr>
            <a:spLocks noGrp="1"/>
          </p:cNvSpPr>
          <p:nvPr>
            <p:ph type="title"/>
          </p:nvPr>
        </p:nvSpPr>
        <p:spPr bwMode="gray">
          <a:xfrm>
            <a:off x="695325" y="908720"/>
            <a:ext cx="6192838" cy="576000"/>
          </a:xfrm>
        </p:spPr>
        <p:txBody>
          <a:bodyPr bIns="0"/>
          <a:lstStyle>
            <a:lvl1pPr>
              <a:lnSpc>
                <a:spcPct val="95000"/>
              </a:lnSpc>
              <a:tabLst>
                <a:tab pos="8061325" algn="r"/>
              </a:tabLst>
              <a:defRPr/>
            </a:lvl1pPr>
          </a:lstStyle>
          <a:p>
            <a:r>
              <a:rPr lang="de-DE"/>
              <a:t>Mastertitelformat bearbeiten</a:t>
            </a:r>
            <a:endParaRPr lang="de-DE" dirty="0"/>
          </a:p>
        </p:txBody>
      </p:sp>
      <p:sp>
        <p:nvSpPr>
          <p:cNvPr id="10" name="Subline">
            <a:extLst>
              <a:ext uri="{FF2B5EF4-FFF2-40B4-BE49-F238E27FC236}">
                <a16:creationId xmlns:a16="http://schemas.microsoft.com/office/drawing/2014/main" id="{E4D47092-765D-6561-AD03-5FB0453B8AAE}"/>
              </a:ext>
            </a:extLst>
          </p:cNvPr>
          <p:cNvSpPr>
            <a:spLocks noGrp="1"/>
          </p:cNvSpPr>
          <p:nvPr>
            <p:ph type="body" sz="quarter" idx="27" hasCustomPrompt="1"/>
          </p:nvPr>
        </p:nvSpPr>
        <p:spPr bwMode="gray">
          <a:xfrm>
            <a:off x="695401" y="1484784"/>
            <a:ext cx="6192795" cy="504000"/>
          </a:xfrm>
        </p:spPr>
        <p:txBody>
          <a:bodyPr anchor="t"/>
          <a:lstStyle>
            <a:lvl1pPr marL="0" indent="0">
              <a:spcAft>
                <a:spcPts val="0"/>
              </a:spcAft>
              <a:buFontTx/>
              <a:buNone/>
              <a:defRPr sz="2000">
                <a:solidFill>
                  <a:schemeClr val="bg2"/>
                </a:solidFill>
                <a:latin typeface="+mj-lt"/>
              </a:defRPr>
            </a:lvl1pPr>
            <a:lvl2pPr marL="0" indent="0">
              <a:spcAft>
                <a:spcPts val="0"/>
              </a:spcAft>
              <a:buFontTx/>
              <a:buNone/>
              <a:defRPr sz="2000">
                <a:solidFill>
                  <a:schemeClr val="bg2"/>
                </a:solidFill>
                <a:latin typeface="+mj-lt"/>
              </a:defRPr>
            </a:lvl2pPr>
            <a:lvl3pPr marL="0" indent="0">
              <a:spcAft>
                <a:spcPts val="0"/>
              </a:spcAft>
              <a:buFontTx/>
              <a:buNone/>
              <a:defRPr sz="2000">
                <a:solidFill>
                  <a:schemeClr val="bg2"/>
                </a:solidFill>
                <a:latin typeface="+mj-lt"/>
              </a:defRPr>
            </a:lvl3pPr>
            <a:lvl4pPr marL="0" indent="0">
              <a:spcAft>
                <a:spcPts val="0"/>
              </a:spcAft>
              <a:buFontTx/>
              <a:buNone/>
              <a:defRPr sz="2000">
                <a:solidFill>
                  <a:schemeClr val="bg2"/>
                </a:solidFill>
                <a:latin typeface="+mj-lt"/>
              </a:defRPr>
            </a:lvl4pPr>
            <a:lvl5pPr marL="0" indent="0">
              <a:spcAft>
                <a:spcPts val="0"/>
              </a:spcAft>
              <a:buFontTx/>
              <a:buNone/>
              <a:defRPr sz="2000">
                <a:solidFill>
                  <a:schemeClr val="bg2"/>
                </a:solidFill>
                <a:latin typeface="+mj-lt"/>
              </a:defRPr>
            </a:lvl5pPr>
            <a:lvl6pPr marL="0" indent="0">
              <a:spcAft>
                <a:spcPts val="0"/>
              </a:spcAft>
              <a:buFontTx/>
              <a:buNone/>
              <a:defRPr sz="2000">
                <a:solidFill>
                  <a:schemeClr val="bg2"/>
                </a:solidFill>
                <a:latin typeface="+mj-lt"/>
              </a:defRPr>
            </a:lvl6pPr>
            <a:lvl7pPr marL="0" indent="0">
              <a:spcAft>
                <a:spcPts val="0"/>
              </a:spcAft>
              <a:buFontTx/>
              <a:buNone/>
              <a:defRPr sz="2000">
                <a:solidFill>
                  <a:schemeClr val="bg2"/>
                </a:solidFill>
                <a:latin typeface="+mj-lt"/>
              </a:defRPr>
            </a:lvl7pPr>
            <a:lvl8pPr marL="0" indent="0">
              <a:spcAft>
                <a:spcPts val="0"/>
              </a:spcAft>
              <a:buFontTx/>
              <a:buNone/>
              <a:defRPr sz="2000">
                <a:solidFill>
                  <a:schemeClr val="bg2"/>
                </a:solidFill>
                <a:latin typeface="+mj-lt"/>
              </a:defRPr>
            </a:lvl8pPr>
            <a:lvl9pPr marL="0" indent="0">
              <a:spcAft>
                <a:spcPts val="0"/>
              </a:spcAft>
              <a:buFontTx/>
              <a:buNone/>
              <a:defRPr sz="2000">
                <a:solidFill>
                  <a:schemeClr val="bg2"/>
                </a:solidFill>
                <a:latin typeface="+mj-lt"/>
              </a:defRPr>
            </a:lvl9pPr>
          </a:lstStyle>
          <a:p>
            <a:pPr lvl="0"/>
            <a:r>
              <a:rPr lang="de-DE" dirty="0"/>
              <a:t>Optionale </a:t>
            </a:r>
            <a:r>
              <a:rPr lang="de-DE" dirty="0" err="1"/>
              <a:t>Subline</a:t>
            </a:r>
            <a:r>
              <a:rPr lang="de-DE" dirty="0"/>
              <a:t> hinzufügen</a:t>
            </a:r>
          </a:p>
        </p:txBody>
      </p:sp>
      <p:sp>
        <p:nvSpPr>
          <p:cNvPr id="18" name="Inhaltsplatzhalter 16">
            <a:extLst>
              <a:ext uri="{FF2B5EF4-FFF2-40B4-BE49-F238E27FC236}">
                <a16:creationId xmlns:a16="http://schemas.microsoft.com/office/drawing/2014/main" id="{835F97C9-1A71-4B7B-B0FD-2161E9E9E0B2}"/>
              </a:ext>
            </a:extLst>
          </p:cNvPr>
          <p:cNvSpPr>
            <a:spLocks noGrp="1"/>
          </p:cNvSpPr>
          <p:nvPr>
            <p:ph sz="quarter" idx="20"/>
          </p:nvPr>
        </p:nvSpPr>
        <p:spPr bwMode="gray">
          <a:xfrm>
            <a:off x="695325" y="2205038"/>
            <a:ext cx="6192838" cy="4103687"/>
          </a:xfrm>
        </p:spPr>
        <p:txBody>
          <a:bodyPr/>
          <a:lstStyle>
            <a:lvl1pPr>
              <a:defRPr/>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umsplatzhalter 4">
            <a:extLst>
              <a:ext uri="{FF2B5EF4-FFF2-40B4-BE49-F238E27FC236}">
                <a16:creationId xmlns:a16="http://schemas.microsoft.com/office/drawing/2014/main" id="{5C2D5E70-D71A-4ADE-A05F-9C420D51BA50}"/>
              </a:ext>
            </a:extLst>
          </p:cNvPr>
          <p:cNvSpPr>
            <a:spLocks noGrp="1"/>
          </p:cNvSpPr>
          <p:nvPr>
            <p:ph type="dt" sz="half" idx="33"/>
          </p:nvPr>
        </p:nvSpPr>
        <p:spPr bwMode="gray"/>
        <p:txBody>
          <a:bodyPr/>
          <a:lstStyle/>
          <a:p>
            <a:r>
              <a:rPr lang="de-DE"/>
              <a:t>Intern, TT.MM.JJJJ</a:t>
            </a:r>
            <a:endParaRPr lang="de-DE" sz="800" dirty="0"/>
          </a:p>
        </p:txBody>
      </p:sp>
      <p:sp>
        <p:nvSpPr>
          <p:cNvPr id="7" name="Foliennummernplatzhalter 6">
            <a:extLst>
              <a:ext uri="{FF2B5EF4-FFF2-40B4-BE49-F238E27FC236}">
                <a16:creationId xmlns:a16="http://schemas.microsoft.com/office/drawing/2014/main" id="{8428835D-2F50-3D2A-1EDE-F2F3573782D0}"/>
              </a:ext>
            </a:extLst>
          </p:cNvPr>
          <p:cNvSpPr>
            <a:spLocks noGrp="1"/>
          </p:cNvSpPr>
          <p:nvPr>
            <p:ph type="sldNum" sz="quarter" idx="35"/>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1438660698"/>
      </p:ext>
    </p:extLst>
  </p:cSld>
  <p:clrMapOvr>
    <a:masterClrMapping/>
  </p:clrMapOvr>
  <p:transition>
    <p:fade/>
  </p:transition>
  <p:extLst>
    <p:ext uri="{DCECCB84-F9BA-43D5-87BE-67443E8EF086}">
      <p15:sldGuideLst xmlns:p15="http://schemas.microsoft.com/office/powerpoint/2012/main">
        <p15:guide id="1" pos="4566">
          <p15:clr>
            <a:srgbClr val="FBAE40"/>
          </p15:clr>
        </p15:guide>
        <p15:guide id="2" pos="433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halt und Mockup Smartphone">
    <p:spTree>
      <p:nvGrpSpPr>
        <p:cNvPr id="1" name=""/>
        <p:cNvGrpSpPr/>
        <p:nvPr/>
      </p:nvGrpSpPr>
      <p:grpSpPr>
        <a:xfrm>
          <a:off x="0" y="0"/>
          <a:ext cx="0" cy="0"/>
          <a:chOff x="0" y="0"/>
          <a:chExt cx="0" cy="0"/>
        </a:xfrm>
      </p:grpSpPr>
      <p:sp>
        <p:nvSpPr>
          <p:cNvPr id="4" name="Freihandform: Form 3">
            <a:extLst>
              <a:ext uri="{FF2B5EF4-FFF2-40B4-BE49-F238E27FC236}">
                <a16:creationId xmlns:a16="http://schemas.microsoft.com/office/drawing/2014/main" id="{C913385A-FF6E-667D-75BA-31F3E66AFF35}"/>
              </a:ext>
              <a:ext uri="{C183D7F6-B498-43B3-948B-1728B52AA6E4}">
                <adec:decorative xmlns:adec="http://schemas.microsoft.com/office/drawing/2017/decorative" val="1"/>
              </a:ext>
            </a:extLst>
          </p:cNvPr>
          <p:cNvSpPr/>
          <p:nvPr userDrawn="1"/>
        </p:nvSpPr>
        <p:spPr bwMode="gray">
          <a:xfrm>
            <a:off x="7249200" y="979200"/>
            <a:ext cx="4942800" cy="5878800"/>
          </a:xfrm>
          <a:custGeom>
            <a:avLst/>
            <a:gdLst>
              <a:gd name="connsiteX0" fmla="*/ 920646 w 4942800"/>
              <a:gd name="connsiteY0" fmla="*/ 0 h 5878800"/>
              <a:gd name="connsiteX1" fmla="*/ 4942800 w 4942800"/>
              <a:gd name="connsiteY1" fmla="*/ 0 h 5878800"/>
              <a:gd name="connsiteX2" fmla="*/ 4942800 w 4942800"/>
              <a:gd name="connsiteY2" fmla="*/ 5878800 h 5878800"/>
              <a:gd name="connsiteX3" fmla="*/ 0 w 4942800"/>
              <a:gd name="connsiteY3" fmla="*/ 5878800 h 5878800"/>
              <a:gd name="connsiteX4" fmla="*/ 0 w 4942800"/>
              <a:gd name="connsiteY4" fmla="*/ 920646 h 5878800"/>
              <a:gd name="connsiteX5" fmla="*/ 920646 w 4942800"/>
              <a:gd name="connsiteY5" fmla="*/ 0 h 587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42800" h="5878800">
                <a:moveTo>
                  <a:pt x="920646" y="0"/>
                </a:moveTo>
                <a:lnTo>
                  <a:pt x="4942800" y="0"/>
                </a:lnTo>
                <a:lnTo>
                  <a:pt x="4942800" y="5878800"/>
                </a:lnTo>
                <a:lnTo>
                  <a:pt x="0" y="5878800"/>
                </a:lnTo>
                <a:lnTo>
                  <a:pt x="0" y="920646"/>
                </a:lnTo>
                <a:cubicBezTo>
                  <a:pt x="0" y="412187"/>
                  <a:pt x="412187" y="0"/>
                  <a:pt x="920646" y="0"/>
                </a:cubicBezTo>
                <a:close/>
              </a:path>
            </a:pathLst>
          </a:custGeom>
          <a:gradFill>
            <a:gsLst>
              <a:gs pos="0">
                <a:srgbClr val="FFFFFF"/>
              </a:gs>
              <a:gs pos="93000">
                <a:srgbClr val="DDE0E3"/>
              </a:gs>
              <a:gs pos="33000">
                <a:srgbClr val="DDE0E3"/>
              </a:gs>
            </a:gsLst>
            <a:lin ang="84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300"/>
              </a:spcBef>
              <a:spcAft>
                <a:spcPts val="300"/>
              </a:spcAft>
            </a:pPr>
            <a:endParaRPr lang="de-DE" sz="2000" dirty="0" err="1">
              <a:solidFill>
                <a:schemeClr val="tx1"/>
              </a:solidFill>
            </a:endParaRPr>
          </a:p>
        </p:txBody>
      </p:sp>
      <p:sp>
        <p:nvSpPr>
          <p:cNvPr id="8" name="Textfeld 7">
            <a:extLst>
              <a:ext uri="{FF2B5EF4-FFF2-40B4-BE49-F238E27FC236}">
                <a16:creationId xmlns:a16="http://schemas.microsoft.com/office/drawing/2014/main" id="{418BB640-0AC8-728D-A225-4786C533CD1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bwMode="gray">
          <a:xfrm rot="16200000" flipH="1" flipV="1">
            <a:off x="-2964522" y="3224871"/>
            <a:ext cx="6048378" cy="119334"/>
          </a:xfrm>
          <a:custGeom>
            <a:avLst/>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a:gsLst>
              <a:gs pos="10000">
                <a:srgbClr val="9B348E"/>
              </a:gs>
              <a:gs pos="33000">
                <a:schemeClr val="bg2"/>
              </a:gs>
            </a:gsLst>
            <a:lin ang="12600000" scaled="0"/>
          </a:gradFill>
          <a:ln>
            <a:no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9" name="Topline">
            <a:extLst>
              <a:ext uri="{FF2B5EF4-FFF2-40B4-BE49-F238E27FC236}">
                <a16:creationId xmlns:a16="http://schemas.microsoft.com/office/drawing/2014/main" id="{A368F05E-AA87-2C42-5067-6EADF11D89DF}"/>
              </a:ext>
            </a:extLst>
          </p:cNvPr>
          <p:cNvSpPr>
            <a:spLocks noGrp="1"/>
          </p:cNvSpPr>
          <p:nvPr>
            <p:ph type="body" sz="quarter" idx="26" hasCustomPrompt="1"/>
          </p:nvPr>
        </p:nvSpPr>
        <p:spPr bwMode="gray">
          <a:xfrm>
            <a:off x="695401" y="548680"/>
            <a:ext cx="6192762"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3" name="Titel 2">
            <a:extLst>
              <a:ext uri="{FF2B5EF4-FFF2-40B4-BE49-F238E27FC236}">
                <a16:creationId xmlns:a16="http://schemas.microsoft.com/office/drawing/2014/main" id="{DD97BBC6-5B8B-0978-EE9F-469CC55B3CA0}"/>
              </a:ext>
            </a:extLst>
          </p:cNvPr>
          <p:cNvSpPr>
            <a:spLocks noGrp="1"/>
          </p:cNvSpPr>
          <p:nvPr>
            <p:ph type="title"/>
          </p:nvPr>
        </p:nvSpPr>
        <p:spPr bwMode="gray">
          <a:xfrm>
            <a:off x="695325" y="908720"/>
            <a:ext cx="6192838" cy="576000"/>
          </a:xfrm>
        </p:spPr>
        <p:txBody>
          <a:bodyPr bIns="0"/>
          <a:lstStyle>
            <a:lvl1pPr>
              <a:lnSpc>
                <a:spcPct val="95000"/>
              </a:lnSpc>
              <a:defRPr/>
            </a:lvl1pPr>
          </a:lstStyle>
          <a:p>
            <a:r>
              <a:rPr lang="de-DE"/>
              <a:t>Mastertitelformat bearbeiten</a:t>
            </a:r>
            <a:endParaRPr lang="de-DE" dirty="0"/>
          </a:p>
        </p:txBody>
      </p:sp>
      <p:sp>
        <p:nvSpPr>
          <p:cNvPr id="10" name="Subline">
            <a:extLst>
              <a:ext uri="{FF2B5EF4-FFF2-40B4-BE49-F238E27FC236}">
                <a16:creationId xmlns:a16="http://schemas.microsoft.com/office/drawing/2014/main" id="{E4D47092-765D-6561-AD03-5FB0453B8AAE}"/>
              </a:ext>
            </a:extLst>
          </p:cNvPr>
          <p:cNvSpPr>
            <a:spLocks noGrp="1"/>
          </p:cNvSpPr>
          <p:nvPr>
            <p:ph type="body" sz="quarter" idx="27" hasCustomPrompt="1"/>
          </p:nvPr>
        </p:nvSpPr>
        <p:spPr bwMode="gray">
          <a:xfrm>
            <a:off x="695401" y="1484784"/>
            <a:ext cx="6192795" cy="504000"/>
          </a:xfrm>
        </p:spPr>
        <p:txBody>
          <a:bodyPr anchor="t"/>
          <a:lstStyle>
            <a:lvl1pPr marL="0" indent="0">
              <a:spcAft>
                <a:spcPts val="0"/>
              </a:spcAft>
              <a:buFontTx/>
              <a:buNone/>
              <a:defRPr sz="2000">
                <a:solidFill>
                  <a:schemeClr val="bg2"/>
                </a:solidFill>
                <a:latin typeface="+mj-lt"/>
              </a:defRPr>
            </a:lvl1pPr>
            <a:lvl2pPr marL="0" indent="0">
              <a:spcAft>
                <a:spcPts val="0"/>
              </a:spcAft>
              <a:buFontTx/>
              <a:buNone/>
              <a:defRPr sz="2000">
                <a:solidFill>
                  <a:schemeClr val="bg2"/>
                </a:solidFill>
                <a:latin typeface="+mj-lt"/>
              </a:defRPr>
            </a:lvl2pPr>
            <a:lvl3pPr marL="0" indent="0">
              <a:spcAft>
                <a:spcPts val="0"/>
              </a:spcAft>
              <a:buFontTx/>
              <a:buNone/>
              <a:defRPr sz="2000">
                <a:solidFill>
                  <a:schemeClr val="bg2"/>
                </a:solidFill>
                <a:latin typeface="+mj-lt"/>
              </a:defRPr>
            </a:lvl3pPr>
            <a:lvl4pPr marL="0" indent="0">
              <a:spcAft>
                <a:spcPts val="0"/>
              </a:spcAft>
              <a:buFontTx/>
              <a:buNone/>
              <a:defRPr sz="2000">
                <a:solidFill>
                  <a:schemeClr val="bg2"/>
                </a:solidFill>
                <a:latin typeface="+mj-lt"/>
              </a:defRPr>
            </a:lvl4pPr>
            <a:lvl5pPr marL="0" indent="0">
              <a:spcAft>
                <a:spcPts val="0"/>
              </a:spcAft>
              <a:buFontTx/>
              <a:buNone/>
              <a:defRPr sz="2000">
                <a:solidFill>
                  <a:schemeClr val="bg2"/>
                </a:solidFill>
                <a:latin typeface="+mj-lt"/>
              </a:defRPr>
            </a:lvl5pPr>
            <a:lvl6pPr marL="0" indent="0">
              <a:spcAft>
                <a:spcPts val="0"/>
              </a:spcAft>
              <a:buFontTx/>
              <a:buNone/>
              <a:defRPr sz="2000">
                <a:solidFill>
                  <a:schemeClr val="bg2"/>
                </a:solidFill>
                <a:latin typeface="+mj-lt"/>
              </a:defRPr>
            </a:lvl6pPr>
            <a:lvl7pPr marL="0" indent="0">
              <a:spcAft>
                <a:spcPts val="0"/>
              </a:spcAft>
              <a:buFontTx/>
              <a:buNone/>
              <a:defRPr sz="2000">
                <a:solidFill>
                  <a:schemeClr val="bg2"/>
                </a:solidFill>
                <a:latin typeface="+mj-lt"/>
              </a:defRPr>
            </a:lvl7pPr>
            <a:lvl8pPr marL="0" indent="0">
              <a:spcAft>
                <a:spcPts val="0"/>
              </a:spcAft>
              <a:buFontTx/>
              <a:buNone/>
              <a:defRPr sz="2000">
                <a:solidFill>
                  <a:schemeClr val="bg2"/>
                </a:solidFill>
                <a:latin typeface="+mj-lt"/>
              </a:defRPr>
            </a:lvl8pPr>
            <a:lvl9pPr marL="0" indent="0">
              <a:spcAft>
                <a:spcPts val="0"/>
              </a:spcAft>
              <a:buFontTx/>
              <a:buNone/>
              <a:defRPr sz="2000">
                <a:solidFill>
                  <a:schemeClr val="bg2"/>
                </a:solidFill>
                <a:latin typeface="+mj-lt"/>
              </a:defRPr>
            </a:lvl9pPr>
          </a:lstStyle>
          <a:p>
            <a:pPr lvl="0"/>
            <a:r>
              <a:rPr lang="de-DE" dirty="0"/>
              <a:t>Optionale </a:t>
            </a:r>
            <a:r>
              <a:rPr lang="de-DE" dirty="0" err="1"/>
              <a:t>Subline</a:t>
            </a:r>
            <a:r>
              <a:rPr lang="de-DE" dirty="0"/>
              <a:t> hinzufügen</a:t>
            </a:r>
          </a:p>
        </p:txBody>
      </p:sp>
      <p:sp>
        <p:nvSpPr>
          <p:cNvPr id="18" name="Inhaltsplatzhalter 16">
            <a:extLst>
              <a:ext uri="{FF2B5EF4-FFF2-40B4-BE49-F238E27FC236}">
                <a16:creationId xmlns:a16="http://schemas.microsoft.com/office/drawing/2014/main" id="{835F97C9-1A71-4B7B-B0FD-2161E9E9E0B2}"/>
              </a:ext>
            </a:extLst>
          </p:cNvPr>
          <p:cNvSpPr>
            <a:spLocks noGrp="1"/>
          </p:cNvSpPr>
          <p:nvPr>
            <p:ph sz="quarter" idx="20"/>
          </p:nvPr>
        </p:nvSpPr>
        <p:spPr bwMode="gray">
          <a:xfrm>
            <a:off x="695325" y="2205038"/>
            <a:ext cx="6192838" cy="4103687"/>
          </a:xfrm>
        </p:spPr>
        <p:txBody>
          <a:bodyPr/>
          <a:lstStyle>
            <a:lvl1pPr>
              <a:defRPr/>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grpSp>
        <p:nvGrpSpPr>
          <p:cNvPr id="34" name="Gruppieren 33">
            <a:extLst>
              <a:ext uri="{FF2B5EF4-FFF2-40B4-BE49-F238E27FC236}">
                <a16:creationId xmlns:a16="http://schemas.microsoft.com/office/drawing/2014/main" id="{F6BFEB91-3C1D-182B-AC71-3F2DB3DDDD47}"/>
              </a:ext>
              <a:ext uri="{C183D7F6-B498-43B3-948B-1728B52AA6E4}">
                <adec:decorative xmlns:adec="http://schemas.microsoft.com/office/drawing/2017/decorative" val="1"/>
              </a:ext>
            </a:extLst>
          </p:cNvPr>
          <p:cNvGrpSpPr/>
          <p:nvPr userDrawn="1"/>
        </p:nvGrpSpPr>
        <p:grpSpPr bwMode="gray">
          <a:xfrm>
            <a:off x="7752403" y="622355"/>
            <a:ext cx="2808093" cy="5686965"/>
            <a:chOff x="7752403" y="622355"/>
            <a:chExt cx="2808093" cy="5686965"/>
          </a:xfrm>
          <a:effectLst>
            <a:outerShdw blurRad="50800" dist="38100" dir="2700000" algn="tl" rotWithShape="0">
              <a:prstClr val="black">
                <a:alpha val="40000"/>
              </a:prstClr>
            </a:outerShdw>
          </a:effectLst>
        </p:grpSpPr>
        <p:sp>
          <p:nvSpPr>
            <p:cNvPr id="33" name="Rechteck: abgerundete Ecken 32">
              <a:extLst>
                <a:ext uri="{FF2B5EF4-FFF2-40B4-BE49-F238E27FC236}">
                  <a16:creationId xmlns:a16="http://schemas.microsoft.com/office/drawing/2014/main" id="{30591EB9-417C-2BD8-2F53-40A99DE888D2}"/>
                </a:ext>
              </a:extLst>
            </p:cNvPr>
            <p:cNvSpPr/>
            <p:nvPr userDrawn="1"/>
          </p:nvSpPr>
          <p:spPr bwMode="gray">
            <a:xfrm>
              <a:off x="7860196" y="713962"/>
              <a:ext cx="2592288" cy="5508612"/>
            </a:xfrm>
            <a:prstGeom prst="roundRect">
              <a:avLst>
                <a:gd name="adj" fmla="val 11335"/>
              </a:avLst>
            </a:prstGeom>
            <a:solidFill>
              <a:srgbClr val="DDE0E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pic>
          <p:nvPicPr>
            <p:cNvPr id="6" name="!!_Smartphone_03">
              <a:extLst>
                <a:ext uri="{FF2B5EF4-FFF2-40B4-BE49-F238E27FC236}">
                  <a16:creationId xmlns:a16="http://schemas.microsoft.com/office/drawing/2014/main" id="{0CADEE47-EE27-7953-0E6B-1D57DE9532BF}"/>
                </a:ext>
                <a:ext uri="{C183D7F6-B498-43B3-948B-1728B52AA6E4}">
                  <adec:decorative xmlns:adec="http://schemas.microsoft.com/office/drawing/2017/decorative" val="1"/>
                </a:ext>
              </a:extLst>
            </p:cNvPr>
            <p:cNvPicPr>
              <a:picLocks noChangeAspect="1"/>
            </p:cNvPicPr>
            <p:nvPr userDrawn="1">
              <p:custDataLst>
                <p:tags r:id="rId1"/>
              </p:custDataLst>
            </p:nvPr>
          </p:nvPicPr>
          <p:blipFill>
            <a:blip r:embed="rId3"/>
            <a:srcRect/>
            <a:stretch>
              <a:fillRect/>
            </a:stretch>
          </p:blipFill>
          <p:spPr bwMode="gray">
            <a:xfrm>
              <a:off x="7752403" y="622355"/>
              <a:ext cx="2808093" cy="5686965"/>
            </a:xfrm>
            <a:custGeom>
              <a:avLst/>
              <a:gdLst>
                <a:gd name="connsiteX0" fmla="*/ 226673 w 1421708"/>
                <a:gd name="connsiteY0" fmla="*/ 175719 h 2879250"/>
                <a:gd name="connsiteX1" fmla="*/ 79623 w 1421708"/>
                <a:gd name="connsiteY1" fmla="*/ 322769 h 2879250"/>
                <a:gd name="connsiteX2" fmla="*/ 79623 w 1421708"/>
                <a:gd name="connsiteY2" fmla="*/ 2646504 h 2879250"/>
                <a:gd name="connsiteX3" fmla="*/ 226673 w 1421708"/>
                <a:gd name="connsiteY3" fmla="*/ 2793554 h 2879250"/>
                <a:gd name="connsiteX4" fmla="*/ 1184279 w 1421708"/>
                <a:gd name="connsiteY4" fmla="*/ 2793554 h 2879250"/>
                <a:gd name="connsiteX5" fmla="*/ 1331329 w 1421708"/>
                <a:gd name="connsiteY5" fmla="*/ 2646504 h 2879250"/>
                <a:gd name="connsiteX6" fmla="*/ 1331329 w 1421708"/>
                <a:gd name="connsiteY6" fmla="*/ 322769 h 2879250"/>
                <a:gd name="connsiteX7" fmla="*/ 1184279 w 1421708"/>
                <a:gd name="connsiteY7" fmla="*/ 175719 h 2879250"/>
                <a:gd name="connsiteX8" fmla="*/ 0 w 1421708"/>
                <a:gd name="connsiteY8" fmla="*/ 0 h 2879250"/>
                <a:gd name="connsiteX9" fmla="*/ 1421708 w 1421708"/>
                <a:gd name="connsiteY9" fmla="*/ 0 h 2879250"/>
                <a:gd name="connsiteX10" fmla="*/ 1421708 w 1421708"/>
                <a:gd name="connsiteY10" fmla="*/ 2879250 h 2879250"/>
                <a:gd name="connsiteX11" fmla="*/ 0 w 1421708"/>
                <a:gd name="connsiteY11" fmla="*/ 2879250 h 287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21708" h="2879250">
                  <a:moveTo>
                    <a:pt x="226673" y="175719"/>
                  </a:moveTo>
                  <a:cubicBezTo>
                    <a:pt x="145460" y="175719"/>
                    <a:pt x="79623" y="241556"/>
                    <a:pt x="79623" y="322769"/>
                  </a:cubicBezTo>
                  <a:lnTo>
                    <a:pt x="79623" y="2646504"/>
                  </a:lnTo>
                  <a:cubicBezTo>
                    <a:pt x="79623" y="2727717"/>
                    <a:pt x="145460" y="2793554"/>
                    <a:pt x="226673" y="2793554"/>
                  </a:cubicBezTo>
                  <a:lnTo>
                    <a:pt x="1184279" y="2793554"/>
                  </a:lnTo>
                  <a:cubicBezTo>
                    <a:pt x="1265492" y="2793554"/>
                    <a:pt x="1331329" y="2727717"/>
                    <a:pt x="1331329" y="2646504"/>
                  </a:cubicBezTo>
                  <a:lnTo>
                    <a:pt x="1331329" y="322769"/>
                  </a:lnTo>
                  <a:cubicBezTo>
                    <a:pt x="1331329" y="241556"/>
                    <a:pt x="1265492" y="175719"/>
                    <a:pt x="1184279" y="175719"/>
                  </a:cubicBezTo>
                  <a:close/>
                  <a:moveTo>
                    <a:pt x="0" y="0"/>
                  </a:moveTo>
                  <a:lnTo>
                    <a:pt x="1421708" y="0"/>
                  </a:lnTo>
                  <a:lnTo>
                    <a:pt x="1421708" y="2879250"/>
                  </a:lnTo>
                  <a:lnTo>
                    <a:pt x="0" y="2879250"/>
                  </a:lnTo>
                  <a:close/>
                </a:path>
              </a:pathLst>
            </a:custGeom>
            <a:effectLst/>
          </p:spPr>
        </p:pic>
      </p:grpSp>
      <p:sp>
        <p:nvSpPr>
          <p:cNvPr id="32" name="Bildplatzhalter 31">
            <a:extLst>
              <a:ext uri="{FF2B5EF4-FFF2-40B4-BE49-F238E27FC236}">
                <a16:creationId xmlns:a16="http://schemas.microsoft.com/office/drawing/2014/main" id="{2276208B-1D93-2B6C-FDA5-8AAE4B01720D}"/>
              </a:ext>
              <a:ext uri="{C183D7F6-B498-43B3-948B-1728B52AA6E4}">
                <adec:decorative xmlns:adec="http://schemas.microsoft.com/office/drawing/2017/decorative" val="1"/>
              </a:ext>
            </a:extLst>
          </p:cNvPr>
          <p:cNvSpPr>
            <a:spLocks noGrp="1"/>
          </p:cNvSpPr>
          <p:nvPr>
            <p:ph type="pic" sz="quarter" idx="32"/>
          </p:nvPr>
        </p:nvSpPr>
        <p:spPr bwMode="gray">
          <a:xfrm>
            <a:off x="7903871" y="764704"/>
            <a:ext cx="2520000" cy="5400352"/>
          </a:xfrm>
          <a:custGeom>
            <a:avLst/>
            <a:gdLst>
              <a:gd name="connsiteX0" fmla="*/ 1021588 w 2520000"/>
              <a:gd name="connsiteY0" fmla="*/ 140496 h 5400352"/>
              <a:gd name="connsiteX1" fmla="*/ 1005424 w 2520000"/>
              <a:gd name="connsiteY1" fmla="*/ 147192 h 5400352"/>
              <a:gd name="connsiteX2" fmla="*/ 998728 w 2520000"/>
              <a:gd name="connsiteY2" fmla="*/ 163356 h 5400352"/>
              <a:gd name="connsiteX3" fmla="*/ 998728 w 2520000"/>
              <a:gd name="connsiteY3" fmla="*/ 163355 h 5400352"/>
              <a:gd name="connsiteX4" fmla="*/ 998728 w 2520000"/>
              <a:gd name="connsiteY4" fmla="*/ 163356 h 5400352"/>
              <a:gd name="connsiteX5" fmla="*/ 998728 w 2520000"/>
              <a:gd name="connsiteY5" fmla="*/ 163356 h 5400352"/>
              <a:gd name="connsiteX6" fmla="*/ 1005424 w 2520000"/>
              <a:gd name="connsiteY6" fmla="*/ 179520 h 5400352"/>
              <a:gd name="connsiteX7" fmla="*/ 1021588 w 2520000"/>
              <a:gd name="connsiteY7" fmla="*/ 186215 h 5400352"/>
              <a:gd name="connsiteX8" fmla="*/ 1325068 w 2520000"/>
              <a:gd name="connsiteY8" fmla="*/ 186216 h 5400352"/>
              <a:gd name="connsiteX9" fmla="*/ 1347928 w 2520000"/>
              <a:gd name="connsiteY9" fmla="*/ 163356 h 5400352"/>
              <a:gd name="connsiteX10" fmla="*/ 1347929 w 2520000"/>
              <a:gd name="connsiteY10" fmla="*/ 163356 h 5400352"/>
              <a:gd name="connsiteX11" fmla="*/ 1325069 w 2520000"/>
              <a:gd name="connsiteY11" fmla="*/ 140496 h 5400352"/>
              <a:gd name="connsiteX12" fmla="*/ 1468205 w 2520000"/>
              <a:gd name="connsiteY12" fmla="*/ 127355 h 5400352"/>
              <a:gd name="connsiteX13" fmla="*/ 1432205 w 2520000"/>
              <a:gd name="connsiteY13" fmla="*/ 163355 h 5400352"/>
              <a:gd name="connsiteX14" fmla="*/ 1468205 w 2520000"/>
              <a:gd name="connsiteY14" fmla="*/ 199355 h 5400352"/>
              <a:gd name="connsiteX15" fmla="*/ 1504205 w 2520000"/>
              <a:gd name="connsiteY15" fmla="*/ 163355 h 5400352"/>
              <a:gd name="connsiteX16" fmla="*/ 1468205 w 2520000"/>
              <a:gd name="connsiteY16" fmla="*/ 127355 h 5400352"/>
              <a:gd name="connsiteX17" fmla="*/ 275058 w 2520000"/>
              <a:gd name="connsiteY17" fmla="*/ 0 h 5400352"/>
              <a:gd name="connsiteX18" fmla="*/ 2244942 w 2520000"/>
              <a:gd name="connsiteY18" fmla="*/ 0 h 5400352"/>
              <a:gd name="connsiteX19" fmla="*/ 2520000 w 2520000"/>
              <a:gd name="connsiteY19" fmla="*/ 275058 h 5400352"/>
              <a:gd name="connsiteX20" fmla="*/ 2520000 w 2520000"/>
              <a:gd name="connsiteY20" fmla="*/ 5125294 h 5400352"/>
              <a:gd name="connsiteX21" fmla="*/ 2244942 w 2520000"/>
              <a:gd name="connsiteY21" fmla="*/ 5400352 h 5400352"/>
              <a:gd name="connsiteX22" fmla="*/ 275058 w 2520000"/>
              <a:gd name="connsiteY22" fmla="*/ 5400352 h 5400352"/>
              <a:gd name="connsiteX23" fmla="*/ 0 w 2520000"/>
              <a:gd name="connsiteY23" fmla="*/ 5125294 h 5400352"/>
              <a:gd name="connsiteX24" fmla="*/ 0 w 2520000"/>
              <a:gd name="connsiteY24" fmla="*/ 275058 h 5400352"/>
              <a:gd name="connsiteX25" fmla="*/ 275058 w 2520000"/>
              <a:gd name="connsiteY25" fmla="*/ 0 h 5400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20000" h="5400352">
                <a:moveTo>
                  <a:pt x="1021588" y="140496"/>
                </a:moveTo>
                <a:cubicBezTo>
                  <a:pt x="1015276" y="140496"/>
                  <a:pt x="1009561" y="143055"/>
                  <a:pt x="1005424" y="147192"/>
                </a:cubicBezTo>
                <a:lnTo>
                  <a:pt x="998728" y="163356"/>
                </a:lnTo>
                <a:lnTo>
                  <a:pt x="998728" y="163355"/>
                </a:lnTo>
                <a:lnTo>
                  <a:pt x="998728" y="163356"/>
                </a:lnTo>
                <a:lnTo>
                  <a:pt x="998728" y="163356"/>
                </a:lnTo>
                <a:lnTo>
                  <a:pt x="1005424" y="179520"/>
                </a:lnTo>
                <a:cubicBezTo>
                  <a:pt x="1009561" y="183656"/>
                  <a:pt x="1015276" y="186215"/>
                  <a:pt x="1021588" y="186215"/>
                </a:cubicBezTo>
                <a:lnTo>
                  <a:pt x="1325068" y="186216"/>
                </a:lnTo>
                <a:cubicBezTo>
                  <a:pt x="1337693" y="186216"/>
                  <a:pt x="1347928" y="175981"/>
                  <a:pt x="1347928" y="163356"/>
                </a:cubicBezTo>
                <a:lnTo>
                  <a:pt x="1347929" y="163356"/>
                </a:lnTo>
                <a:cubicBezTo>
                  <a:pt x="1347929" y="150731"/>
                  <a:pt x="1337694" y="140496"/>
                  <a:pt x="1325069" y="140496"/>
                </a:cubicBezTo>
                <a:close/>
                <a:moveTo>
                  <a:pt x="1468205" y="127355"/>
                </a:moveTo>
                <a:cubicBezTo>
                  <a:pt x="1448323" y="127355"/>
                  <a:pt x="1432205" y="143473"/>
                  <a:pt x="1432205" y="163355"/>
                </a:cubicBezTo>
                <a:cubicBezTo>
                  <a:pt x="1432205" y="183237"/>
                  <a:pt x="1448323" y="199355"/>
                  <a:pt x="1468205" y="199355"/>
                </a:cubicBezTo>
                <a:cubicBezTo>
                  <a:pt x="1488087" y="199355"/>
                  <a:pt x="1504205" y="183237"/>
                  <a:pt x="1504205" y="163355"/>
                </a:cubicBezTo>
                <a:cubicBezTo>
                  <a:pt x="1504205" y="143473"/>
                  <a:pt x="1488087" y="127355"/>
                  <a:pt x="1468205" y="127355"/>
                </a:cubicBezTo>
                <a:close/>
                <a:moveTo>
                  <a:pt x="275058" y="0"/>
                </a:moveTo>
                <a:lnTo>
                  <a:pt x="2244942" y="0"/>
                </a:lnTo>
                <a:cubicBezTo>
                  <a:pt x="2396852" y="0"/>
                  <a:pt x="2520000" y="123148"/>
                  <a:pt x="2520000" y="275058"/>
                </a:cubicBezTo>
                <a:lnTo>
                  <a:pt x="2520000" y="5125294"/>
                </a:lnTo>
                <a:cubicBezTo>
                  <a:pt x="2520000" y="5277204"/>
                  <a:pt x="2396852" y="5400352"/>
                  <a:pt x="2244942" y="5400352"/>
                </a:cubicBezTo>
                <a:lnTo>
                  <a:pt x="275058" y="5400352"/>
                </a:lnTo>
                <a:cubicBezTo>
                  <a:pt x="123148" y="5400352"/>
                  <a:pt x="0" y="5277204"/>
                  <a:pt x="0" y="5125294"/>
                </a:cubicBezTo>
                <a:lnTo>
                  <a:pt x="0" y="275058"/>
                </a:lnTo>
                <a:cubicBezTo>
                  <a:pt x="0" y="123148"/>
                  <a:pt x="123148" y="0"/>
                  <a:pt x="275058" y="0"/>
                </a:cubicBezTo>
                <a:close/>
              </a:path>
            </a:pathLst>
          </a:custGeom>
          <a:solidFill>
            <a:srgbClr val="A1A9B1"/>
          </a:solidFill>
        </p:spPr>
        <p:txBody>
          <a:bodyPr wrap="square">
            <a:noAutofit/>
          </a:bodyPr>
          <a:lstStyle>
            <a:lvl1pPr>
              <a:defRPr>
                <a:noFill/>
              </a:defRPr>
            </a:lvl1pPr>
          </a:lstStyle>
          <a:p>
            <a:r>
              <a:rPr lang="de-DE"/>
              <a:t>Bild durch Klicken auf Symbol hinzufügen</a:t>
            </a:r>
            <a:endParaRPr lang="de-DE" dirty="0"/>
          </a:p>
        </p:txBody>
      </p:sp>
      <p:sp>
        <p:nvSpPr>
          <p:cNvPr id="12" name="Datumsplatzhalter 11">
            <a:extLst>
              <a:ext uri="{FF2B5EF4-FFF2-40B4-BE49-F238E27FC236}">
                <a16:creationId xmlns:a16="http://schemas.microsoft.com/office/drawing/2014/main" id="{B931DE31-3217-6E24-038A-561ECED8431B}"/>
              </a:ext>
            </a:extLst>
          </p:cNvPr>
          <p:cNvSpPr>
            <a:spLocks noGrp="1"/>
          </p:cNvSpPr>
          <p:nvPr>
            <p:ph type="dt" sz="half" idx="33"/>
          </p:nvPr>
        </p:nvSpPr>
        <p:spPr bwMode="gray"/>
        <p:txBody>
          <a:bodyPr/>
          <a:lstStyle/>
          <a:p>
            <a:r>
              <a:rPr lang="de-DE"/>
              <a:t>Intern, TT.MM.JJJJ</a:t>
            </a:r>
            <a:endParaRPr lang="de-DE" sz="800" dirty="0"/>
          </a:p>
        </p:txBody>
      </p:sp>
      <p:sp>
        <p:nvSpPr>
          <p:cNvPr id="14" name="Foliennummernplatzhalter 13">
            <a:extLst>
              <a:ext uri="{FF2B5EF4-FFF2-40B4-BE49-F238E27FC236}">
                <a16:creationId xmlns:a16="http://schemas.microsoft.com/office/drawing/2014/main" id="{C24BF9E5-7070-A6D0-7518-07A41E169EA0}"/>
              </a:ext>
            </a:extLst>
          </p:cNvPr>
          <p:cNvSpPr>
            <a:spLocks noGrp="1"/>
          </p:cNvSpPr>
          <p:nvPr>
            <p:ph type="sldNum" sz="quarter" idx="35"/>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592249296"/>
      </p:ext>
    </p:extLst>
  </p:cSld>
  <p:clrMapOvr>
    <a:masterClrMapping/>
  </p:clrMapOvr>
  <p:transition>
    <p:fade/>
  </p:transition>
  <p:extLst>
    <p:ext uri="{DCECCB84-F9BA-43D5-87BE-67443E8EF086}">
      <p15:sldGuideLst xmlns:p15="http://schemas.microsoft.com/office/powerpoint/2012/main">
        <p15:guide id="1" pos="4566">
          <p15:clr>
            <a:srgbClr val="FBAE40"/>
          </p15:clr>
        </p15:guide>
        <p15:guide id="2" pos="433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halt und Mockup Tablet">
    <p:spTree>
      <p:nvGrpSpPr>
        <p:cNvPr id="1" name=""/>
        <p:cNvGrpSpPr/>
        <p:nvPr/>
      </p:nvGrpSpPr>
      <p:grpSpPr>
        <a:xfrm>
          <a:off x="0" y="0"/>
          <a:ext cx="0" cy="0"/>
          <a:chOff x="0" y="0"/>
          <a:chExt cx="0" cy="0"/>
        </a:xfrm>
      </p:grpSpPr>
      <p:sp>
        <p:nvSpPr>
          <p:cNvPr id="7" name="Freihandform: Form 6">
            <a:extLst>
              <a:ext uri="{FF2B5EF4-FFF2-40B4-BE49-F238E27FC236}">
                <a16:creationId xmlns:a16="http://schemas.microsoft.com/office/drawing/2014/main" id="{D6716302-F223-D28D-01C0-20731F7C372B}"/>
              </a:ext>
              <a:ext uri="{C183D7F6-B498-43B3-948B-1728B52AA6E4}">
                <adec:decorative xmlns:adec="http://schemas.microsoft.com/office/drawing/2017/decorative" val="1"/>
              </a:ext>
            </a:extLst>
          </p:cNvPr>
          <p:cNvSpPr/>
          <p:nvPr userDrawn="1"/>
        </p:nvSpPr>
        <p:spPr bwMode="gray">
          <a:xfrm>
            <a:off x="6305025" y="979200"/>
            <a:ext cx="5886975" cy="5878800"/>
          </a:xfrm>
          <a:custGeom>
            <a:avLst/>
            <a:gdLst>
              <a:gd name="connsiteX0" fmla="*/ 920646 w 5886975"/>
              <a:gd name="connsiteY0" fmla="*/ 0 h 5878800"/>
              <a:gd name="connsiteX1" fmla="*/ 1864821 w 5886975"/>
              <a:gd name="connsiteY1" fmla="*/ 0 h 5878800"/>
              <a:gd name="connsiteX2" fmla="*/ 4942800 w 5886975"/>
              <a:gd name="connsiteY2" fmla="*/ 0 h 5878800"/>
              <a:gd name="connsiteX3" fmla="*/ 5886975 w 5886975"/>
              <a:gd name="connsiteY3" fmla="*/ 0 h 5878800"/>
              <a:gd name="connsiteX4" fmla="*/ 5886975 w 5886975"/>
              <a:gd name="connsiteY4" fmla="*/ 5878800 h 5878800"/>
              <a:gd name="connsiteX5" fmla="*/ 4942800 w 5886975"/>
              <a:gd name="connsiteY5" fmla="*/ 5878800 h 5878800"/>
              <a:gd name="connsiteX6" fmla="*/ 944175 w 5886975"/>
              <a:gd name="connsiteY6" fmla="*/ 5878800 h 5878800"/>
              <a:gd name="connsiteX7" fmla="*/ 0 w 5886975"/>
              <a:gd name="connsiteY7" fmla="*/ 5878800 h 5878800"/>
              <a:gd name="connsiteX8" fmla="*/ 0 w 5886975"/>
              <a:gd name="connsiteY8" fmla="*/ 920646 h 5878800"/>
              <a:gd name="connsiteX9" fmla="*/ 920646 w 5886975"/>
              <a:gd name="connsiteY9" fmla="*/ 0 h 587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6975" h="5878800">
                <a:moveTo>
                  <a:pt x="920646" y="0"/>
                </a:moveTo>
                <a:lnTo>
                  <a:pt x="1864821" y="0"/>
                </a:lnTo>
                <a:lnTo>
                  <a:pt x="4942800" y="0"/>
                </a:lnTo>
                <a:lnTo>
                  <a:pt x="5886975" y="0"/>
                </a:lnTo>
                <a:lnTo>
                  <a:pt x="5886975" y="5878800"/>
                </a:lnTo>
                <a:lnTo>
                  <a:pt x="4942800" y="5878800"/>
                </a:lnTo>
                <a:lnTo>
                  <a:pt x="944175" y="5878800"/>
                </a:lnTo>
                <a:lnTo>
                  <a:pt x="0" y="5878800"/>
                </a:lnTo>
                <a:lnTo>
                  <a:pt x="0" y="920646"/>
                </a:lnTo>
                <a:cubicBezTo>
                  <a:pt x="0" y="412187"/>
                  <a:pt x="412187" y="0"/>
                  <a:pt x="920646" y="0"/>
                </a:cubicBezTo>
                <a:close/>
              </a:path>
            </a:pathLst>
          </a:custGeom>
          <a:gradFill>
            <a:gsLst>
              <a:gs pos="0">
                <a:srgbClr val="FFFFFF"/>
              </a:gs>
              <a:gs pos="93000">
                <a:srgbClr val="DDE0E3"/>
              </a:gs>
              <a:gs pos="33000">
                <a:srgbClr val="DDE0E3"/>
              </a:gs>
            </a:gsLst>
            <a:lin ang="84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300"/>
              </a:spcBef>
              <a:spcAft>
                <a:spcPts val="300"/>
              </a:spcAft>
            </a:pPr>
            <a:endParaRPr lang="de-DE" sz="2000" dirty="0" err="1">
              <a:solidFill>
                <a:schemeClr val="tx1"/>
              </a:solidFill>
            </a:endParaRPr>
          </a:p>
        </p:txBody>
      </p:sp>
      <p:sp>
        <p:nvSpPr>
          <p:cNvPr id="8" name="Textfeld 7">
            <a:extLst>
              <a:ext uri="{FF2B5EF4-FFF2-40B4-BE49-F238E27FC236}">
                <a16:creationId xmlns:a16="http://schemas.microsoft.com/office/drawing/2014/main" id="{418BB640-0AC8-728D-A225-4786C533CD1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bwMode="gray">
          <a:xfrm rot="16200000" flipH="1" flipV="1">
            <a:off x="-2964522" y="3224871"/>
            <a:ext cx="6048378" cy="119334"/>
          </a:xfrm>
          <a:custGeom>
            <a:avLst/>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a:gsLst>
              <a:gs pos="10000">
                <a:srgbClr val="9B348E"/>
              </a:gs>
              <a:gs pos="33000">
                <a:schemeClr val="bg2"/>
              </a:gs>
            </a:gsLst>
            <a:lin ang="12600000" scaled="0"/>
          </a:gradFill>
          <a:ln>
            <a:no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9" name="Topline">
            <a:extLst>
              <a:ext uri="{FF2B5EF4-FFF2-40B4-BE49-F238E27FC236}">
                <a16:creationId xmlns:a16="http://schemas.microsoft.com/office/drawing/2014/main" id="{A368F05E-AA87-2C42-5067-6EADF11D89DF}"/>
              </a:ext>
            </a:extLst>
          </p:cNvPr>
          <p:cNvSpPr>
            <a:spLocks noGrp="1"/>
          </p:cNvSpPr>
          <p:nvPr>
            <p:ph type="body" sz="quarter" idx="26" hasCustomPrompt="1"/>
          </p:nvPr>
        </p:nvSpPr>
        <p:spPr bwMode="gray">
          <a:xfrm>
            <a:off x="695401" y="548680"/>
            <a:ext cx="5256137"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3" name="Titel 2">
            <a:extLst>
              <a:ext uri="{FF2B5EF4-FFF2-40B4-BE49-F238E27FC236}">
                <a16:creationId xmlns:a16="http://schemas.microsoft.com/office/drawing/2014/main" id="{DD97BBC6-5B8B-0978-EE9F-469CC55B3CA0}"/>
              </a:ext>
            </a:extLst>
          </p:cNvPr>
          <p:cNvSpPr>
            <a:spLocks noGrp="1"/>
          </p:cNvSpPr>
          <p:nvPr>
            <p:ph type="title"/>
          </p:nvPr>
        </p:nvSpPr>
        <p:spPr bwMode="gray">
          <a:xfrm>
            <a:off x="695325" y="908720"/>
            <a:ext cx="5256213" cy="576000"/>
          </a:xfrm>
        </p:spPr>
        <p:txBody>
          <a:bodyPr bIns="0"/>
          <a:lstStyle>
            <a:lvl1pPr>
              <a:lnSpc>
                <a:spcPct val="95000"/>
              </a:lnSpc>
              <a:defRPr/>
            </a:lvl1pPr>
          </a:lstStyle>
          <a:p>
            <a:r>
              <a:rPr lang="de-DE"/>
              <a:t>Mastertitelformat bearbeiten</a:t>
            </a:r>
            <a:endParaRPr lang="de-DE" dirty="0"/>
          </a:p>
        </p:txBody>
      </p:sp>
      <p:sp>
        <p:nvSpPr>
          <p:cNvPr id="10" name="Subline">
            <a:extLst>
              <a:ext uri="{FF2B5EF4-FFF2-40B4-BE49-F238E27FC236}">
                <a16:creationId xmlns:a16="http://schemas.microsoft.com/office/drawing/2014/main" id="{E4D47092-765D-6561-AD03-5FB0453B8AAE}"/>
              </a:ext>
            </a:extLst>
          </p:cNvPr>
          <p:cNvSpPr>
            <a:spLocks noGrp="1"/>
          </p:cNvSpPr>
          <p:nvPr>
            <p:ph type="body" sz="quarter" idx="27" hasCustomPrompt="1"/>
          </p:nvPr>
        </p:nvSpPr>
        <p:spPr bwMode="gray">
          <a:xfrm>
            <a:off x="695401" y="1484784"/>
            <a:ext cx="5256137" cy="504000"/>
          </a:xfrm>
        </p:spPr>
        <p:txBody>
          <a:bodyPr anchor="t"/>
          <a:lstStyle>
            <a:lvl1pPr marL="0" indent="0">
              <a:spcAft>
                <a:spcPts val="0"/>
              </a:spcAft>
              <a:buFontTx/>
              <a:buNone/>
              <a:defRPr sz="2000">
                <a:solidFill>
                  <a:schemeClr val="bg2"/>
                </a:solidFill>
                <a:latin typeface="+mj-lt"/>
              </a:defRPr>
            </a:lvl1pPr>
            <a:lvl2pPr marL="0" indent="0">
              <a:spcAft>
                <a:spcPts val="0"/>
              </a:spcAft>
              <a:buFontTx/>
              <a:buNone/>
              <a:defRPr sz="2000">
                <a:solidFill>
                  <a:schemeClr val="bg2"/>
                </a:solidFill>
                <a:latin typeface="+mj-lt"/>
              </a:defRPr>
            </a:lvl2pPr>
            <a:lvl3pPr marL="0" indent="0">
              <a:spcAft>
                <a:spcPts val="0"/>
              </a:spcAft>
              <a:buFontTx/>
              <a:buNone/>
              <a:defRPr sz="2000">
                <a:solidFill>
                  <a:schemeClr val="bg2"/>
                </a:solidFill>
                <a:latin typeface="+mj-lt"/>
              </a:defRPr>
            </a:lvl3pPr>
            <a:lvl4pPr marL="0" indent="0">
              <a:spcAft>
                <a:spcPts val="0"/>
              </a:spcAft>
              <a:buFontTx/>
              <a:buNone/>
              <a:defRPr sz="2000">
                <a:solidFill>
                  <a:schemeClr val="bg2"/>
                </a:solidFill>
                <a:latin typeface="+mj-lt"/>
              </a:defRPr>
            </a:lvl4pPr>
            <a:lvl5pPr marL="0" indent="0">
              <a:spcAft>
                <a:spcPts val="0"/>
              </a:spcAft>
              <a:buFontTx/>
              <a:buNone/>
              <a:defRPr sz="2000">
                <a:solidFill>
                  <a:schemeClr val="bg2"/>
                </a:solidFill>
                <a:latin typeface="+mj-lt"/>
              </a:defRPr>
            </a:lvl5pPr>
            <a:lvl6pPr marL="0" indent="0">
              <a:spcAft>
                <a:spcPts val="0"/>
              </a:spcAft>
              <a:buFontTx/>
              <a:buNone/>
              <a:defRPr sz="2000">
                <a:solidFill>
                  <a:schemeClr val="bg2"/>
                </a:solidFill>
                <a:latin typeface="+mj-lt"/>
              </a:defRPr>
            </a:lvl6pPr>
            <a:lvl7pPr marL="0" indent="0">
              <a:spcAft>
                <a:spcPts val="0"/>
              </a:spcAft>
              <a:buFontTx/>
              <a:buNone/>
              <a:defRPr sz="2000">
                <a:solidFill>
                  <a:schemeClr val="bg2"/>
                </a:solidFill>
                <a:latin typeface="+mj-lt"/>
              </a:defRPr>
            </a:lvl7pPr>
            <a:lvl8pPr marL="0" indent="0">
              <a:spcAft>
                <a:spcPts val="0"/>
              </a:spcAft>
              <a:buFontTx/>
              <a:buNone/>
              <a:defRPr sz="2000">
                <a:solidFill>
                  <a:schemeClr val="bg2"/>
                </a:solidFill>
                <a:latin typeface="+mj-lt"/>
              </a:defRPr>
            </a:lvl8pPr>
            <a:lvl9pPr marL="0" indent="0">
              <a:spcAft>
                <a:spcPts val="0"/>
              </a:spcAft>
              <a:buFontTx/>
              <a:buNone/>
              <a:defRPr sz="2000">
                <a:solidFill>
                  <a:schemeClr val="bg2"/>
                </a:solidFill>
                <a:latin typeface="+mj-lt"/>
              </a:defRPr>
            </a:lvl9pPr>
          </a:lstStyle>
          <a:p>
            <a:pPr lvl="0"/>
            <a:r>
              <a:rPr lang="de-DE" dirty="0"/>
              <a:t>Optionale </a:t>
            </a:r>
            <a:r>
              <a:rPr lang="de-DE" dirty="0" err="1"/>
              <a:t>Subline</a:t>
            </a:r>
            <a:r>
              <a:rPr lang="de-DE" dirty="0"/>
              <a:t> hinzufügen</a:t>
            </a:r>
          </a:p>
        </p:txBody>
      </p:sp>
      <p:sp>
        <p:nvSpPr>
          <p:cNvPr id="18" name="Inhaltsplatzhalter 16">
            <a:extLst>
              <a:ext uri="{FF2B5EF4-FFF2-40B4-BE49-F238E27FC236}">
                <a16:creationId xmlns:a16="http://schemas.microsoft.com/office/drawing/2014/main" id="{835F97C9-1A71-4B7B-B0FD-2161E9E9E0B2}"/>
              </a:ext>
            </a:extLst>
          </p:cNvPr>
          <p:cNvSpPr>
            <a:spLocks noGrp="1"/>
          </p:cNvSpPr>
          <p:nvPr>
            <p:ph sz="quarter" idx="20"/>
          </p:nvPr>
        </p:nvSpPr>
        <p:spPr bwMode="gray">
          <a:xfrm>
            <a:off x="695325" y="2205038"/>
            <a:ext cx="5256213" cy="4103687"/>
          </a:xfrm>
        </p:spPr>
        <p:txBody>
          <a:bodyPr/>
          <a:lstStyle>
            <a:lvl1pPr>
              <a:defRPr/>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5" name="Tablet_04">
            <a:extLst>
              <a:ext uri="{FF2B5EF4-FFF2-40B4-BE49-F238E27FC236}">
                <a16:creationId xmlns:a16="http://schemas.microsoft.com/office/drawing/2014/main" id="{4E47CB91-895E-14CA-9683-14945D630B84}"/>
              </a:ext>
              <a:ext uri="{C183D7F6-B498-43B3-948B-1728B52AA6E4}">
                <adec:decorative xmlns:adec="http://schemas.microsoft.com/office/drawing/2017/decorative" val="1"/>
              </a:ext>
            </a:extLst>
          </p:cNvPr>
          <p:cNvPicPr>
            <a:picLocks noChangeAspect="1"/>
          </p:cNvPicPr>
          <p:nvPr userDrawn="1">
            <p:custDataLst>
              <p:tags r:id="rId1"/>
            </p:custDataLst>
          </p:nvPr>
        </p:nvPicPr>
        <p:blipFill>
          <a:blip r:embed="rId3"/>
          <a:srcRect/>
          <a:stretch>
            <a:fillRect/>
          </a:stretch>
        </p:blipFill>
        <p:spPr bwMode="gray">
          <a:xfrm>
            <a:off x="7156829" y="512676"/>
            <a:ext cx="3852000" cy="5808885"/>
          </a:xfrm>
          <a:custGeom>
            <a:avLst/>
            <a:gdLst>
              <a:gd name="connsiteX0" fmla="*/ 135101 w 1787776"/>
              <a:gd name="connsiteY0" fmla="*/ 110631 h 2695999"/>
              <a:gd name="connsiteX1" fmla="*/ 51372 w 1787776"/>
              <a:gd name="connsiteY1" fmla="*/ 194360 h 2695999"/>
              <a:gd name="connsiteX2" fmla="*/ 51372 w 1787776"/>
              <a:gd name="connsiteY2" fmla="*/ 2554202 h 2695999"/>
              <a:gd name="connsiteX3" fmla="*/ 135101 w 1787776"/>
              <a:gd name="connsiteY3" fmla="*/ 2637931 h 2695999"/>
              <a:gd name="connsiteX4" fmla="*/ 1647937 w 1787776"/>
              <a:gd name="connsiteY4" fmla="*/ 2637931 h 2695999"/>
              <a:gd name="connsiteX5" fmla="*/ 1731666 w 1787776"/>
              <a:gd name="connsiteY5" fmla="*/ 2554202 h 2695999"/>
              <a:gd name="connsiteX6" fmla="*/ 1731666 w 1787776"/>
              <a:gd name="connsiteY6" fmla="*/ 194360 h 2695999"/>
              <a:gd name="connsiteX7" fmla="*/ 1647937 w 1787776"/>
              <a:gd name="connsiteY7" fmla="*/ 110631 h 2695999"/>
              <a:gd name="connsiteX8" fmla="*/ 0 w 1787776"/>
              <a:gd name="connsiteY8" fmla="*/ 0 h 2695999"/>
              <a:gd name="connsiteX9" fmla="*/ 1787776 w 1787776"/>
              <a:gd name="connsiteY9" fmla="*/ 0 h 2695999"/>
              <a:gd name="connsiteX10" fmla="*/ 1787776 w 1787776"/>
              <a:gd name="connsiteY10" fmla="*/ 2695999 h 2695999"/>
              <a:gd name="connsiteX11" fmla="*/ 0 w 1787776"/>
              <a:gd name="connsiteY11" fmla="*/ 2695999 h 269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7776" h="2695999">
                <a:moveTo>
                  <a:pt x="135101" y="110631"/>
                </a:moveTo>
                <a:cubicBezTo>
                  <a:pt x="88859" y="110631"/>
                  <a:pt x="51372" y="148118"/>
                  <a:pt x="51372" y="194360"/>
                </a:cubicBezTo>
                <a:lnTo>
                  <a:pt x="51372" y="2554202"/>
                </a:lnTo>
                <a:cubicBezTo>
                  <a:pt x="51372" y="2600444"/>
                  <a:pt x="88859" y="2637931"/>
                  <a:pt x="135101" y="2637931"/>
                </a:cubicBezTo>
                <a:lnTo>
                  <a:pt x="1647937" y="2637931"/>
                </a:lnTo>
                <a:cubicBezTo>
                  <a:pt x="1694179" y="2637931"/>
                  <a:pt x="1731666" y="2600444"/>
                  <a:pt x="1731666" y="2554202"/>
                </a:cubicBezTo>
                <a:lnTo>
                  <a:pt x="1731666" y="194360"/>
                </a:lnTo>
                <a:cubicBezTo>
                  <a:pt x="1731666" y="148118"/>
                  <a:pt x="1694179" y="110631"/>
                  <a:pt x="1647937" y="110631"/>
                </a:cubicBezTo>
                <a:close/>
                <a:moveTo>
                  <a:pt x="0" y="0"/>
                </a:moveTo>
                <a:lnTo>
                  <a:pt x="1787776" y="0"/>
                </a:lnTo>
                <a:lnTo>
                  <a:pt x="1787776" y="2695999"/>
                </a:lnTo>
                <a:lnTo>
                  <a:pt x="0" y="2695999"/>
                </a:lnTo>
                <a:close/>
              </a:path>
            </a:pathLst>
          </a:custGeom>
        </p:spPr>
      </p:pic>
      <p:sp>
        <p:nvSpPr>
          <p:cNvPr id="22" name="Bildplatzhalter 21">
            <a:extLst>
              <a:ext uri="{FF2B5EF4-FFF2-40B4-BE49-F238E27FC236}">
                <a16:creationId xmlns:a16="http://schemas.microsoft.com/office/drawing/2014/main" id="{78770D99-F3DA-4073-8385-C3A3E0CE5656}"/>
              </a:ext>
              <a:ext uri="{C183D7F6-B498-43B3-948B-1728B52AA6E4}">
                <adec:decorative xmlns:adec="http://schemas.microsoft.com/office/drawing/2017/decorative" val="1"/>
              </a:ext>
            </a:extLst>
          </p:cNvPr>
          <p:cNvSpPr>
            <a:spLocks noGrp="1"/>
          </p:cNvSpPr>
          <p:nvPr>
            <p:ph type="pic" sz="quarter" idx="32"/>
          </p:nvPr>
        </p:nvSpPr>
        <p:spPr bwMode="gray">
          <a:xfrm>
            <a:off x="7243548" y="593763"/>
            <a:ext cx="3678563" cy="5638596"/>
          </a:xfrm>
          <a:custGeom>
            <a:avLst/>
            <a:gdLst>
              <a:gd name="connsiteX0" fmla="*/ 183303 w 3678563"/>
              <a:gd name="connsiteY0" fmla="*/ 0 h 5638596"/>
              <a:gd name="connsiteX1" fmla="*/ 1243694 w 3678563"/>
              <a:gd name="connsiteY1" fmla="*/ 0 h 5638596"/>
              <a:gd name="connsiteX2" fmla="*/ 1243694 w 3678563"/>
              <a:gd name="connsiteY2" fmla="*/ 7913 h 5638596"/>
              <a:gd name="connsiteX3" fmla="*/ 1329868 w 3678563"/>
              <a:gd name="connsiteY3" fmla="*/ 7913 h 5638596"/>
              <a:gd name="connsiteX4" fmla="*/ 1385106 w 3678563"/>
              <a:gd name="connsiteY4" fmla="*/ 63151 h 5638596"/>
              <a:gd name="connsiteX5" fmla="*/ 1385106 w 3678563"/>
              <a:gd name="connsiteY5" fmla="*/ 60611 h 5638596"/>
              <a:gd name="connsiteX6" fmla="*/ 1473682 w 3678563"/>
              <a:gd name="connsiteY6" fmla="*/ 149187 h 5638596"/>
              <a:gd name="connsiteX7" fmla="*/ 2163304 w 3678563"/>
              <a:gd name="connsiteY7" fmla="*/ 149187 h 5638596"/>
              <a:gd name="connsiteX8" fmla="*/ 2251880 w 3678563"/>
              <a:gd name="connsiteY8" fmla="*/ 60611 h 5638596"/>
              <a:gd name="connsiteX9" fmla="*/ 2251880 w 3678563"/>
              <a:gd name="connsiteY9" fmla="*/ 63151 h 5638596"/>
              <a:gd name="connsiteX10" fmla="*/ 2307118 w 3678563"/>
              <a:gd name="connsiteY10" fmla="*/ 7913 h 5638596"/>
              <a:gd name="connsiteX11" fmla="*/ 2393292 w 3678563"/>
              <a:gd name="connsiteY11" fmla="*/ 7913 h 5638596"/>
              <a:gd name="connsiteX12" fmla="*/ 2393292 w 3678563"/>
              <a:gd name="connsiteY12" fmla="*/ 0 h 5638596"/>
              <a:gd name="connsiteX13" fmla="*/ 3495260 w 3678563"/>
              <a:gd name="connsiteY13" fmla="*/ 0 h 5638596"/>
              <a:gd name="connsiteX14" fmla="*/ 3678563 w 3678563"/>
              <a:gd name="connsiteY14" fmla="*/ 183303 h 5638596"/>
              <a:gd name="connsiteX15" fmla="*/ 3678563 w 3678563"/>
              <a:gd name="connsiteY15" fmla="*/ 5455293 h 5638596"/>
              <a:gd name="connsiteX16" fmla="*/ 3495260 w 3678563"/>
              <a:gd name="connsiteY16" fmla="*/ 5638596 h 5638596"/>
              <a:gd name="connsiteX17" fmla="*/ 183303 w 3678563"/>
              <a:gd name="connsiteY17" fmla="*/ 5638596 h 5638596"/>
              <a:gd name="connsiteX18" fmla="*/ 0 w 3678563"/>
              <a:gd name="connsiteY18" fmla="*/ 5455293 h 5638596"/>
              <a:gd name="connsiteX19" fmla="*/ 0 w 3678563"/>
              <a:gd name="connsiteY19" fmla="*/ 183303 h 5638596"/>
              <a:gd name="connsiteX20" fmla="*/ 183303 w 3678563"/>
              <a:gd name="connsiteY20" fmla="*/ 0 h 5638596"/>
              <a:gd name="connsiteX0" fmla="*/ 183303 w 3678563"/>
              <a:gd name="connsiteY0" fmla="*/ 0 h 5638596"/>
              <a:gd name="connsiteX1" fmla="*/ 1243694 w 3678563"/>
              <a:gd name="connsiteY1" fmla="*/ 0 h 5638596"/>
              <a:gd name="connsiteX2" fmla="*/ 1329868 w 3678563"/>
              <a:gd name="connsiteY2" fmla="*/ 7913 h 5638596"/>
              <a:gd name="connsiteX3" fmla="*/ 1385106 w 3678563"/>
              <a:gd name="connsiteY3" fmla="*/ 63151 h 5638596"/>
              <a:gd name="connsiteX4" fmla="*/ 1385106 w 3678563"/>
              <a:gd name="connsiteY4" fmla="*/ 60611 h 5638596"/>
              <a:gd name="connsiteX5" fmla="*/ 1473682 w 3678563"/>
              <a:gd name="connsiteY5" fmla="*/ 149187 h 5638596"/>
              <a:gd name="connsiteX6" fmla="*/ 2163304 w 3678563"/>
              <a:gd name="connsiteY6" fmla="*/ 149187 h 5638596"/>
              <a:gd name="connsiteX7" fmla="*/ 2251880 w 3678563"/>
              <a:gd name="connsiteY7" fmla="*/ 60611 h 5638596"/>
              <a:gd name="connsiteX8" fmla="*/ 2251880 w 3678563"/>
              <a:gd name="connsiteY8" fmla="*/ 63151 h 5638596"/>
              <a:gd name="connsiteX9" fmla="*/ 2307118 w 3678563"/>
              <a:gd name="connsiteY9" fmla="*/ 7913 h 5638596"/>
              <a:gd name="connsiteX10" fmla="*/ 2393292 w 3678563"/>
              <a:gd name="connsiteY10" fmla="*/ 7913 h 5638596"/>
              <a:gd name="connsiteX11" fmla="*/ 2393292 w 3678563"/>
              <a:gd name="connsiteY11" fmla="*/ 0 h 5638596"/>
              <a:gd name="connsiteX12" fmla="*/ 3495260 w 3678563"/>
              <a:gd name="connsiteY12" fmla="*/ 0 h 5638596"/>
              <a:gd name="connsiteX13" fmla="*/ 3678563 w 3678563"/>
              <a:gd name="connsiteY13" fmla="*/ 183303 h 5638596"/>
              <a:gd name="connsiteX14" fmla="*/ 3678563 w 3678563"/>
              <a:gd name="connsiteY14" fmla="*/ 5455293 h 5638596"/>
              <a:gd name="connsiteX15" fmla="*/ 3495260 w 3678563"/>
              <a:gd name="connsiteY15" fmla="*/ 5638596 h 5638596"/>
              <a:gd name="connsiteX16" fmla="*/ 183303 w 3678563"/>
              <a:gd name="connsiteY16" fmla="*/ 5638596 h 5638596"/>
              <a:gd name="connsiteX17" fmla="*/ 0 w 3678563"/>
              <a:gd name="connsiteY17" fmla="*/ 5455293 h 5638596"/>
              <a:gd name="connsiteX18" fmla="*/ 0 w 3678563"/>
              <a:gd name="connsiteY18" fmla="*/ 183303 h 5638596"/>
              <a:gd name="connsiteX19" fmla="*/ 183303 w 3678563"/>
              <a:gd name="connsiteY19" fmla="*/ 0 h 5638596"/>
              <a:gd name="connsiteX0" fmla="*/ 183303 w 3678563"/>
              <a:gd name="connsiteY0" fmla="*/ 0 h 5638596"/>
              <a:gd name="connsiteX1" fmla="*/ 1329868 w 3678563"/>
              <a:gd name="connsiteY1" fmla="*/ 7913 h 5638596"/>
              <a:gd name="connsiteX2" fmla="*/ 1385106 w 3678563"/>
              <a:gd name="connsiteY2" fmla="*/ 63151 h 5638596"/>
              <a:gd name="connsiteX3" fmla="*/ 1385106 w 3678563"/>
              <a:gd name="connsiteY3" fmla="*/ 60611 h 5638596"/>
              <a:gd name="connsiteX4" fmla="*/ 1473682 w 3678563"/>
              <a:gd name="connsiteY4" fmla="*/ 149187 h 5638596"/>
              <a:gd name="connsiteX5" fmla="*/ 2163304 w 3678563"/>
              <a:gd name="connsiteY5" fmla="*/ 149187 h 5638596"/>
              <a:gd name="connsiteX6" fmla="*/ 2251880 w 3678563"/>
              <a:gd name="connsiteY6" fmla="*/ 60611 h 5638596"/>
              <a:gd name="connsiteX7" fmla="*/ 2251880 w 3678563"/>
              <a:gd name="connsiteY7" fmla="*/ 63151 h 5638596"/>
              <a:gd name="connsiteX8" fmla="*/ 2307118 w 3678563"/>
              <a:gd name="connsiteY8" fmla="*/ 7913 h 5638596"/>
              <a:gd name="connsiteX9" fmla="*/ 2393292 w 3678563"/>
              <a:gd name="connsiteY9" fmla="*/ 7913 h 5638596"/>
              <a:gd name="connsiteX10" fmla="*/ 2393292 w 3678563"/>
              <a:gd name="connsiteY10" fmla="*/ 0 h 5638596"/>
              <a:gd name="connsiteX11" fmla="*/ 3495260 w 3678563"/>
              <a:gd name="connsiteY11" fmla="*/ 0 h 5638596"/>
              <a:gd name="connsiteX12" fmla="*/ 3678563 w 3678563"/>
              <a:gd name="connsiteY12" fmla="*/ 183303 h 5638596"/>
              <a:gd name="connsiteX13" fmla="*/ 3678563 w 3678563"/>
              <a:gd name="connsiteY13" fmla="*/ 5455293 h 5638596"/>
              <a:gd name="connsiteX14" fmla="*/ 3495260 w 3678563"/>
              <a:gd name="connsiteY14" fmla="*/ 5638596 h 5638596"/>
              <a:gd name="connsiteX15" fmla="*/ 183303 w 3678563"/>
              <a:gd name="connsiteY15" fmla="*/ 5638596 h 5638596"/>
              <a:gd name="connsiteX16" fmla="*/ 0 w 3678563"/>
              <a:gd name="connsiteY16" fmla="*/ 5455293 h 5638596"/>
              <a:gd name="connsiteX17" fmla="*/ 0 w 3678563"/>
              <a:gd name="connsiteY17" fmla="*/ 183303 h 5638596"/>
              <a:gd name="connsiteX18" fmla="*/ 183303 w 3678563"/>
              <a:gd name="connsiteY18" fmla="*/ 0 h 5638596"/>
              <a:gd name="connsiteX0" fmla="*/ 183303 w 3678563"/>
              <a:gd name="connsiteY0" fmla="*/ 0 h 5638596"/>
              <a:gd name="connsiteX1" fmla="*/ 1329868 w 3678563"/>
              <a:gd name="connsiteY1" fmla="*/ 7913 h 5638596"/>
              <a:gd name="connsiteX2" fmla="*/ 1385106 w 3678563"/>
              <a:gd name="connsiteY2" fmla="*/ 63151 h 5638596"/>
              <a:gd name="connsiteX3" fmla="*/ 1385106 w 3678563"/>
              <a:gd name="connsiteY3" fmla="*/ 60611 h 5638596"/>
              <a:gd name="connsiteX4" fmla="*/ 1473682 w 3678563"/>
              <a:gd name="connsiteY4" fmla="*/ 149187 h 5638596"/>
              <a:gd name="connsiteX5" fmla="*/ 2163304 w 3678563"/>
              <a:gd name="connsiteY5" fmla="*/ 149187 h 5638596"/>
              <a:gd name="connsiteX6" fmla="*/ 2251880 w 3678563"/>
              <a:gd name="connsiteY6" fmla="*/ 60611 h 5638596"/>
              <a:gd name="connsiteX7" fmla="*/ 2251880 w 3678563"/>
              <a:gd name="connsiteY7" fmla="*/ 63151 h 5638596"/>
              <a:gd name="connsiteX8" fmla="*/ 2307118 w 3678563"/>
              <a:gd name="connsiteY8" fmla="*/ 7913 h 5638596"/>
              <a:gd name="connsiteX9" fmla="*/ 2393292 w 3678563"/>
              <a:gd name="connsiteY9" fmla="*/ 7913 h 5638596"/>
              <a:gd name="connsiteX10" fmla="*/ 3495260 w 3678563"/>
              <a:gd name="connsiteY10" fmla="*/ 0 h 5638596"/>
              <a:gd name="connsiteX11" fmla="*/ 3678563 w 3678563"/>
              <a:gd name="connsiteY11" fmla="*/ 183303 h 5638596"/>
              <a:gd name="connsiteX12" fmla="*/ 3678563 w 3678563"/>
              <a:gd name="connsiteY12" fmla="*/ 5455293 h 5638596"/>
              <a:gd name="connsiteX13" fmla="*/ 3495260 w 3678563"/>
              <a:gd name="connsiteY13" fmla="*/ 5638596 h 5638596"/>
              <a:gd name="connsiteX14" fmla="*/ 183303 w 3678563"/>
              <a:gd name="connsiteY14" fmla="*/ 5638596 h 5638596"/>
              <a:gd name="connsiteX15" fmla="*/ 0 w 3678563"/>
              <a:gd name="connsiteY15" fmla="*/ 5455293 h 5638596"/>
              <a:gd name="connsiteX16" fmla="*/ 0 w 3678563"/>
              <a:gd name="connsiteY16" fmla="*/ 183303 h 5638596"/>
              <a:gd name="connsiteX17" fmla="*/ 183303 w 3678563"/>
              <a:gd name="connsiteY17" fmla="*/ 0 h 5638596"/>
              <a:gd name="connsiteX0" fmla="*/ 183303 w 3678563"/>
              <a:gd name="connsiteY0" fmla="*/ 0 h 5638596"/>
              <a:gd name="connsiteX1" fmla="*/ 1329868 w 3678563"/>
              <a:gd name="connsiteY1" fmla="*/ 7913 h 5638596"/>
              <a:gd name="connsiteX2" fmla="*/ 1385106 w 3678563"/>
              <a:gd name="connsiteY2" fmla="*/ 63151 h 5638596"/>
              <a:gd name="connsiteX3" fmla="*/ 1385106 w 3678563"/>
              <a:gd name="connsiteY3" fmla="*/ 60611 h 5638596"/>
              <a:gd name="connsiteX4" fmla="*/ 1473682 w 3678563"/>
              <a:gd name="connsiteY4" fmla="*/ 149187 h 5638596"/>
              <a:gd name="connsiteX5" fmla="*/ 2163304 w 3678563"/>
              <a:gd name="connsiteY5" fmla="*/ 149187 h 5638596"/>
              <a:gd name="connsiteX6" fmla="*/ 2251880 w 3678563"/>
              <a:gd name="connsiteY6" fmla="*/ 60611 h 5638596"/>
              <a:gd name="connsiteX7" fmla="*/ 2251880 w 3678563"/>
              <a:gd name="connsiteY7" fmla="*/ 63151 h 5638596"/>
              <a:gd name="connsiteX8" fmla="*/ 2307118 w 3678563"/>
              <a:gd name="connsiteY8" fmla="*/ 7913 h 5638596"/>
              <a:gd name="connsiteX9" fmla="*/ 3495260 w 3678563"/>
              <a:gd name="connsiteY9" fmla="*/ 0 h 5638596"/>
              <a:gd name="connsiteX10" fmla="*/ 3678563 w 3678563"/>
              <a:gd name="connsiteY10" fmla="*/ 183303 h 5638596"/>
              <a:gd name="connsiteX11" fmla="*/ 3678563 w 3678563"/>
              <a:gd name="connsiteY11" fmla="*/ 5455293 h 5638596"/>
              <a:gd name="connsiteX12" fmla="*/ 3495260 w 3678563"/>
              <a:gd name="connsiteY12" fmla="*/ 5638596 h 5638596"/>
              <a:gd name="connsiteX13" fmla="*/ 183303 w 3678563"/>
              <a:gd name="connsiteY13" fmla="*/ 5638596 h 5638596"/>
              <a:gd name="connsiteX14" fmla="*/ 0 w 3678563"/>
              <a:gd name="connsiteY14" fmla="*/ 5455293 h 5638596"/>
              <a:gd name="connsiteX15" fmla="*/ 0 w 3678563"/>
              <a:gd name="connsiteY15" fmla="*/ 183303 h 5638596"/>
              <a:gd name="connsiteX16" fmla="*/ 183303 w 3678563"/>
              <a:gd name="connsiteY16" fmla="*/ 0 h 5638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8563" h="5638596">
                <a:moveTo>
                  <a:pt x="183303" y="0"/>
                </a:moveTo>
                <a:lnTo>
                  <a:pt x="1329868" y="7913"/>
                </a:lnTo>
                <a:cubicBezTo>
                  <a:pt x="1360375" y="7913"/>
                  <a:pt x="1385106" y="32644"/>
                  <a:pt x="1385106" y="63151"/>
                </a:cubicBezTo>
                <a:lnTo>
                  <a:pt x="1385106" y="60611"/>
                </a:lnTo>
                <a:cubicBezTo>
                  <a:pt x="1385106" y="109530"/>
                  <a:pt x="1424763" y="149187"/>
                  <a:pt x="1473682" y="149187"/>
                </a:cubicBezTo>
                <a:lnTo>
                  <a:pt x="2163304" y="149187"/>
                </a:lnTo>
                <a:cubicBezTo>
                  <a:pt x="2212223" y="149187"/>
                  <a:pt x="2251880" y="109530"/>
                  <a:pt x="2251880" y="60611"/>
                </a:cubicBezTo>
                <a:lnTo>
                  <a:pt x="2251880" y="63151"/>
                </a:lnTo>
                <a:cubicBezTo>
                  <a:pt x="2251880" y="32644"/>
                  <a:pt x="2276611" y="7913"/>
                  <a:pt x="2307118" y="7913"/>
                </a:cubicBezTo>
                <a:lnTo>
                  <a:pt x="3495260" y="0"/>
                </a:lnTo>
                <a:cubicBezTo>
                  <a:pt x="3596495" y="0"/>
                  <a:pt x="3678563" y="82068"/>
                  <a:pt x="3678563" y="183303"/>
                </a:cubicBezTo>
                <a:lnTo>
                  <a:pt x="3678563" y="5455293"/>
                </a:lnTo>
                <a:cubicBezTo>
                  <a:pt x="3678563" y="5556528"/>
                  <a:pt x="3596495" y="5638596"/>
                  <a:pt x="3495260" y="5638596"/>
                </a:cubicBezTo>
                <a:lnTo>
                  <a:pt x="183303" y="5638596"/>
                </a:lnTo>
                <a:cubicBezTo>
                  <a:pt x="82068" y="5638596"/>
                  <a:pt x="0" y="5556528"/>
                  <a:pt x="0" y="5455293"/>
                </a:cubicBezTo>
                <a:lnTo>
                  <a:pt x="0" y="183303"/>
                </a:lnTo>
                <a:cubicBezTo>
                  <a:pt x="0" y="82068"/>
                  <a:pt x="82068" y="0"/>
                  <a:pt x="183303" y="0"/>
                </a:cubicBezTo>
                <a:close/>
              </a:path>
            </a:pathLst>
          </a:custGeom>
          <a:solidFill>
            <a:srgbClr val="A1A9B1"/>
          </a:solidFill>
        </p:spPr>
        <p:txBody>
          <a:bodyPr wrap="square">
            <a:noAutofit/>
          </a:bodyPr>
          <a:lstStyle>
            <a:lvl1pPr>
              <a:defRPr sz="800">
                <a:noFill/>
              </a:defRPr>
            </a:lvl1pPr>
          </a:lstStyle>
          <a:p>
            <a:r>
              <a:rPr lang="de-DE"/>
              <a:t>Bild durch Klicken auf Symbol hinzufügen</a:t>
            </a:r>
            <a:endParaRPr lang="de-DE" dirty="0"/>
          </a:p>
        </p:txBody>
      </p:sp>
      <p:sp>
        <p:nvSpPr>
          <p:cNvPr id="4" name="Datumsplatzhalter 3">
            <a:extLst>
              <a:ext uri="{FF2B5EF4-FFF2-40B4-BE49-F238E27FC236}">
                <a16:creationId xmlns:a16="http://schemas.microsoft.com/office/drawing/2014/main" id="{582805AA-152C-90A2-F504-A2C03BA78140}"/>
              </a:ext>
            </a:extLst>
          </p:cNvPr>
          <p:cNvSpPr>
            <a:spLocks noGrp="1"/>
          </p:cNvSpPr>
          <p:nvPr>
            <p:ph type="dt" sz="half" idx="33"/>
          </p:nvPr>
        </p:nvSpPr>
        <p:spPr bwMode="gray"/>
        <p:txBody>
          <a:bodyPr/>
          <a:lstStyle/>
          <a:p>
            <a:r>
              <a:rPr lang="de-DE"/>
              <a:t>Intern, TT.MM.JJJJ</a:t>
            </a:r>
            <a:endParaRPr lang="de-DE" sz="800" dirty="0"/>
          </a:p>
        </p:txBody>
      </p:sp>
      <p:sp>
        <p:nvSpPr>
          <p:cNvPr id="11" name="Foliennummernplatzhalter 10">
            <a:extLst>
              <a:ext uri="{FF2B5EF4-FFF2-40B4-BE49-F238E27FC236}">
                <a16:creationId xmlns:a16="http://schemas.microsoft.com/office/drawing/2014/main" id="{EC99D96C-9CF0-F8BE-F6D3-EE2DBFA9DF55}"/>
              </a:ext>
            </a:extLst>
          </p:cNvPr>
          <p:cNvSpPr>
            <a:spLocks noGrp="1"/>
          </p:cNvSpPr>
          <p:nvPr>
            <p:ph type="sldNum" sz="quarter" idx="35"/>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2667969763"/>
      </p:ext>
    </p:extLst>
  </p:cSld>
  <p:clrMapOvr>
    <a:masterClrMapping/>
  </p:clrMapOvr>
  <p:transition>
    <p:fade/>
  </p:transition>
  <p:extLst>
    <p:ext uri="{DCECCB84-F9BA-43D5-87BE-67443E8EF086}">
      <p15:sldGuideLst xmlns:p15="http://schemas.microsoft.com/office/powerpoint/2012/main">
        <p15:guide id="1" pos="3976">
          <p15:clr>
            <a:srgbClr val="FBAE40"/>
          </p15:clr>
        </p15:guide>
        <p15:guide id="2" pos="3749">
          <p15:clr>
            <a:srgbClr val="FBAE40"/>
          </p15:clr>
        </p15:guide>
        <p15:guide id="3" pos="692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halt und Mockup Laptop">
    <p:spTree>
      <p:nvGrpSpPr>
        <p:cNvPr id="1" name=""/>
        <p:cNvGrpSpPr/>
        <p:nvPr/>
      </p:nvGrpSpPr>
      <p:grpSpPr>
        <a:xfrm>
          <a:off x="0" y="0"/>
          <a:ext cx="0" cy="0"/>
          <a:chOff x="0" y="0"/>
          <a:chExt cx="0" cy="0"/>
        </a:xfrm>
      </p:grpSpPr>
      <p:sp>
        <p:nvSpPr>
          <p:cNvPr id="7" name="Freihandform: Form 6">
            <a:extLst>
              <a:ext uri="{FF2B5EF4-FFF2-40B4-BE49-F238E27FC236}">
                <a16:creationId xmlns:a16="http://schemas.microsoft.com/office/drawing/2014/main" id="{D6716302-F223-D28D-01C0-20731F7C372B}"/>
              </a:ext>
              <a:ext uri="{C183D7F6-B498-43B3-948B-1728B52AA6E4}">
                <adec:decorative xmlns:adec="http://schemas.microsoft.com/office/drawing/2017/decorative" val="1"/>
              </a:ext>
            </a:extLst>
          </p:cNvPr>
          <p:cNvSpPr/>
          <p:nvPr userDrawn="1"/>
        </p:nvSpPr>
        <p:spPr bwMode="gray">
          <a:xfrm>
            <a:off x="6305025" y="979200"/>
            <a:ext cx="5886975" cy="5878800"/>
          </a:xfrm>
          <a:custGeom>
            <a:avLst/>
            <a:gdLst>
              <a:gd name="connsiteX0" fmla="*/ 920646 w 5886975"/>
              <a:gd name="connsiteY0" fmla="*/ 0 h 5878800"/>
              <a:gd name="connsiteX1" fmla="*/ 1864821 w 5886975"/>
              <a:gd name="connsiteY1" fmla="*/ 0 h 5878800"/>
              <a:gd name="connsiteX2" fmla="*/ 4942800 w 5886975"/>
              <a:gd name="connsiteY2" fmla="*/ 0 h 5878800"/>
              <a:gd name="connsiteX3" fmla="*/ 5886975 w 5886975"/>
              <a:gd name="connsiteY3" fmla="*/ 0 h 5878800"/>
              <a:gd name="connsiteX4" fmla="*/ 5886975 w 5886975"/>
              <a:gd name="connsiteY4" fmla="*/ 5878800 h 5878800"/>
              <a:gd name="connsiteX5" fmla="*/ 4942800 w 5886975"/>
              <a:gd name="connsiteY5" fmla="*/ 5878800 h 5878800"/>
              <a:gd name="connsiteX6" fmla="*/ 944175 w 5886975"/>
              <a:gd name="connsiteY6" fmla="*/ 5878800 h 5878800"/>
              <a:gd name="connsiteX7" fmla="*/ 0 w 5886975"/>
              <a:gd name="connsiteY7" fmla="*/ 5878800 h 5878800"/>
              <a:gd name="connsiteX8" fmla="*/ 0 w 5886975"/>
              <a:gd name="connsiteY8" fmla="*/ 920646 h 5878800"/>
              <a:gd name="connsiteX9" fmla="*/ 920646 w 5886975"/>
              <a:gd name="connsiteY9" fmla="*/ 0 h 587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6975" h="5878800">
                <a:moveTo>
                  <a:pt x="920646" y="0"/>
                </a:moveTo>
                <a:lnTo>
                  <a:pt x="1864821" y="0"/>
                </a:lnTo>
                <a:lnTo>
                  <a:pt x="4942800" y="0"/>
                </a:lnTo>
                <a:lnTo>
                  <a:pt x="5886975" y="0"/>
                </a:lnTo>
                <a:lnTo>
                  <a:pt x="5886975" y="5878800"/>
                </a:lnTo>
                <a:lnTo>
                  <a:pt x="4942800" y="5878800"/>
                </a:lnTo>
                <a:lnTo>
                  <a:pt x="944175" y="5878800"/>
                </a:lnTo>
                <a:lnTo>
                  <a:pt x="0" y="5878800"/>
                </a:lnTo>
                <a:lnTo>
                  <a:pt x="0" y="920646"/>
                </a:lnTo>
                <a:cubicBezTo>
                  <a:pt x="0" y="412187"/>
                  <a:pt x="412187" y="0"/>
                  <a:pt x="920646" y="0"/>
                </a:cubicBezTo>
                <a:close/>
              </a:path>
            </a:pathLst>
          </a:custGeom>
          <a:gradFill>
            <a:gsLst>
              <a:gs pos="0">
                <a:srgbClr val="FFFFFF"/>
              </a:gs>
              <a:gs pos="93000">
                <a:srgbClr val="DDE0E3"/>
              </a:gs>
              <a:gs pos="33000">
                <a:srgbClr val="DDE0E3"/>
              </a:gs>
            </a:gsLst>
            <a:lin ang="84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300"/>
              </a:spcBef>
              <a:spcAft>
                <a:spcPts val="300"/>
              </a:spcAft>
            </a:pPr>
            <a:endParaRPr lang="de-DE" sz="2000" dirty="0" err="1">
              <a:solidFill>
                <a:schemeClr val="tx1"/>
              </a:solidFill>
            </a:endParaRPr>
          </a:p>
        </p:txBody>
      </p:sp>
      <p:sp>
        <p:nvSpPr>
          <p:cNvPr id="8" name="Textfeld 7">
            <a:extLst>
              <a:ext uri="{FF2B5EF4-FFF2-40B4-BE49-F238E27FC236}">
                <a16:creationId xmlns:a16="http://schemas.microsoft.com/office/drawing/2014/main" id="{418BB640-0AC8-728D-A225-4786C533CD1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bwMode="gray">
          <a:xfrm rot="16200000" flipH="1" flipV="1">
            <a:off x="-2964522" y="3224871"/>
            <a:ext cx="6048378" cy="119334"/>
          </a:xfrm>
          <a:custGeom>
            <a:avLst/>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a:gsLst>
              <a:gs pos="10000">
                <a:srgbClr val="9B348E"/>
              </a:gs>
              <a:gs pos="33000">
                <a:schemeClr val="bg2"/>
              </a:gs>
            </a:gsLst>
            <a:lin ang="12600000" scaled="0"/>
          </a:gradFill>
          <a:ln>
            <a:no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pic>
        <p:nvPicPr>
          <p:cNvPr id="5" name="!!MacBook_1">
            <a:extLst>
              <a:ext uri="{FF2B5EF4-FFF2-40B4-BE49-F238E27FC236}">
                <a16:creationId xmlns:a16="http://schemas.microsoft.com/office/drawing/2014/main" id="{0E94883E-27CE-AF96-C9F7-51C75136240F}"/>
              </a:ext>
              <a:ext uri="{C183D7F6-B498-43B3-948B-1728B52AA6E4}">
                <adec:decorative xmlns:adec="http://schemas.microsoft.com/office/drawing/2017/decorative" val="1"/>
              </a:ext>
            </a:extLst>
          </p:cNvPr>
          <p:cNvPicPr>
            <a:picLocks noChangeAspect="1"/>
          </p:cNvPicPr>
          <p:nvPr userDrawn="1">
            <p:custDataLst>
              <p:tags r:id="rId1"/>
            </p:custDataLst>
          </p:nvPr>
        </p:nvPicPr>
        <p:blipFill>
          <a:blip r:embed="rId3"/>
          <a:srcRect/>
          <a:stretch>
            <a:fillRect/>
          </a:stretch>
        </p:blipFill>
        <p:spPr bwMode="gray">
          <a:xfrm>
            <a:off x="4431370" y="1887805"/>
            <a:ext cx="8561976" cy="4763438"/>
          </a:xfrm>
          <a:custGeom>
            <a:avLst/>
            <a:gdLst>
              <a:gd name="connsiteX0" fmla="*/ 608651 w 3599116"/>
              <a:gd name="connsiteY0" fmla="*/ 147752 h 2002361"/>
              <a:gd name="connsiteX1" fmla="*/ 608651 w 3599116"/>
              <a:gd name="connsiteY1" fmla="*/ 1557646 h 2002361"/>
              <a:gd name="connsiteX2" fmla="*/ 2988685 w 3599116"/>
              <a:gd name="connsiteY2" fmla="*/ 1557646 h 2002361"/>
              <a:gd name="connsiteX3" fmla="*/ 2988685 w 3599116"/>
              <a:gd name="connsiteY3" fmla="*/ 147752 h 2002361"/>
              <a:gd name="connsiteX4" fmla="*/ 0 w 3599116"/>
              <a:gd name="connsiteY4" fmla="*/ 0 h 2002361"/>
              <a:gd name="connsiteX5" fmla="*/ 3599116 w 3599116"/>
              <a:gd name="connsiteY5" fmla="*/ 0 h 2002361"/>
              <a:gd name="connsiteX6" fmla="*/ 3599116 w 3599116"/>
              <a:gd name="connsiteY6" fmla="*/ 2002361 h 2002361"/>
              <a:gd name="connsiteX7" fmla="*/ 0 w 3599116"/>
              <a:gd name="connsiteY7" fmla="*/ 2002361 h 2002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9116" h="2002361">
                <a:moveTo>
                  <a:pt x="608651" y="147752"/>
                </a:moveTo>
                <a:lnTo>
                  <a:pt x="608651" y="1557646"/>
                </a:lnTo>
                <a:lnTo>
                  <a:pt x="2988685" y="1557646"/>
                </a:lnTo>
                <a:lnTo>
                  <a:pt x="2988685" y="147752"/>
                </a:lnTo>
                <a:close/>
                <a:moveTo>
                  <a:pt x="0" y="0"/>
                </a:moveTo>
                <a:lnTo>
                  <a:pt x="3599116" y="0"/>
                </a:lnTo>
                <a:lnTo>
                  <a:pt x="3599116" y="2002361"/>
                </a:lnTo>
                <a:lnTo>
                  <a:pt x="0" y="2002361"/>
                </a:lnTo>
                <a:close/>
              </a:path>
            </a:pathLst>
          </a:custGeom>
        </p:spPr>
      </p:pic>
      <p:sp>
        <p:nvSpPr>
          <p:cNvPr id="13" name="Bildplatzhalter">
            <a:extLst>
              <a:ext uri="{FF2B5EF4-FFF2-40B4-BE49-F238E27FC236}">
                <a16:creationId xmlns:a16="http://schemas.microsoft.com/office/drawing/2014/main" id="{236798F5-1748-EF4E-6D4C-141314EE8C5E}"/>
              </a:ext>
              <a:ext uri="{C183D7F6-B498-43B3-948B-1728B52AA6E4}">
                <adec:decorative xmlns:adec="http://schemas.microsoft.com/office/drawing/2017/decorative" val="1"/>
              </a:ext>
            </a:extLst>
          </p:cNvPr>
          <p:cNvSpPr>
            <a:spLocks noGrp="1"/>
          </p:cNvSpPr>
          <p:nvPr>
            <p:ph type="pic" sz="quarter" idx="32"/>
          </p:nvPr>
        </p:nvSpPr>
        <p:spPr bwMode="gray">
          <a:xfrm>
            <a:off x="5854863" y="2194310"/>
            <a:ext cx="5713250" cy="3425440"/>
          </a:xfrm>
          <a:prstGeom prst="roundRect">
            <a:avLst>
              <a:gd name="adj" fmla="val 458"/>
            </a:avLst>
          </a:prstGeom>
          <a:solidFill>
            <a:srgbClr val="A1A9B1"/>
          </a:solidFill>
        </p:spPr>
        <p:txBody>
          <a:bodyPr wrap="square">
            <a:noAutofit/>
          </a:bodyPr>
          <a:lstStyle>
            <a:lvl1pPr>
              <a:defRPr sz="800">
                <a:noFill/>
              </a:defRPr>
            </a:lvl1pPr>
          </a:lstStyle>
          <a:p>
            <a:r>
              <a:rPr lang="de-DE"/>
              <a:t>Bild durch Klicken auf Symbol hinzufügen</a:t>
            </a:r>
            <a:endParaRPr lang="de-DE" dirty="0"/>
          </a:p>
        </p:txBody>
      </p:sp>
      <p:sp>
        <p:nvSpPr>
          <p:cNvPr id="9" name="Topline">
            <a:extLst>
              <a:ext uri="{FF2B5EF4-FFF2-40B4-BE49-F238E27FC236}">
                <a16:creationId xmlns:a16="http://schemas.microsoft.com/office/drawing/2014/main" id="{A368F05E-AA87-2C42-5067-6EADF11D89DF}"/>
              </a:ext>
            </a:extLst>
          </p:cNvPr>
          <p:cNvSpPr>
            <a:spLocks noGrp="1"/>
          </p:cNvSpPr>
          <p:nvPr>
            <p:ph type="body" sz="quarter" idx="26" hasCustomPrompt="1"/>
          </p:nvPr>
        </p:nvSpPr>
        <p:spPr bwMode="gray">
          <a:xfrm>
            <a:off x="695401" y="548680"/>
            <a:ext cx="4321099"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3" name="Titel 2">
            <a:extLst>
              <a:ext uri="{FF2B5EF4-FFF2-40B4-BE49-F238E27FC236}">
                <a16:creationId xmlns:a16="http://schemas.microsoft.com/office/drawing/2014/main" id="{DD97BBC6-5B8B-0978-EE9F-469CC55B3CA0}"/>
              </a:ext>
            </a:extLst>
          </p:cNvPr>
          <p:cNvSpPr>
            <a:spLocks noGrp="1"/>
          </p:cNvSpPr>
          <p:nvPr>
            <p:ph type="title"/>
          </p:nvPr>
        </p:nvSpPr>
        <p:spPr bwMode="gray">
          <a:xfrm>
            <a:off x="695325" y="908720"/>
            <a:ext cx="4321175" cy="576000"/>
          </a:xfrm>
        </p:spPr>
        <p:txBody>
          <a:bodyPr bIns="0"/>
          <a:lstStyle>
            <a:lvl1pPr>
              <a:lnSpc>
                <a:spcPct val="95000"/>
              </a:lnSpc>
              <a:defRPr/>
            </a:lvl1pPr>
          </a:lstStyle>
          <a:p>
            <a:r>
              <a:rPr lang="de-DE"/>
              <a:t>Mastertitelformat bearbeiten</a:t>
            </a:r>
            <a:endParaRPr lang="de-DE" dirty="0"/>
          </a:p>
        </p:txBody>
      </p:sp>
      <p:sp>
        <p:nvSpPr>
          <p:cNvPr id="10" name="Subline">
            <a:extLst>
              <a:ext uri="{FF2B5EF4-FFF2-40B4-BE49-F238E27FC236}">
                <a16:creationId xmlns:a16="http://schemas.microsoft.com/office/drawing/2014/main" id="{E4D47092-765D-6561-AD03-5FB0453B8AAE}"/>
              </a:ext>
            </a:extLst>
          </p:cNvPr>
          <p:cNvSpPr>
            <a:spLocks noGrp="1"/>
          </p:cNvSpPr>
          <p:nvPr>
            <p:ph type="body" sz="quarter" idx="27" hasCustomPrompt="1"/>
          </p:nvPr>
        </p:nvSpPr>
        <p:spPr bwMode="gray">
          <a:xfrm>
            <a:off x="695401" y="1484784"/>
            <a:ext cx="4321099" cy="504000"/>
          </a:xfrm>
        </p:spPr>
        <p:txBody>
          <a:bodyPr anchor="t"/>
          <a:lstStyle>
            <a:lvl1pPr marL="0" indent="0">
              <a:spcAft>
                <a:spcPts val="0"/>
              </a:spcAft>
              <a:buFontTx/>
              <a:buNone/>
              <a:defRPr sz="2000">
                <a:solidFill>
                  <a:schemeClr val="bg2"/>
                </a:solidFill>
                <a:latin typeface="+mj-lt"/>
              </a:defRPr>
            </a:lvl1pPr>
            <a:lvl2pPr marL="0" indent="0">
              <a:spcAft>
                <a:spcPts val="0"/>
              </a:spcAft>
              <a:buFontTx/>
              <a:buNone/>
              <a:defRPr sz="2000">
                <a:solidFill>
                  <a:schemeClr val="bg2"/>
                </a:solidFill>
                <a:latin typeface="+mj-lt"/>
              </a:defRPr>
            </a:lvl2pPr>
            <a:lvl3pPr marL="0" indent="0">
              <a:spcAft>
                <a:spcPts val="0"/>
              </a:spcAft>
              <a:buFontTx/>
              <a:buNone/>
              <a:defRPr sz="2000">
                <a:solidFill>
                  <a:schemeClr val="bg2"/>
                </a:solidFill>
                <a:latin typeface="+mj-lt"/>
              </a:defRPr>
            </a:lvl3pPr>
            <a:lvl4pPr marL="0" indent="0">
              <a:spcAft>
                <a:spcPts val="0"/>
              </a:spcAft>
              <a:buFontTx/>
              <a:buNone/>
              <a:defRPr sz="2000">
                <a:solidFill>
                  <a:schemeClr val="bg2"/>
                </a:solidFill>
                <a:latin typeface="+mj-lt"/>
              </a:defRPr>
            </a:lvl4pPr>
            <a:lvl5pPr marL="0" indent="0">
              <a:spcAft>
                <a:spcPts val="0"/>
              </a:spcAft>
              <a:buFontTx/>
              <a:buNone/>
              <a:defRPr sz="2000">
                <a:solidFill>
                  <a:schemeClr val="bg2"/>
                </a:solidFill>
                <a:latin typeface="+mj-lt"/>
              </a:defRPr>
            </a:lvl5pPr>
            <a:lvl6pPr marL="0" indent="0">
              <a:spcAft>
                <a:spcPts val="0"/>
              </a:spcAft>
              <a:buFontTx/>
              <a:buNone/>
              <a:defRPr sz="2000">
                <a:solidFill>
                  <a:schemeClr val="bg2"/>
                </a:solidFill>
                <a:latin typeface="+mj-lt"/>
              </a:defRPr>
            </a:lvl6pPr>
            <a:lvl7pPr marL="0" indent="0">
              <a:spcAft>
                <a:spcPts val="0"/>
              </a:spcAft>
              <a:buFontTx/>
              <a:buNone/>
              <a:defRPr sz="2000">
                <a:solidFill>
                  <a:schemeClr val="bg2"/>
                </a:solidFill>
                <a:latin typeface="+mj-lt"/>
              </a:defRPr>
            </a:lvl7pPr>
            <a:lvl8pPr marL="0" indent="0">
              <a:spcAft>
                <a:spcPts val="0"/>
              </a:spcAft>
              <a:buFontTx/>
              <a:buNone/>
              <a:defRPr sz="2000">
                <a:solidFill>
                  <a:schemeClr val="bg2"/>
                </a:solidFill>
                <a:latin typeface="+mj-lt"/>
              </a:defRPr>
            </a:lvl8pPr>
            <a:lvl9pPr marL="0" indent="0">
              <a:spcAft>
                <a:spcPts val="0"/>
              </a:spcAft>
              <a:buFontTx/>
              <a:buNone/>
              <a:defRPr sz="2000">
                <a:solidFill>
                  <a:schemeClr val="bg2"/>
                </a:solidFill>
                <a:latin typeface="+mj-lt"/>
              </a:defRPr>
            </a:lvl9pPr>
          </a:lstStyle>
          <a:p>
            <a:pPr lvl="0"/>
            <a:r>
              <a:rPr lang="de-DE" dirty="0"/>
              <a:t>Optionale </a:t>
            </a:r>
            <a:r>
              <a:rPr lang="de-DE" dirty="0" err="1"/>
              <a:t>Subline</a:t>
            </a:r>
            <a:r>
              <a:rPr lang="de-DE" dirty="0"/>
              <a:t> hinzufügen</a:t>
            </a:r>
          </a:p>
        </p:txBody>
      </p:sp>
      <p:sp>
        <p:nvSpPr>
          <p:cNvPr id="18" name="Inhaltsplatzhalter 16">
            <a:extLst>
              <a:ext uri="{FF2B5EF4-FFF2-40B4-BE49-F238E27FC236}">
                <a16:creationId xmlns:a16="http://schemas.microsoft.com/office/drawing/2014/main" id="{835F97C9-1A71-4B7B-B0FD-2161E9E9E0B2}"/>
              </a:ext>
            </a:extLst>
          </p:cNvPr>
          <p:cNvSpPr>
            <a:spLocks noGrp="1"/>
          </p:cNvSpPr>
          <p:nvPr>
            <p:ph sz="quarter" idx="20"/>
          </p:nvPr>
        </p:nvSpPr>
        <p:spPr bwMode="gray">
          <a:xfrm>
            <a:off x="695325" y="2205038"/>
            <a:ext cx="4321175" cy="4103687"/>
          </a:xfrm>
        </p:spPr>
        <p:txBody>
          <a:bodyPr/>
          <a:lstStyle>
            <a:lvl1pPr>
              <a:defRPr/>
            </a:lvl1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Datumsplatzhalter 3">
            <a:extLst>
              <a:ext uri="{FF2B5EF4-FFF2-40B4-BE49-F238E27FC236}">
                <a16:creationId xmlns:a16="http://schemas.microsoft.com/office/drawing/2014/main" id="{4FBADA15-1561-028C-8CAD-5BAC3C7CA85F}"/>
              </a:ext>
            </a:extLst>
          </p:cNvPr>
          <p:cNvSpPr>
            <a:spLocks noGrp="1"/>
          </p:cNvSpPr>
          <p:nvPr>
            <p:ph type="dt" sz="half" idx="33"/>
          </p:nvPr>
        </p:nvSpPr>
        <p:spPr bwMode="gray"/>
        <p:txBody>
          <a:bodyPr/>
          <a:lstStyle/>
          <a:p>
            <a:r>
              <a:rPr lang="de-DE"/>
              <a:t>Intern, TT.MM.JJJJ</a:t>
            </a:r>
            <a:endParaRPr lang="de-DE" sz="800" dirty="0"/>
          </a:p>
        </p:txBody>
      </p:sp>
      <p:sp>
        <p:nvSpPr>
          <p:cNvPr id="11" name="Foliennummernplatzhalter 10">
            <a:extLst>
              <a:ext uri="{FF2B5EF4-FFF2-40B4-BE49-F238E27FC236}">
                <a16:creationId xmlns:a16="http://schemas.microsoft.com/office/drawing/2014/main" id="{AC4B28D1-ACB9-CB70-CA5B-973E00204CB2}"/>
              </a:ext>
            </a:extLst>
          </p:cNvPr>
          <p:cNvSpPr>
            <a:spLocks noGrp="1"/>
          </p:cNvSpPr>
          <p:nvPr>
            <p:ph type="sldNum" sz="quarter" idx="35"/>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395831758"/>
      </p:ext>
    </p:extLst>
  </p:cSld>
  <p:clrMapOvr>
    <a:masterClrMapping/>
  </p:clrMapOvr>
  <p:transition>
    <p:fade/>
  </p:transition>
  <p:extLst>
    <p:ext uri="{DCECCB84-F9BA-43D5-87BE-67443E8EF086}">
      <p15:sldGuideLst xmlns:p15="http://schemas.microsoft.com/office/powerpoint/2012/main">
        <p15:guide id="1" pos="3364">
          <p15:clr>
            <a:srgbClr val="FBAE40"/>
          </p15:clr>
        </p15:guide>
        <p15:guide id="2" pos="3160">
          <p15:clr>
            <a:srgbClr val="FBAE40"/>
          </p15:clr>
        </p15:guide>
        <p15:guide id="3" pos="692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2" name="Topline">
            <a:extLst>
              <a:ext uri="{FF2B5EF4-FFF2-40B4-BE49-F238E27FC236}">
                <a16:creationId xmlns:a16="http://schemas.microsoft.com/office/drawing/2014/main" id="{E3DB0CCF-816F-7F48-42BF-5F0B319A5D40}"/>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5" name="Textfeld 4">
            <a:extLst>
              <a:ext uri="{FF2B5EF4-FFF2-40B4-BE49-F238E27FC236}">
                <a16:creationId xmlns:a16="http://schemas.microsoft.com/office/drawing/2014/main" id="{020A7B7B-3C0B-82C3-1A40-47183584B6E9}"/>
              </a:ext>
              <a:ext uri="{C183D7F6-B498-43B3-948B-1728B52AA6E4}">
                <adec:decorative xmlns:adec="http://schemas.microsoft.com/office/drawing/2017/decorative" val="1"/>
              </a:ext>
            </a:extLst>
          </p:cNvPr>
          <p:cNvSpPr txBox="1">
            <a:spLocks/>
          </p:cNvSpPr>
          <p:nvPr userDrawn="1"/>
        </p:nvSpPr>
        <p:spPr bwMode="gray">
          <a:xfrm rot="16200000" flipH="1" flipV="1">
            <a:off x="-2964522" y="3224871"/>
            <a:ext cx="6048378" cy="119334"/>
          </a:xfrm>
          <a:custGeom>
            <a:avLst/>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a:gsLst>
              <a:gs pos="10000">
                <a:srgbClr val="9B348E"/>
              </a:gs>
              <a:gs pos="33000">
                <a:schemeClr val="bg2"/>
              </a:gs>
            </a:gsLst>
            <a:lin ang="12600000" scaled="0"/>
          </a:gradFill>
          <a:ln>
            <a:no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7" name="Datumsplatzhalter 6">
            <a:extLst>
              <a:ext uri="{FF2B5EF4-FFF2-40B4-BE49-F238E27FC236}">
                <a16:creationId xmlns:a16="http://schemas.microsoft.com/office/drawing/2014/main" id="{A09FE2FC-630B-498F-5010-81AFCAA49D96}"/>
              </a:ext>
            </a:extLst>
          </p:cNvPr>
          <p:cNvSpPr>
            <a:spLocks noGrp="1"/>
          </p:cNvSpPr>
          <p:nvPr>
            <p:ph type="dt" sz="half" idx="27"/>
          </p:nvPr>
        </p:nvSpPr>
        <p:spPr bwMode="gray"/>
        <p:txBody>
          <a:bodyPr/>
          <a:lstStyle/>
          <a:p>
            <a:r>
              <a:rPr lang="de-DE"/>
              <a:t>Intern, TT.MM.JJJJ</a:t>
            </a:r>
            <a:endParaRPr lang="de-DE" sz="800" dirty="0"/>
          </a:p>
        </p:txBody>
      </p:sp>
      <p:sp>
        <p:nvSpPr>
          <p:cNvPr id="9" name="Foliennummernplatzhalter 8">
            <a:extLst>
              <a:ext uri="{FF2B5EF4-FFF2-40B4-BE49-F238E27FC236}">
                <a16:creationId xmlns:a16="http://schemas.microsoft.com/office/drawing/2014/main" id="{DFA606D3-864F-8605-64CD-E9EE1A338E21}"/>
              </a:ext>
            </a:extLst>
          </p:cNvPr>
          <p:cNvSpPr>
            <a:spLocks noGrp="1"/>
          </p:cNvSpPr>
          <p:nvPr>
            <p:ph type="sldNum" sz="quarter" idx="29"/>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189034851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balken auf dunklem Bild">
    <p:bg>
      <p:bgPr>
        <a:solidFill>
          <a:schemeClr val="bg1"/>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69E47341-34D3-D52F-9A69-85627A3E9039}"/>
              </a:ext>
            </a:extLst>
          </p:cNvPr>
          <p:cNvSpPr/>
          <p:nvPr userDrawn="1"/>
        </p:nvSpPr>
        <p:spPr bwMode="gray">
          <a:xfrm>
            <a:off x="0" y="-1"/>
            <a:ext cx="12188453" cy="6453189"/>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grpSp>
        <p:nvGrpSpPr>
          <p:cNvPr id="3" name="Hinweis Bild">
            <a:extLst>
              <a:ext uri="{FF2B5EF4-FFF2-40B4-BE49-F238E27FC236}">
                <a16:creationId xmlns:a16="http://schemas.microsoft.com/office/drawing/2014/main" id="{67D2715D-309F-7947-08D8-1F9EBD8EAD25}"/>
              </a:ext>
              <a:ext uri="{C183D7F6-B498-43B3-948B-1728B52AA6E4}">
                <adec:decorative xmlns:adec="http://schemas.microsoft.com/office/drawing/2017/decorative" val="1"/>
              </a:ext>
            </a:extLst>
          </p:cNvPr>
          <p:cNvGrpSpPr>
            <a:grpSpLocks noGrp="1" noUngrp="1" noRot="1" noMove="1" noResize="1"/>
          </p:cNvGrpSpPr>
          <p:nvPr userDrawn="1"/>
        </p:nvGrpSpPr>
        <p:grpSpPr bwMode="gray">
          <a:xfrm>
            <a:off x="12265536" y="0"/>
            <a:ext cx="1967368" cy="5227668"/>
            <a:chOff x="-2203588" y="-257857"/>
            <a:chExt cx="1967368" cy="5227668"/>
          </a:xfrm>
        </p:grpSpPr>
        <p:sp>
          <p:nvSpPr>
            <p:cNvPr id="8" name="Hinweis">
              <a:extLst>
                <a:ext uri="{FF2B5EF4-FFF2-40B4-BE49-F238E27FC236}">
                  <a16:creationId xmlns:a16="http://schemas.microsoft.com/office/drawing/2014/main" id="{D23684D8-7F42-EF2A-EAA8-F269083804CD}"/>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2184920" y="-257857"/>
              <a:ext cx="1944216" cy="320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bIns="108000" rtlCol="0" anchor="b" anchorCtr="0">
              <a:spAutoFit/>
            </a:bodyPr>
            <a:lstStyle/>
            <a:p>
              <a:pPr marL="0" marR="0" lvl="0"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200" b="0" i="0" u="none" strike="noStrike" kern="1200" cap="none" spc="0" normalizeH="0" baseline="0" noProof="0" dirty="0">
                  <a:ln>
                    <a:noFill/>
                  </a:ln>
                  <a:solidFill>
                    <a:srgbClr val="000000"/>
                  </a:solidFill>
                  <a:effectLst/>
                  <a:uLnTx/>
                  <a:uFillTx/>
                  <a:latin typeface="Sparkasse Head"/>
                  <a:ea typeface="+mn-ea"/>
                  <a:cs typeface="+mn-cs"/>
                </a:rPr>
                <a:t>Bitte beachten:</a:t>
              </a:r>
            </a:p>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100" b="0" i="0" u="none" strike="noStrike" kern="1200" cap="none" spc="0" normalizeH="0" baseline="0" noProof="0" dirty="0">
                  <a:ln>
                    <a:noFill/>
                  </a:ln>
                  <a:solidFill>
                    <a:srgbClr val="000000"/>
                  </a:solidFill>
                  <a:effectLst/>
                  <a:uLnTx/>
                  <a:uFillTx/>
                  <a:latin typeface="Sparkasse Lt"/>
                  <a:ea typeface="+mn-ea"/>
                  <a:cs typeface="+mn-cs"/>
                </a:rPr>
                <a:t>Damit der Bildplatzhalter </a:t>
              </a:r>
              <a:br>
                <a:rPr kumimoji="0" lang="de-DE" sz="1100" b="0" i="0" u="none" strike="noStrike" kern="1200" cap="none" spc="0" normalizeH="0" baseline="0" noProof="0" dirty="0">
                  <a:ln>
                    <a:noFill/>
                  </a:ln>
                  <a:solidFill>
                    <a:srgbClr val="000000"/>
                  </a:solidFill>
                  <a:effectLst/>
                  <a:uLnTx/>
                  <a:uFillTx/>
                  <a:latin typeface="Sparkasse Lt"/>
                  <a:ea typeface="+mn-ea"/>
                  <a:cs typeface="+mn-cs"/>
                </a:rPr>
              </a:br>
              <a:r>
                <a:rPr kumimoji="0" lang="de-DE" sz="1100" b="0" i="0" u="none" strike="noStrike" kern="1200" cap="none" spc="0" normalizeH="0" baseline="0" noProof="0" dirty="0">
                  <a:ln>
                    <a:noFill/>
                  </a:ln>
                  <a:solidFill>
                    <a:srgbClr val="000000"/>
                  </a:solidFill>
                  <a:effectLst/>
                  <a:uLnTx/>
                  <a:uFillTx/>
                  <a:latin typeface="Sparkasse Lt"/>
                  <a:ea typeface="+mn-ea"/>
                  <a:cs typeface="+mn-cs"/>
                </a:rPr>
                <a:t>für das Hintergrundbild einfacher </a:t>
              </a:r>
              <a:r>
                <a:rPr kumimoji="0" lang="de-DE" sz="1100" b="0" i="0" u="none" strike="noStrike" kern="1200" cap="none" spc="0" normalizeH="0" baseline="0" noProof="0" dirty="0" err="1">
                  <a:ln>
                    <a:noFill/>
                  </a:ln>
                  <a:solidFill>
                    <a:srgbClr val="000000"/>
                  </a:solidFill>
                  <a:effectLst/>
                  <a:uLnTx/>
                  <a:uFillTx/>
                  <a:latin typeface="Sparkasse Lt"/>
                  <a:ea typeface="+mn-ea"/>
                  <a:cs typeface="+mn-cs"/>
                </a:rPr>
                <a:t>mithilfe</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 des Symbols befüllt werden kann, liegt dieser im Vordergrund der Folie. Wenn Sie das Bild eingesetzt haben, müssen Sie dieses </a:t>
              </a:r>
              <a:r>
                <a:rPr kumimoji="0" lang="de-DE" sz="1100" b="0" i="0" u="none" strike="noStrike" kern="1200" cap="none" spc="0" normalizeH="0" baseline="0" noProof="0" dirty="0">
                  <a:ln>
                    <a:noFill/>
                  </a:ln>
                  <a:solidFill>
                    <a:srgbClr val="000000"/>
                  </a:solidFill>
                  <a:effectLst/>
                  <a:uLnTx/>
                  <a:uFillTx/>
                  <a:latin typeface="+mj-lt"/>
                  <a:ea typeface="+mn-ea"/>
                  <a:cs typeface="+mn-cs"/>
                </a:rPr>
                <a:t>in den Hintergrund </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der Folie setzen, damit  die übrigen Elemente sicht- und editierbar werden. Das geht ganz einfach: Bild markieren, Menü „Start“ &gt;  „Anordnen“ &gt; „In den Hintergrund“).</a:t>
              </a:r>
            </a:p>
          </p:txBody>
        </p:sp>
        <p:pic>
          <p:nvPicPr>
            <p:cNvPr id="14" name="Grafik 13">
              <a:extLst>
                <a:ext uri="{FF2B5EF4-FFF2-40B4-BE49-F238E27FC236}">
                  <a16:creationId xmlns:a16="http://schemas.microsoft.com/office/drawing/2014/main" id="{4B68570E-7113-F918-8B7E-85E1020997F7}"/>
                </a:ext>
              </a:extLst>
            </p:cNvPr>
            <p:cNvPicPr>
              <a:picLocks noGrp="1" noRot="1" noMove="1" noResize="1" noEditPoints="1" noAdjustHandles="1" noChangeArrowheads="1" noChangeShapeType="1" noCrop="1"/>
            </p:cNvPicPr>
            <p:nvPr userDrawn="1"/>
          </p:nvPicPr>
          <p:blipFill>
            <a:blip r:embed="rId2"/>
            <a:stretch>
              <a:fillRect/>
            </a:stretch>
          </p:blipFill>
          <p:spPr bwMode="gray">
            <a:xfrm>
              <a:off x="-2184704" y="2924944"/>
              <a:ext cx="1944000" cy="2044867"/>
            </a:xfrm>
            <a:prstGeom prst="rect">
              <a:avLst/>
            </a:prstGeom>
          </p:spPr>
        </p:pic>
        <p:sp>
          <p:nvSpPr>
            <p:cNvPr id="16" name="Rechteck 15">
              <a:extLst>
                <a:ext uri="{FF2B5EF4-FFF2-40B4-BE49-F238E27FC236}">
                  <a16:creationId xmlns:a16="http://schemas.microsoft.com/office/drawing/2014/main" id="{251AA809-7C4B-0FC7-72D1-6D4406B82041}"/>
                </a:ext>
              </a:extLst>
            </p:cNvPr>
            <p:cNvSpPr>
              <a:spLocks noGrp="1" noRot="1" noMove="1" noResize="1" noEditPoints="1" noAdjustHandles="1" noChangeArrowheads="1" noChangeShapeType="1"/>
            </p:cNvSpPr>
            <p:nvPr userDrawn="1"/>
          </p:nvSpPr>
          <p:spPr bwMode="gray">
            <a:xfrm>
              <a:off x="-2203588" y="4192704"/>
              <a:ext cx="1967368" cy="280236"/>
            </a:xfrm>
            <a:prstGeom prst="rect">
              <a:avLst/>
            </a:prstGeom>
            <a:solidFill>
              <a:schemeClr val="tx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grpSp>
      <p:sp>
        <p:nvSpPr>
          <p:cNvPr id="13" name="Bildplatzhalter 12">
            <a:extLst>
              <a:ext uri="{FF2B5EF4-FFF2-40B4-BE49-F238E27FC236}">
                <a16:creationId xmlns:a16="http://schemas.microsoft.com/office/drawing/2014/main" id="{30D00D3A-2F34-D350-3EE4-26133069E9EA}"/>
              </a:ext>
              <a:ext uri="{C183D7F6-B498-43B3-948B-1728B52AA6E4}">
                <adec:decorative xmlns:adec="http://schemas.microsoft.com/office/drawing/2017/decorative" val="1"/>
              </a:ext>
            </a:extLst>
          </p:cNvPr>
          <p:cNvSpPr>
            <a:spLocks noGrp="1"/>
          </p:cNvSpPr>
          <p:nvPr>
            <p:ph type="pic" sz="quarter" idx="30"/>
          </p:nvPr>
        </p:nvSpPr>
        <p:spPr bwMode="gray">
          <a:xfrm>
            <a:off x="0" y="260727"/>
            <a:ext cx="171450" cy="6048000"/>
          </a:xfrm>
          <a:blipFill>
            <a:blip r:embed="rId3">
              <a:lum bright="100000"/>
              <a:extLst>
                <a:ext uri="{96DAC541-7B7A-43D3-8B79-37D633B846F1}">
                  <asvg:svgBlip xmlns:asvg="http://schemas.microsoft.com/office/drawing/2016/SVG/main" r:embed="rId4"/>
                </a:ext>
              </a:extLst>
            </a:blip>
            <a:srcRect/>
            <a:stretch>
              <a:fillRect l="-4179" r="26528"/>
            </a:stretch>
          </a:blipFill>
        </p:spPr>
        <p:txBody>
          <a:bodyPr/>
          <a:lstStyle>
            <a:lvl1pPr>
              <a:defRPr sz="800">
                <a:noFill/>
              </a:defRPr>
            </a:lvl1pPr>
          </a:lstStyle>
          <a:p>
            <a:r>
              <a:rPr lang="de-DE"/>
              <a:t>Bild durch Klicken auf Symbol hinzufügen</a:t>
            </a:r>
            <a:endParaRPr lang="de-DE" dirty="0"/>
          </a:p>
        </p:txBody>
      </p:sp>
      <p:sp>
        <p:nvSpPr>
          <p:cNvPr id="12" name="Logo">
            <a:extLst>
              <a:ext uri="{FF2B5EF4-FFF2-40B4-BE49-F238E27FC236}">
                <a16:creationId xmlns:a16="http://schemas.microsoft.com/office/drawing/2014/main" id="{60923FCE-88B9-AC0B-D1DF-EC0497DD10F4}"/>
              </a:ext>
              <a:ext uri="{C183D7F6-B498-43B3-948B-1728B52AA6E4}">
                <adec:decorative xmlns:adec="http://schemas.microsoft.com/office/drawing/2017/decorative" val="1"/>
              </a:ext>
            </a:extLst>
          </p:cNvPr>
          <p:cNvSpPr>
            <a:spLocks noGrp="1"/>
          </p:cNvSpPr>
          <p:nvPr>
            <p:ph type="pic" sz="quarter" idx="17"/>
          </p:nvPr>
        </p:nvSpPr>
        <p:spPr bwMode="gray">
          <a:xfrm>
            <a:off x="11570400" y="259200"/>
            <a:ext cx="360000" cy="360000"/>
          </a:xfrm>
          <a:blipFill>
            <a:blip r:embed="rId5">
              <a:extLst>
                <a:ext uri="{96DAC541-7B7A-43D3-8B79-37D633B846F1}">
                  <asvg:svgBlip xmlns:asvg="http://schemas.microsoft.com/office/drawing/2016/SVG/main" r:embed="rId6"/>
                </a:ext>
              </a:extLst>
            </a:blip>
            <a:srcRect/>
            <a:stretch>
              <a:fillRect t="-1352" b="-1352"/>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4" name="Textplatzhalter 8">
            <a:extLst>
              <a:ext uri="{FF2B5EF4-FFF2-40B4-BE49-F238E27FC236}">
                <a16:creationId xmlns:a16="http://schemas.microsoft.com/office/drawing/2014/main" id="{D2756035-617A-8345-5881-80E7F3C81083}"/>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1"/>
                </a:solidFill>
                <a:latin typeface="+mn-lt"/>
              </a:defRPr>
            </a:lvl1pPr>
            <a:lvl2pPr marL="0" indent="0">
              <a:spcAft>
                <a:spcPts val="0"/>
              </a:spcAft>
              <a:buFontTx/>
              <a:buNone/>
              <a:defRPr sz="1400">
                <a:solidFill>
                  <a:schemeClr val="bg1"/>
                </a:solidFill>
                <a:latin typeface="+mn-lt"/>
              </a:defRPr>
            </a:lvl2pPr>
            <a:lvl3pPr marL="0" indent="0">
              <a:spcAft>
                <a:spcPts val="0"/>
              </a:spcAft>
              <a:buFontTx/>
              <a:buNone/>
              <a:defRPr sz="1400">
                <a:solidFill>
                  <a:schemeClr val="bg1"/>
                </a:solidFill>
                <a:latin typeface="+mn-lt"/>
              </a:defRPr>
            </a:lvl3pPr>
            <a:lvl4pPr marL="0" indent="0">
              <a:spcAft>
                <a:spcPts val="0"/>
              </a:spcAft>
              <a:buFontTx/>
              <a:buNone/>
              <a:defRPr sz="1400">
                <a:solidFill>
                  <a:schemeClr val="bg1"/>
                </a:solidFill>
                <a:latin typeface="+mn-lt"/>
              </a:defRPr>
            </a:lvl4pPr>
            <a:lvl5pPr marL="0" indent="0">
              <a:spcAft>
                <a:spcPts val="0"/>
              </a:spcAft>
              <a:buFontTx/>
              <a:buNone/>
              <a:defRPr sz="1400">
                <a:solidFill>
                  <a:schemeClr val="bg1"/>
                </a:solidFill>
                <a:latin typeface="+mn-lt"/>
              </a:defRPr>
            </a:lvl5pPr>
            <a:lvl6pPr marL="0" indent="0">
              <a:spcAft>
                <a:spcPts val="0"/>
              </a:spcAft>
              <a:buFontTx/>
              <a:buNone/>
              <a:defRPr sz="1400">
                <a:solidFill>
                  <a:schemeClr val="bg1"/>
                </a:solidFill>
                <a:latin typeface="+mn-lt"/>
              </a:defRPr>
            </a:lvl6pPr>
            <a:lvl7pPr marL="0" indent="0">
              <a:spcAft>
                <a:spcPts val="0"/>
              </a:spcAft>
              <a:buFontTx/>
              <a:buNone/>
              <a:defRPr sz="1400">
                <a:solidFill>
                  <a:schemeClr val="bg1"/>
                </a:solidFill>
                <a:latin typeface="+mn-lt"/>
              </a:defRPr>
            </a:lvl7pPr>
            <a:lvl8pPr marL="0" indent="0">
              <a:spcAft>
                <a:spcPts val="0"/>
              </a:spcAft>
              <a:buFontTx/>
              <a:buNone/>
              <a:defRPr sz="1400">
                <a:solidFill>
                  <a:schemeClr val="bg1"/>
                </a:solidFill>
                <a:latin typeface="+mn-lt"/>
              </a:defRPr>
            </a:lvl8pPr>
            <a:lvl9pPr marL="0" indent="0">
              <a:spcAft>
                <a:spcPts val="0"/>
              </a:spcAft>
              <a:buFontTx/>
              <a:buNone/>
              <a:defRPr sz="1400">
                <a:solidFill>
                  <a:schemeClr val="bg1"/>
                </a:solidFill>
                <a:latin typeface="+mn-lt"/>
              </a:defRPr>
            </a:lvl9pPr>
          </a:lstStyle>
          <a:p>
            <a:pPr lvl="0"/>
            <a:r>
              <a:rPr lang="de-DE" dirty="0"/>
              <a:t>Optionale </a:t>
            </a:r>
            <a:r>
              <a:rPr lang="de-DE" dirty="0" err="1"/>
              <a:t>Topline</a:t>
            </a:r>
            <a:r>
              <a:rPr lang="de-DE" dirty="0"/>
              <a:t> hinzufügen</a:t>
            </a:r>
          </a:p>
        </p:txBody>
      </p:sp>
      <p:sp>
        <p:nvSpPr>
          <p:cNvPr id="7" name="Titel 6">
            <a:extLst>
              <a:ext uri="{FF2B5EF4-FFF2-40B4-BE49-F238E27FC236}">
                <a16:creationId xmlns:a16="http://schemas.microsoft.com/office/drawing/2014/main" id="{48347A0D-1277-35FE-8A9F-6D89651F885B}"/>
              </a:ext>
            </a:extLst>
          </p:cNvPr>
          <p:cNvSpPr>
            <a:spLocks noGrp="1"/>
          </p:cNvSpPr>
          <p:nvPr>
            <p:ph type="title"/>
          </p:nvPr>
        </p:nvSpPr>
        <p:spPr bwMode="gray">
          <a:xfrm>
            <a:off x="695325" y="908720"/>
            <a:ext cx="10872788" cy="576064"/>
          </a:xfrm>
        </p:spPr>
        <p:txBody>
          <a:bodyPr/>
          <a:lstStyle>
            <a:lvl1pPr>
              <a:defRPr>
                <a:solidFill>
                  <a:schemeClr val="bg1"/>
                </a:solidFill>
              </a:defRPr>
            </a:lvl1pPr>
          </a:lstStyle>
          <a:p>
            <a:r>
              <a:rPr lang="de-DE"/>
              <a:t>Mastertitelformat bearbeiten</a:t>
            </a:r>
            <a:endParaRPr lang="de-DE" dirty="0"/>
          </a:p>
        </p:txBody>
      </p:sp>
      <p:sp>
        <p:nvSpPr>
          <p:cNvPr id="6" name="Textplatzhalter 8">
            <a:extLst>
              <a:ext uri="{FF2B5EF4-FFF2-40B4-BE49-F238E27FC236}">
                <a16:creationId xmlns:a16="http://schemas.microsoft.com/office/drawing/2014/main" id="{1CBA895F-BF09-30E8-EA6A-0F19CD247233}"/>
              </a:ext>
            </a:extLst>
          </p:cNvPr>
          <p:cNvSpPr>
            <a:spLocks noGrp="1"/>
          </p:cNvSpPr>
          <p:nvPr>
            <p:ph type="body" sz="quarter" idx="27" hasCustomPrompt="1"/>
          </p:nvPr>
        </p:nvSpPr>
        <p:spPr bwMode="gray">
          <a:xfrm>
            <a:off x="695401" y="1484784"/>
            <a:ext cx="10872712" cy="504000"/>
          </a:xfrm>
        </p:spPr>
        <p:txBody>
          <a:bodyPr anchor="t"/>
          <a:lstStyle>
            <a:lvl1pPr marL="0" indent="0">
              <a:spcAft>
                <a:spcPts val="0"/>
              </a:spcAft>
              <a:buFontTx/>
              <a:buNone/>
              <a:defRPr sz="2000">
                <a:solidFill>
                  <a:schemeClr val="bg1"/>
                </a:solidFill>
                <a:latin typeface="+mj-lt"/>
              </a:defRPr>
            </a:lvl1pPr>
            <a:lvl2pPr marL="0" indent="0">
              <a:spcAft>
                <a:spcPts val="0"/>
              </a:spcAft>
              <a:buFontTx/>
              <a:buNone/>
              <a:defRPr sz="2000">
                <a:solidFill>
                  <a:schemeClr val="bg1"/>
                </a:solidFill>
                <a:latin typeface="+mj-lt"/>
              </a:defRPr>
            </a:lvl2pPr>
            <a:lvl3pPr marL="0" indent="0">
              <a:spcAft>
                <a:spcPts val="0"/>
              </a:spcAft>
              <a:buFontTx/>
              <a:buNone/>
              <a:defRPr sz="2000">
                <a:solidFill>
                  <a:schemeClr val="bg1"/>
                </a:solidFill>
                <a:latin typeface="+mj-lt"/>
              </a:defRPr>
            </a:lvl3pPr>
            <a:lvl4pPr marL="0" indent="0">
              <a:spcAft>
                <a:spcPts val="0"/>
              </a:spcAft>
              <a:buFontTx/>
              <a:buNone/>
              <a:defRPr sz="2000">
                <a:solidFill>
                  <a:schemeClr val="bg1"/>
                </a:solidFill>
                <a:latin typeface="+mj-lt"/>
              </a:defRPr>
            </a:lvl4pPr>
            <a:lvl5pPr marL="0" indent="0">
              <a:spcAft>
                <a:spcPts val="0"/>
              </a:spcAft>
              <a:buFontTx/>
              <a:buNone/>
              <a:defRPr sz="2000">
                <a:solidFill>
                  <a:schemeClr val="bg1"/>
                </a:solidFill>
                <a:latin typeface="+mj-lt"/>
              </a:defRPr>
            </a:lvl5pPr>
            <a:lvl6pPr marL="0" indent="0">
              <a:spcAft>
                <a:spcPts val="0"/>
              </a:spcAft>
              <a:buFontTx/>
              <a:buNone/>
              <a:defRPr sz="2000">
                <a:solidFill>
                  <a:schemeClr val="bg1"/>
                </a:solidFill>
                <a:latin typeface="+mj-lt"/>
              </a:defRPr>
            </a:lvl6pPr>
            <a:lvl7pPr marL="0" indent="0">
              <a:spcAft>
                <a:spcPts val="0"/>
              </a:spcAft>
              <a:buFontTx/>
              <a:buNone/>
              <a:defRPr sz="2000">
                <a:solidFill>
                  <a:schemeClr val="bg1"/>
                </a:solidFill>
                <a:latin typeface="+mj-lt"/>
              </a:defRPr>
            </a:lvl7pPr>
            <a:lvl8pPr marL="0" indent="0">
              <a:spcAft>
                <a:spcPts val="0"/>
              </a:spcAft>
              <a:buFontTx/>
              <a:buNone/>
              <a:defRPr sz="2000">
                <a:solidFill>
                  <a:schemeClr val="bg1"/>
                </a:solidFill>
                <a:latin typeface="+mj-lt"/>
              </a:defRPr>
            </a:lvl8pPr>
            <a:lvl9pPr marL="0" indent="0">
              <a:spcAft>
                <a:spcPts val="0"/>
              </a:spcAft>
              <a:buFontTx/>
              <a:buNone/>
              <a:defRPr sz="2000">
                <a:solidFill>
                  <a:schemeClr val="bg1"/>
                </a:solidFill>
                <a:latin typeface="+mj-lt"/>
              </a:defRPr>
            </a:lvl9pPr>
          </a:lstStyle>
          <a:p>
            <a:pPr lvl="0"/>
            <a:r>
              <a:rPr lang="de-DE" dirty="0"/>
              <a:t>Optionale </a:t>
            </a:r>
            <a:r>
              <a:rPr lang="de-DE" dirty="0" err="1"/>
              <a:t>Subline</a:t>
            </a:r>
            <a:r>
              <a:rPr lang="de-DE" dirty="0"/>
              <a:t> hinzufügen</a:t>
            </a:r>
          </a:p>
        </p:txBody>
      </p:sp>
      <p:sp>
        <p:nvSpPr>
          <p:cNvPr id="11" name="Banderole">
            <a:extLst>
              <a:ext uri="{FF2B5EF4-FFF2-40B4-BE49-F238E27FC236}">
                <a16:creationId xmlns:a16="http://schemas.microsoft.com/office/drawing/2014/main" id="{5E08BAA3-55D9-09D4-DB03-68E6870BA818}"/>
              </a:ext>
            </a:extLst>
          </p:cNvPr>
          <p:cNvSpPr>
            <a:spLocks noGrp="1"/>
          </p:cNvSpPr>
          <p:nvPr>
            <p:ph type="body" sz="quarter" idx="29"/>
          </p:nvPr>
        </p:nvSpPr>
        <p:spPr bwMode="gray">
          <a:xfrm>
            <a:off x="-455496" y="2672916"/>
            <a:ext cx="11447346" cy="2315239"/>
          </a:xfrm>
          <a:prstGeom prst="round2DiagRect">
            <a:avLst>
              <a:gd name="adj1" fmla="val 15679"/>
              <a:gd name="adj2" fmla="val 0"/>
            </a:avLst>
          </a:prstGeom>
          <a:gradFill>
            <a:gsLst>
              <a:gs pos="0">
                <a:schemeClr val="bg1">
                  <a:alpha val="46000"/>
                </a:schemeClr>
              </a:gs>
              <a:gs pos="25000">
                <a:schemeClr val="bg1">
                  <a:alpha val="87000"/>
                </a:schemeClr>
              </a:gs>
            </a:gsLst>
            <a:lin ang="1800000" scaled="0"/>
          </a:gradFill>
        </p:spPr>
        <p:txBody>
          <a:bodyPr wrap="square" lIns="1044000" tIns="288000" rIns="252000" bIns="360000" numCol="2" spcCol="576000" anchor="t" anchorCtr="0">
            <a:spAutoFit/>
          </a:bodyPr>
          <a:lstStyle>
            <a:lvl1pPr>
              <a:defRPr>
                <a:solidFill>
                  <a:schemeClr val="bg2"/>
                </a:solidFill>
              </a:defRPr>
            </a:lvl1pPr>
            <a:lvl2pPr>
              <a:defRPr>
                <a:solidFill>
                  <a:schemeClr val="tx1"/>
                </a:solidFill>
              </a:defRPr>
            </a:lvl2pPr>
            <a:lvl3pPr marL="180000" indent="-180000">
              <a:buClr>
                <a:schemeClr val="bg2"/>
              </a:buClr>
              <a:buFont typeface="Arial" panose="020B0604020202020204" pitchFamily="34" charset="0"/>
              <a:buChar char="•"/>
              <a:defRPr>
                <a:solidFill>
                  <a:schemeClr val="tx1"/>
                </a:solidFill>
              </a:defRPr>
            </a:lvl3pPr>
            <a:lvl4pPr>
              <a:buClr>
                <a:schemeClr val="bg2"/>
              </a:buClr>
              <a:defRPr>
                <a:solidFill>
                  <a:schemeClr val="tx1"/>
                </a:solidFill>
              </a:defRPr>
            </a:lvl4pPr>
            <a:lvl5pPr>
              <a:buClr>
                <a:schemeClr val="bg2"/>
              </a:buClr>
              <a:defRPr>
                <a:solidFill>
                  <a:schemeClr val="tx1"/>
                </a:solidFill>
              </a:defRPr>
            </a:lvl5pPr>
            <a:lvl6pPr>
              <a:defRPr>
                <a:solidFill>
                  <a:schemeClr val="bg2"/>
                </a:solidFill>
              </a:defRPr>
            </a:lvl6pPr>
            <a:lvl7pPr>
              <a:defRPr>
                <a:solidFill>
                  <a:schemeClr val="tx1"/>
                </a:solidFill>
              </a:defRPr>
            </a:lvl7pPr>
            <a:lvl8pPr>
              <a:buClr>
                <a:schemeClr val="bg2"/>
              </a:buClr>
              <a:defRPr>
                <a:solidFill>
                  <a:schemeClr val="tx1"/>
                </a:solidFill>
              </a:defRPr>
            </a:lvl8pPr>
            <a:lvl9pPr>
              <a:buClr>
                <a:schemeClr val="bg2"/>
              </a:buClr>
              <a:defRPr>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5" name="Bildplatzhalter 14">
            <a:extLst>
              <a:ext uri="{FF2B5EF4-FFF2-40B4-BE49-F238E27FC236}">
                <a16:creationId xmlns:a16="http://schemas.microsoft.com/office/drawing/2014/main" id="{DE862A8C-8289-C0CF-7809-1DB047491227}"/>
              </a:ext>
              <a:ext uri="{C183D7F6-B498-43B3-948B-1728B52AA6E4}">
                <adec:decorative xmlns:adec="http://schemas.microsoft.com/office/drawing/2017/decorative" val="1"/>
              </a:ext>
            </a:extLst>
          </p:cNvPr>
          <p:cNvSpPr>
            <a:spLocks noGrp="1"/>
          </p:cNvSpPr>
          <p:nvPr>
            <p:ph type="pic" sz="quarter" idx="31"/>
          </p:nvPr>
        </p:nvSpPr>
        <p:spPr bwMode="gray">
          <a:xfrm>
            <a:off x="0" y="0"/>
            <a:ext cx="12196800" cy="6453188"/>
          </a:xfrm>
        </p:spPr>
        <p:txBody>
          <a:bodyPr/>
          <a:lstStyle>
            <a:lvl1pPr>
              <a:defRPr sz="800">
                <a:noFill/>
              </a:defRPr>
            </a:lvl1pPr>
          </a:lstStyle>
          <a:p>
            <a:r>
              <a:rPr lang="de-DE"/>
              <a:t>Bild durch Klicken auf Symbol hinzufügen</a:t>
            </a:r>
            <a:endParaRPr lang="de-DE" dirty="0"/>
          </a:p>
        </p:txBody>
      </p:sp>
      <p:sp>
        <p:nvSpPr>
          <p:cNvPr id="21" name="Datumsplatzhalter 20">
            <a:extLst>
              <a:ext uri="{FF2B5EF4-FFF2-40B4-BE49-F238E27FC236}">
                <a16:creationId xmlns:a16="http://schemas.microsoft.com/office/drawing/2014/main" id="{9AAF1D32-8EEB-7AA7-F74B-9C962E42A82E}"/>
              </a:ext>
            </a:extLst>
          </p:cNvPr>
          <p:cNvSpPr>
            <a:spLocks noGrp="1"/>
          </p:cNvSpPr>
          <p:nvPr>
            <p:ph type="dt" sz="half" idx="32"/>
          </p:nvPr>
        </p:nvSpPr>
        <p:spPr bwMode="gray"/>
        <p:txBody>
          <a:bodyPr/>
          <a:lstStyle/>
          <a:p>
            <a:r>
              <a:rPr lang="de-DE"/>
              <a:t>Intern, TT.MM.JJJJ</a:t>
            </a:r>
            <a:endParaRPr lang="de-DE" sz="800" dirty="0"/>
          </a:p>
        </p:txBody>
      </p:sp>
      <p:sp>
        <p:nvSpPr>
          <p:cNvPr id="23" name="Foliennummernplatzhalter 22">
            <a:extLst>
              <a:ext uri="{FF2B5EF4-FFF2-40B4-BE49-F238E27FC236}">
                <a16:creationId xmlns:a16="http://schemas.microsoft.com/office/drawing/2014/main" id="{E8960202-5772-8680-1F7E-448BA810FBAB}"/>
              </a:ext>
            </a:extLst>
          </p:cNvPr>
          <p:cNvSpPr>
            <a:spLocks noGrp="1"/>
          </p:cNvSpPr>
          <p:nvPr>
            <p:ph type="sldNum" sz="quarter" idx="34"/>
          </p:nvPr>
        </p:nvSpPr>
        <p:spPr bwMode="gray"/>
        <p:txBody>
          <a:bodyPr/>
          <a:lstStyle/>
          <a:p>
            <a:r>
              <a:rPr lang="de-DE"/>
              <a:t>Seite </a:t>
            </a:r>
            <a:fld id="{DC907883-A228-4E41-A7BF-33DDF6A01B2A}" type="slidenum">
              <a:rPr lang="de-DE" smtClean="0"/>
              <a:pPr/>
              <a:t>‹Nr.›</a:t>
            </a:fld>
            <a:endParaRPr lang="de-DE" dirty="0"/>
          </a:p>
        </p:txBody>
      </p:sp>
      <p:sp>
        <p:nvSpPr>
          <p:cNvPr id="2" name="Rechteck 1">
            <a:extLst>
              <a:ext uri="{FF2B5EF4-FFF2-40B4-BE49-F238E27FC236}">
                <a16:creationId xmlns:a16="http://schemas.microsoft.com/office/drawing/2014/main" id="{6D9733FB-8229-69AA-236C-F126BC75FC07}"/>
              </a:ext>
            </a:extLst>
          </p:cNvPr>
          <p:cNvSpPr/>
          <p:nvPr userDrawn="1"/>
        </p:nvSpPr>
        <p:spPr bwMode="gray">
          <a:xfrm>
            <a:off x="2495600" y="6499122"/>
            <a:ext cx="1008112" cy="325539"/>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spTree>
    <p:extLst>
      <p:ext uri="{BB962C8B-B14F-4D97-AF65-F5344CB8AC3E}">
        <p14:creationId xmlns:p14="http://schemas.microsoft.com/office/powerpoint/2010/main" val="423655576"/>
      </p:ext>
    </p:extLst>
  </p:cSld>
  <p:clrMapOvr>
    <a:masterClrMapping/>
  </p:clrMapOvr>
  <p:transition>
    <p:fade/>
  </p:transition>
  <p:extLst>
    <p:ext uri="{DCECCB84-F9BA-43D5-87BE-67443E8EF086}">
      <p15:sldGuideLst xmlns:p15="http://schemas.microsoft.com/office/powerpoint/2012/main">
        <p15:guide id="1" pos="6924">
          <p15:clr>
            <a:srgbClr val="FBAE40"/>
          </p15:clr>
        </p15:guide>
        <p15:guide id="2" pos="6698">
          <p15:clr>
            <a:srgbClr val="FBAE40"/>
          </p15:clr>
        </p15:guide>
        <p15:guide id="3" pos="3386">
          <p15:clr>
            <a:srgbClr val="FBAE40"/>
          </p15:clr>
        </p15:guide>
        <p15:guide id="4" pos="3749">
          <p15:clr>
            <a:srgbClr val="FBAE40"/>
          </p15:clr>
        </p15:guide>
        <p15:guide id="5" orient="horz" pos="4065"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balken auf hellem Bild">
    <p:bg>
      <p:bgPr>
        <a:solidFill>
          <a:schemeClr val="bg1"/>
        </a:solidFill>
        <a:effectLst/>
      </p:bgPr>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72345D57-9F14-54D2-FB28-BA1467D8C391}"/>
              </a:ext>
            </a:extLst>
          </p:cNvPr>
          <p:cNvSpPr/>
          <p:nvPr userDrawn="1"/>
        </p:nvSpPr>
        <p:spPr bwMode="gray">
          <a:xfrm>
            <a:off x="0" y="-12531"/>
            <a:ext cx="12192000" cy="6465719"/>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grpSp>
        <p:nvGrpSpPr>
          <p:cNvPr id="3" name="Hinweis Bild">
            <a:extLst>
              <a:ext uri="{FF2B5EF4-FFF2-40B4-BE49-F238E27FC236}">
                <a16:creationId xmlns:a16="http://schemas.microsoft.com/office/drawing/2014/main" id="{FDA2CD2C-AFAB-D763-2A8C-83777674A294}"/>
              </a:ext>
              <a:ext uri="{C183D7F6-B498-43B3-948B-1728B52AA6E4}">
                <adec:decorative xmlns:adec="http://schemas.microsoft.com/office/drawing/2017/decorative" val="1"/>
              </a:ext>
            </a:extLst>
          </p:cNvPr>
          <p:cNvGrpSpPr>
            <a:grpSpLocks noGrp="1" noUngrp="1" noRot="1" noMove="1" noResize="1"/>
          </p:cNvGrpSpPr>
          <p:nvPr userDrawn="1"/>
        </p:nvGrpSpPr>
        <p:grpSpPr bwMode="gray">
          <a:xfrm>
            <a:off x="12265536" y="0"/>
            <a:ext cx="1967368" cy="5227668"/>
            <a:chOff x="-2203588" y="-257857"/>
            <a:chExt cx="1967368" cy="5227668"/>
          </a:xfrm>
        </p:grpSpPr>
        <p:sp>
          <p:nvSpPr>
            <p:cNvPr id="8" name="Hinweis">
              <a:extLst>
                <a:ext uri="{FF2B5EF4-FFF2-40B4-BE49-F238E27FC236}">
                  <a16:creationId xmlns:a16="http://schemas.microsoft.com/office/drawing/2014/main" id="{9DB5943A-6461-548D-7201-B11324630DBD}"/>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2184920" y="-257857"/>
              <a:ext cx="1944216" cy="320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bIns="108000" rtlCol="0" anchor="b" anchorCtr="0">
              <a:spAutoFit/>
            </a:bodyPr>
            <a:lstStyle/>
            <a:p>
              <a:pPr marL="0" marR="0" lvl="0"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200" b="0" i="0" u="none" strike="noStrike" kern="1200" cap="none" spc="0" normalizeH="0" baseline="0" noProof="0" dirty="0">
                  <a:ln>
                    <a:noFill/>
                  </a:ln>
                  <a:solidFill>
                    <a:srgbClr val="000000"/>
                  </a:solidFill>
                  <a:effectLst/>
                  <a:uLnTx/>
                  <a:uFillTx/>
                  <a:latin typeface="Sparkasse Head"/>
                  <a:ea typeface="+mn-ea"/>
                  <a:cs typeface="+mn-cs"/>
                </a:rPr>
                <a:t>Bitte beachten:</a:t>
              </a:r>
            </a:p>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100" b="0" i="0" u="none" strike="noStrike" kern="1200" cap="none" spc="0" normalizeH="0" baseline="0" noProof="0" dirty="0">
                  <a:ln>
                    <a:noFill/>
                  </a:ln>
                  <a:solidFill>
                    <a:srgbClr val="000000"/>
                  </a:solidFill>
                  <a:effectLst/>
                  <a:uLnTx/>
                  <a:uFillTx/>
                  <a:latin typeface="Sparkasse Lt"/>
                  <a:ea typeface="+mn-ea"/>
                  <a:cs typeface="+mn-cs"/>
                </a:rPr>
                <a:t>Damit der Bildplatzhalter </a:t>
              </a:r>
              <a:br>
                <a:rPr kumimoji="0" lang="de-DE" sz="1100" b="0" i="0" u="none" strike="noStrike" kern="1200" cap="none" spc="0" normalizeH="0" baseline="0" noProof="0" dirty="0">
                  <a:ln>
                    <a:noFill/>
                  </a:ln>
                  <a:solidFill>
                    <a:srgbClr val="000000"/>
                  </a:solidFill>
                  <a:effectLst/>
                  <a:uLnTx/>
                  <a:uFillTx/>
                  <a:latin typeface="Sparkasse Lt"/>
                  <a:ea typeface="+mn-ea"/>
                  <a:cs typeface="+mn-cs"/>
                </a:rPr>
              </a:br>
              <a:r>
                <a:rPr kumimoji="0" lang="de-DE" sz="1100" b="0" i="0" u="none" strike="noStrike" kern="1200" cap="none" spc="0" normalizeH="0" baseline="0" noProof="0" dirty="0">
                  <a:ln>
                    <a:noFill/>
                  </a:ln>
                  <a:solidFill>
                    <a:srgbClr val="000000"/>
                  </a:solidFill>
                  <a:effectLst/>
                  <a:uLnTx/>
                  <a:uFillTx/>
                  <a:latin typeface="Sparkasse Lt"/>
                  <a:ea typeface="+mn-ea"/>
                  <a:cs typeface="+mn-cs"/>
                </a:rPr>
                <a:t>für das Hintergrundbild einfacher </a:t>
              </a:r>
              <a:r>
                <a:rPr kumimoji="0" lang="de-DE" sz="1100" b="0" i="0" u="none" strike="noStrike" kern="1200" cap="none" spc="0" normalizeH="0" baseline="0" noProof="0" dirty="0" err="1">
                  <a:ln>
                    <a:noFill/>
                  </a:ln>
                  <a:solidFill>
                    <a:srgbClr val="000000"/>
                  </a:solidFill>
                  <a:effectLst/>
                  <a:uLnTx/>
                  <a:uFillTx/>
                  <a:latin typeface="Sparkasse Lt"/>
                  <a:ea typeface="+mn-ea"/>
                  <a:cs typeface="+mn-cs"/>
                </a:rPr>
                <a:t>mithilfe</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 des Symbols befüllt werden kann, liegt dieser im Vordergrund der Folie. Wenn Sie das Bild eingesetzt haben, müssen Sie dieses </a:t>
              </a:r>
              <a:r>
                <a:rPr kumimoji="0" lang="de-DE" sz="1100" b="0" i="0" u="none" strike="noStrike" kern="1200" cap="none" spc="0" normalizeH="0" baseline="0" noProof="0" dirty="0">
                  <a:ln>
                    <a:noFill/>
                  </a:ln>
                  <a:solidFill>
                    <a:srgbClr val="000000"/>
                  </a:solidFill>
                  <a:effectLst/>
                  <a:uLnTx/>
                  <a:uFillTx/>
                  <a:latin typeface="+mj-lt"/>
                  <a:ea typeface="+mn-ea"/>
                  <a:cs typeface="+mn-cs"/>
                </a:rPr>
                <a:t>in den Hintergrund </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der Folie setzen, damit  die übrigen Elemente sicht- und editierbar werden. Das geht ganz einfach: Bild markieren, Menü „Start“ &gt;  „Anordnen“ &gt; „In den Hintergrund“).</a:t>
              </a:r>
            </a:p>
          </p:txBody>
        </p:sp>
        <p:pic>
          <p:nvPicPr>
            <p:cNvPr id="9" name="Grafik 8">
              <a:extLst>
                <a:ext uri="{FF2B5EF4-FFF2-40B4-BE49-F238E27FC236}">
                  <a16:creationId xmlns:a16="http://schemas.microsoft.com/office/drawing/2014/main" id="{158EA7C6-9827-3914-BFC6-921CF04F816E}"/>
                </a:ext>
              </a:extLst>
            </p:cNvPr>
            <p:cNvPicPr>
              <a:picLocks noGrp="1" noRot="1" noMove="1" noResize="1" noEditPoints="1" noAdjustHandles="1" noChangeArrowheads="1" noChangeShapeType="1" noCrop="1"/>
            </p:cNvPicPr>
            <p:nvPr userDrawn="1"/>
          </p:nvPicPr>
          <p:blipFill>
            <a:blip r:embed="rId2"/>
            <a:stretch>
              <a:fillRect/>
            </a:stretch>
          </p:blipFill>
          <p:spPr bwMode="gray">
            <a:xfrm>
              <a:off x="-2184704" y="2924944"/>
              <a:ext cx="1944000" cy="2044867"/>
            </a:xfrm>
            <a:prstGeom prst="rect">
              <a:avLst/>
            </a:prstGeom>
          </p:spPr>
        </p:pic>
        <p:sp>
          <p:nvSpPr>
            <p:cNvPr id="10" name="Rechteck 9">
              <a:extLst>
                <a:ext uri="{FF2B5EF4-FFF2-40B4-BE49-F238E27FC236}">
                  <a16:creationId xmlns:a16="http://schemas.microsoft.com/office/drawing/2014/main" id="{72398ADF-620D-77B3-84DA-60A95767BF3A}"/>
                </a:ext>
              </a:extLst>
            </p:cNvPr>
            <p:cNvSpPr>
              <a:spLocks noGrp="1" noRot="1" noMove="1" noResize="1" noEditPoints="1" noAdjustHandles="1" noChangeArrowheads="1" noChangeShapeType="1"/>
            </p:cNvSpPr>
            <p:nvPr userDrawn="1"/>
          </p:nvSpPr>
          <p:spPr bwMode="gray">
            <a:xfrm>
              <a:off x="-2203588" y="4192704"/>
              <a:ext cx="1967368" cy="280236"/>
            </a:xfrm>
            <a:prstGeom prst="rect">
              <a:avLst/>
            </a:prstGeom>
            <a:solidFill>
              <a:schemeClr val="tx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grpSp>
      <p:sp>
        <p:nvSpPr>
          <p:cNvPr id="13" name="Linie L">
            <a:extLst>
              <a:ext uri="{FF2B5EF4-FFF2-40B4-BE49-F238E27FC236}">
                <a16:creationId xmlns:a16="http://schemas.microsoft.com/office/drawing/2014/main" id="{30D00D3A-2F34-D350-3EE4-26133069E9EA}"/>
              </a:ext>
              <a:ext uri="{C183D7F6-B498-43B3-948B-1728B52AA6E4}">
                <adec:decorative xmlns:adec="http://schemas.microsoft.com/office/drawing/2017/decorative" val="1"/>
              </a:ext>
            </a:extLst>
          </p:cNvPr>
          <p:cNvSpPr>
            <a:spLocks noGrp="1"/>
          </p:cNvSpPr>
          <p:nvPr>
            <p:ph type="pic" sz="quarter" idx="30"/>
          </p:nvPr>
        </p:nvSpPr>
        <p:spPr bwMode="gray">
          <a:xfrm>
            <a:off x="0" y="260727"/>
            <a:ext cx="171450" cy="6048000"/>
          </a:xfrm>
          <a:blipFill>
            <a:blip r:embed="rId3">
              <a:extLst>
                <a:ext uri="{96DAC541-7B7A-43D3-8B79-37D633B846F1}">
                  <asvg:svgBlip xmlns:asvg="http://schemas.microsoft.com/office/drawing/2016/SVG/main" r:embed="rId4"/>
                </a:ext>
              </a:extLst>
            </a:blip>
            <a:srcRect/>
            <a:stretch>
              <a:fillRect l="-4179" r="26528"/>
            </a:stretch>
          </a:blipFill>
        </p:spPr>
        <p:txBody>
          <a:bodyPr/>
          <a:lstStyle>
            <a:lvl1pPr>
              <a:defRPr sz="800">
                <a:noFill/>
              </a:defRPr>
            </a:lvl1pPr>
          </a:lstStyle>
          <a:p>
            <a:r>
              <a:rPr lang="de-DE"/>
              <a:t>Bild durch Klicken auf Symbol hinzufügen</a:t>
            </a:r>
            <a:endParaRPr lang="de-DE" dirty="0"/>
          </a:p>
        </p:txBody>
      </p:sp>
      <p:sp>
        <p:nvSpPr>
          <p:cNvPr id="23" name="Logo">
            <a:extLst>
              <a:ext uri="{FF2B5EF4-FFF2-40B4-BE49-F238E27FC236}">
                <a16:creationId xmlns:a16="http://schemas.microsoft.com/office/drawing/2014/main" id="{0A1C2F3F-6558-25D5-6634-C510C72BAEAD}"/>
              </a:ext>
              <a:ext uri="{C183D7F6-B498-43B3-948B-1728B52AA6E4}">
                <adec:decorative xmlns:adec="http://schemas.microsoft.com/office/drawing/2017/decorative" val="1"/>
              </a:ext>
            </a:extLst>
          </p:cNvPr>
          <p:cNvSpPr>
            <a:spLocks noGrp="1"/>
          </p:cNvSpPr>
          <p:nvPr>
            <p:ph type="pic" sz="quarter" idx="17"/>
          </p:nvPr>
        </p:nvSpPr>
        <p:spPr bwMode="gray">
          <a:xfrm>
            <a:off x="11570400" y="259200"/>
            <a:ext cx="360000" cy="360000"/>
          </a:xfrm>
          <a:blipFill>
            <a:blip r:embed="rId5">
              <a:extLst>
                <a:ext uri="{96DAC541-7B7A-43D3-8B79-37D633B846F1}">
                  <asvg:svgBlip xmlns:asvg="http://schemas.microsoft.com/office/drawing/2016/SVG/main" r:embed="rId6"/>
                </a:ext>
              </a:extLst>
            </a:blip>
            <a:srcRect/>
            <a:stretch>
              <a:fillRect t="-1352" b="-1352"/>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4" name="Textplatzhalter 8">
            <a:extLst>
              <a:ext uri="{FF2B5EF4-FFF2-40B4-BE49-F238E27FC236}">
                <a16:creationId xmlns:a16="http://schemas.microsoft.com/office/drawing/2014/main" id="{D2756035-617A-8345-5881-80E7F3C81083}"/>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7" name="Titel 6">
            <a:extLst>
              <a:ext uri="{FF2B5EF4-FFF2-40B4-BE49-F238E27FC236}">
                <a16:creationId xmlns:a16="http://schemas.microsoft.com/office/drawing/2014/main" id="{48347A0D-1277-35FE-8A9F-6D89651F885B}"/>
              </a:ext>
            </a:extLst>
          </p:cNvPr>
          <p:cNvSpPr>
            <a:spLocks noGrp="1"/>
          </p:cNvSpPr>
          <p:nvPr>
            <p:ph type="title"/>
          </p:nvPr>
        </p:nvSpPr>
        <p:spPr bwMode="gray">
          <a:xfrm>
            <a:off x="695325" y="908720"/>
            <a:ext cx="10872788" cy="576064"/>
          </a:xfrm>
        </p:spPr>
        <p:txBody>
          <a:bodyPr/>
          <a:lstStyle/>
          <a:p>
            <a:r>
              <a:rPr lang="de-DE"/>
              <a:t>Mastertitelformat bearbeiten</a:t>
            </a:r>
            <a:endParaRPr lang="de-DE" dirty="0"/>
          </a:p>
        </p:txBody>
      </p:sp>
      <p:sp>
        <p:nvSpPr>
          <p:cNvPr id="6" name="Textplatzhalter 8">
            <a:extLst>
              <a:ext uri="{FF2B5EF4-FFF2-40B4-BE49-F238E27FC236}">
                <a16:creationId xmlns:a16="http://schemas.microsoft.com/office/drawing/2014/main" id="{1CBA895F-BF09-30E8-EA6A-0F19CD247233}"/>
              </a:ext>
            </a:extLst>
          </p:cNvPr>
          <p:cNvSpPr>
            <a:spLocks noGrp="1"/>
          </p:cNvSpPr>
          <p:nvPr>
            <p:ph type="body" sz="quarter" idx="27" hasCustomPrompt="1"/>
          </p:nvPr>
        </p:nvSpPr>
        <p:spPr bwMode="gray">
          <a:xfrm>
            <a:off x="695401" y="1484784"/>
            <a:ext cx="10872712" cy="504000"/>
          </a:xfrm>
        </p:spPr>
        <p:txBody>
          <a:bodyPr anchor="t"/>
          <a:lstStyle>
            <a:lvl1pPr marL="0" indent="0">
              <a:spcAft>
                <a:spcPts val="0"/>
              </a:spcAft>
              <a:buFontTx/>
              <a:buNone/>
              <a:defRPr sz="2000">
                <a:solidFill>
                  <a:schemeClr val="bg2"/>
                </a:solidFill>
                <a:latin typeface="+mj-lt"/>
              </a:defRPr>
            </a:lvl1pPr>
            <a:lvl2pPr marL="0" indent="0">
              <a:spcAft>
                <a:spcPts val="0"/>
              </a:spcAft>
              <a:buFontTx/>
              <a:buNone/>
              <a:defRPr sz="2000">
                <a:solidFill>
                  <a:schemeClr val="bg2"/>
                </a:solidFill>
                <a:latin typeface="+mj-lt"/>
              </a:defRPr>
            </a:lvl2pPr>
            <a:lvl3pPr marL="0" indent="0">
              <a:spcAft>
                <a:spcPts val="0"/>
              </a:spcAft>
              <a:buFontTx/>
              <a:buNone/>
              <a:defRPr sz="2000">
                <a:solidFill>
                  <a:schemeClr val="bg2"/>
                </a:solidFill>
                <a:latin typeface="+mj-lt"/>
              </a:defRPr>
            </a:lvl3pPr>
            <a:lvl4pPr marL="0" indent="0">
              <a:spcAft>
                <a:spcPts val="0"/>
              </a:spcAft>
              <a:buFontTx/>
              <a:buNone/>
              <a:defRPr sz="2000">
                <a:solidFill>
                  <a:schemeClr val="bg2"/>
                </a:solidFill>
                <a:latin typeface="+mj-lt"/>
              </a:defRPr>
            </a:lvl4pPr>
            <a:lvl5pPr marL="0" indent="0">
              <a:spcAft>
                <a:spcPts val="0"/>
              </a:spcAft>
              <a:buFontTx/>
              <a:buNone/>
              <a:defRPr sz="2000">
                <a:solidFill>
                  <a:schemeClr val="bg2"/>
                </a:solidFill>
                <a:latin typeface="+mj-lt"/>
              </a:defRPr>
            </a:lvl5pPr>
            <a:lvl6pPr marL="0" indent="0">
              <a:spcAft>
                <a:spcPts val="0"/>
              </a:spcAft>
              <a:buFontTx/>
              <a:buNone/>
              <a:defRPr sz="2000">
                <a:solidFill>
                  <a:schemeClr val="bg2"/>
                </a:solidFill>
                <a:latin typeface="+mj-lt"/>
              </a:defRPr>
            </a:lvl6pPr>
            <a:lvl7pPr marL="0" indent="0">
              <a:spcAft>
                <a:spcPts val="0"/>
              </a:spcAft>
              <a:buFontTx/>
              <a:buNone/>
              <a:defRPr sz="2000">
                <a:solidFill>
                  <a:schemeClr val="bg2"/>
                </a:solidFill>
                <a:latin typeface="+mj-lt"/>
              </a:defRPr>
            </a:lvl7pPr>
            <a:lvl8pPr marL="0" indent="0">
              <a:spcAft>
                <a:spcPts val="0"/>
              </a:spcAft>
              <a:buFontTx/>
              <a:buNone/>
              <a:defRPr sz="2000">
                <a:solidFill>
                  <a:schemeClr val="bg2"/>
                </a:solidFill>
                <a:latin typeface="+mj-lt"/>
              </a:defRPr>
            </a:lvl8pPr>
            <a:lvl9pPr marL="0" indent="0">
              <a:spcAft>
                <a:spcPts val="0"/>
              </a:spcAft>
              <a:buFontTx/>
              <a:buNone/>
              <a:defRPr sz="2000">
                <a:solidFill>
                  <a:schemeClr val="bg2"/>
                </a:solidFill>
                <a:latin typeface="+mj-lt"/>
              </a:defRPr>
            </a:lvl9pPr>
          </a:lstStyle>
          <a:p>
            <a:pPr lvl="0"/>
            <a:r>
              <a:rPr lang="de-DE" dirty="0"/>
              <a:t>Optionale </a:t>
            </a:r>
            <a:r>
              <a:rPr lang="de-DE" dirty="0" err="1"/>
              <a:t>Subline</a:t>
            </a:r>
            <a:r>
              <a:rPr lang="de-DE" dirty="0"/>
              <a:t> hinzufügen</a:t>
            </a:r>
          </a:p>
        </p:txBody>
      </p:sp>
      <p:sp>
        <p:nvSpPr>
          <p:cNvPr id="24" name="Banderole">
            <a:extLst>
              <a:ext uri="{FF2B5EF4-FFF2-40B4-BE49-F238E27FC236}">
                <a16:creationId xmlns:a16="http://schemas.microsoft.com/office/drawing/2014/main" id="{09408322-A805-999F-78B4-BB7C4ED29A72}"/>
              </a:ext>
            </a:extLst>
          </p:cNvPr>
          <p:cNvSpPr>
            <a:spLocks noGrp="1"/>
          </p:cNvSpPr>
          <p:nvPr>
            <p:ph type="body" sz="quarter" idx="29"/>
          </p:nvPr>
        </p:nvSpPr>
        <p:spPr bwMode="gray">
          <a:xfrm>
            <a:off x="-455496" y="2672916"/>
            <a:ext cx="11447346" cy="2315239"/>
          </a:xfrm>
          <a:prstGeom prst="round2DiagRect">
            <a:avLst>
              <a:gd name="adj1" fmla="val 15679"/>
              <a:gd name="adj2" fmla="val 0"/>
            </a:avLst>
          </a:prstGeom>
          <a:gradFill>
            <a:gsLst>
              <a:gs pos="100000">
                <a:schemeClr val="bg2">
                  <a:lumMod val="75000"/>
                </a:schemeClr>
              </a:gs>
              <a:gs pos="78000">
                <a:schemeClr val="bg2"/>
              </a:gs>
              <a:gs pos="0">
                <a:srgbClr val="9B348E">
                  <a:alpha val="72000"/>
                </a:srgbClr>
              </a:gs>
              <a:gs pos="37000">
                <a:schemeClr val="bg2">
                  <a:alpha val="75000"/>
                </a:schemeClr>
              </a:gs>
            </a:gsLst>
            <a:lin ang="12600000" scaled="0"/>
          </a:gradFill>
        </p:spPr>
        <p:txBody>
          <a:bodyPr wrap="square" lIns="1044000" tIns="288000" rIns="252000" bIns="360000" numCol="2" spcCol="576000" anchor="t" anchorCtr="0">
            <a:spAutoFit/>
          </a:bodyPr>
          <a:lstStyle>
            <a:lvl1pPr>
              <a:defRPr>
                <a:solidFill>
                  <a:schemeClr val="bg1"/>
                </a:solidFill>
              </a:defRPr>
            </a:lvl1pPr>
            <a:lvl2pPr>
              <a:defRPr>
                <a:solidFill>
                  <a:schemeClr val="bg1"/>
                </a:solidFill>
              </a:defRPr>
            </a:lvl2pPr>
            <a:lvl3pPr marL="180000" indent="-180000">
              <a:buClr>
                <a:schemeClr val="bg1"/>
              </a:buClr>
              <a:buFont typeface="Arial" panose="020B0604020202020204" pitchFamily="34" charset="0"/>
              <a:buChar cha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defRPr>
                <a:solidFill>
                  <a:schemeClr val="bg1"/>
                </a:solidFill>
              </a:defRPr>
            </a:lvl6pPr>
            <a:lvl7pP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C283C182-9F76-4D78-8BBE-B35309C8EF34}"/>
              </a:ext>
            </a:extLst>
          </p:cNvPr>
          <p:cNvSpPr>
            <a:spLocks noGrp="1"/>
          </p:cNvSpPr>
          <p:nvPr>
            <p:ph type="sldNum" sz="quarter" idx="24"/>
          </p:nvPr>
        </p:nvSpPr>
        <p:spPr bwMode="gray"/>
        <p:txBody>
          <a:bodyPr/>
          <a:lstStyle>
            <a:lvl1pPr algn="r">
              <a:defRPr/>
            </a:lvl1pPr>
          </a:lstStyle>
          <a:p>
            <a:r>
              <a:rPr lang="de-DE" dirty="0"/>
              <a:t>Seite </a:t>
            </a:r>
            <a:fld id="{DC907883-A228-4E41-A7BF-33DDF6A01B2A}" type="slidenum">
              <a:rPr lang="de-DE" smtClean="0"/>
              <a:pPr/>
              <a:t>‹Nr.›</a:t>
            </a:fld>
            <a:endParaRPr lang="de-DE" dirty="0"/>
          </a:p>
        </p:txBody>
      </p:sp>
      <p:sp>
        <p:nvSpPr>
          <p:cNvPr id="15" name="Bildplatzhalter 14">
            <a:extLst>
              <a:ext uri="{FF2B5EF4-FFF2-40B4-BE49-F238E27FC236}">
                <a16:creationId xmlns:a16="http://schemas.microsoft.com/office/drawing/2014/main" id="{DE862A8C-8289-C0CF-7809-1DB047491227}"/>
              </a:ext>
              <a:ext uri="{C183D7F6-B498-43B3-948B-1728B52AA6E4}">
                <adec:decorative xmlns:adec="http://schemas.microsoft.com/office/drawing/2017/decorative" val="1"/>
              </a:ext>
            </a:extLst>
          </p:cNvPr>
          <p:cNvSpPr>
            <a:spLocks noGrp="1"/>
          </p:cNvSpPr>
          <p:nvPr>
            <p:ph type="pic" sz="quarter" idx="31"/>
          </p:nvPr>
        </p:nvSpPr>
        <p:spPr bwMode="gray">
          <a:xfrm>
            <a:off x="0" y="0"/>
            <a:ext cx="12196800" cy="6453188"/>
          </a:xfrm>
        </p:spPr>
        <p:txBody>
          <a:bodyPr/>
          <a:lstStyle>
            <a:lvl1pPr>
              <a:defRPr sz="800">
                <a:noFill/>
              </a:defRPr>
            </a:lvl1pPr>
          </a:lstStyle>
          <a:p>
            <a:r>
              <a:rPr lang="de-DE"/>
              <a:t>Bild durch Klicken auf Symbol hinzufügen</a:t>
            </a:r>
            <a:endParaRPr lang="de-DE" dirty="0"/>
          </a:p>
        </p:txBody>
      </p:sp>
      <p:sp>
        <p:nvSpPr>
          <p:cNvPr id="11" name="Datumsplatzhalter 10">
            <a:extLst>
              <a:ext uri="{FF2B5EF4-FFF2-40B4-BE49-F238E27FC236}">
                <a16:creationId xmlns:a16="http://schemas.microsoft.com/office/drawing/2014/main" id="{4646960A-8C97-3915-F80E-C888B11A892D}"/>
              </a:ext>
            </a:extLst>
          </p:cNvPr>
          <p:cNvSpPr>
            <a:spLocks noGrp="1"/>
          </p:cNvSpPr>
          <p:nvPr>
            <p:ph type="dt" sz="half" idx="32"/>
          </p:nvPr>
        </p:nvSpPr>
        <p:spPr bwMode="gray"/>
        <p:txBody>
          <a:bodyPr/>
          <a:lstStyle/>
          <a:p>
            <a:r>
              <a:rPr lang="de-DE"/>
              <a:t>Intern, TT.MM.JJJJ</a:t>
            </a:r>
            <a:endParaRPr lang="de-DE" sz="800" dirty="0"/>
          </a:p>
        </p:txBody>
      </p:sp>
    </p:spTree>
    <p:extLst>
      <p:ext uri="{BB962C8B-B14F-4D97-AF65-F5344CB8AC3E}">
        <p14:creationId xmlns:p14="http://schemas.microsoft.com/office/powerpoint/2010/main" val="3650004347"/>
      </p:ext>
    </p:extLst>
  </p:cSld>
  <p:clrMapOvr>
    <a:masterClrMapping/>
  </p:clrMapOvr>
  <p:transition>
    <p:fade/>
  </p:transition>
  <p:extLst>
    <p:ext uri="{DCECCB84-F9BA-43D5-87BE-67443E8EF086}">
      <p15:sldGuideLst xmlns:p15="http://schemas.microsoft.com/office/powerpoint/2012/main">
        <p15:guide id="1" pos="6924">
          <p15:clr>
            <a:srgbClr val="FBAE40"/>
          </p15:clr>
        </p15:guide>
        <p15:guide id="2" pos="6698">
          <p15:clr>
            <a:srgbClr val="FBAE40"/>
          </p15:clr>
        </p15:guide>
        <p15:guide id="3" pos="3386">
          <p15:clr>
            <a:srgbClr val="FBAE40"/>
          </p15:clr>
        </p15:guide>
        <p15:guide id="4" pos="3749">
          <p15:clr>
            <a:srgbClr val="FBAE40"/>
          </p15:clr>
        </p15:guide>
        <p15:guide id="5" orient="horz" pos="4065"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box auf hellem Bild">
    <p:bg>
      <p:bgPr>
        <a:solidFill>
          <a:schemeClr val="bg1"/>
        </a:solidFill>
        <a:effectLst/>
      </p:bgPr>
    </p:bg>
    <p:spTree>
      <p:nvGrpSpPr>
        <p:cNvPr id="1" name=""/>
        <p:cNvGrpSpPr/>
        <p:nvPr/>
      </p:nvGrpSpPr>
      <p:grpSpPr>
        <a:xfrm>
          <a:off x="0" y="0"/>
          <a:ext cx="0" cy="0"/>
          <a:chOff x="0" y="0"/>
          <a:chExt cx="0" cy="0"/>
        </a:xfrm>
      </p:grpSpPr>
      <p:sp>
        <p:nvSpPr>
          <p:cNvPr id="20" name="Rechteck 19">
            <a:extLst>
              <a:ext uri="{FF2B5EF4-FFF2-40B4-BE49-F238E27FC236}">
                <a16:creationId xmlns:a16="http://schemas.microsoft.com/office/drawing/2014/main" id="{783067B0-A3E2-7403-1873-169CF419C99E}"/>
              </a:ext>
            </a:extLst>
          </p:cNvPr>
          <p:cNvSpPr/>
          <p:nvPr userDrawn="1"/>
        </p:nvSpPr>
        <p:spPr bwMode="gray">
          <a:xfrm>
            <a:off x="0" y="0"/>
            <a:ext cx="12192000" cy="6453188"/>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grpSp>
        <p:nvGrpSpPr>
          <p:cNvPr id="14" name="Hinweis Bild">
            <a:extLst>
              <a:ext uri="{FF2B5EF4-FFF2-40B4-BE49-F238E27FC236}">
                <a16:creationId xmlns:a16="http://schemas.microsoft.com/office/drawing/2014/main" id="{E21B0AED-107D-1BBC-5C4F-128E3E735A19}"/>
              </a:ext>
              <a:ext uri="{C183D7F6-B498-43B3-948B-1728B52AA6E4}">
                <adec:decorative xmlns:adec="http://schemas.microsoft.com/office/drawing/2017/decorative" val="1"/>
              </a:ext>
            </a:extLst>
          </p:cNvPr>
          <p:cNvGrpSpPr>
            <a:grpSpLocks noGrp="1" noUngrp="1" noRot="1" noMove="1" noResize="1"/>
          </p:cNvGrpSpPr>
          <p:nvPr userDrawn="1"/>
        </p:nvGrpSpPr>
        <p:grpSpPr bwMode="gray">
          <a:xfrm>
            <a:off x="12265536" y="0"/>
            <a:ext cx="1967368" cy="5227668"/>
            <a:chOff x="-2203588" y="-257857"/>
            <a:chExt cx="1967368" cy="5227668"/>
          </a:xfrm>
        </p:grpSpPr>
        <p:sp>
          <p:nvSpPr>
            <p:cNvPr id="16" name="Hinweis">
              <a:extLst>
                <a:ext uri="{FF2B5EF4-FFF2-40B4-BE49-F238E27FC236}">
                  <a16:creationId xmlns:a16="http://schemas.microsoft.com/office/drawing/2014/main" id="{0F2A3EF3-8195-9A72-A6D2-8DFA8F9C4E8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2184920" y="-257857"/>
              <a:ext cx="1944216" cy="320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bIns="108000" rtlCol="0" anchor="b" anchorCtr="0">
              <a:spAutoFit/>
            </a:bodyPr>
            <a:lstStyle/>
            <a:p>
              <a:pPr marL="0" marR="0" lvl="0"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200" b="0" i="0" u="none" strike="noStrike" kern="1200" cap="none" spc="0" normalizeH="0" baseline="0" noProof="0" dirty="0">
                  <a:ln>
                    <a:noFill/>
                  </a:ln>
                  <a:solidFill>
                    <a:srgbClr val="000000"/>
                  </a:solidFill>
                  <a:effectLst/>
                  <a:uLnTx/>
                  <a:uFillTx/>
                  <a:latin typeface="Sparkasse Head"/>
                  <a:ea typeface="+mn-ea"/>
                  <a:cs typeface="+mn-cs"/>
                </a:rPr>
                <a:t>Bitte beachten:</a:t>
              </a:r>
            </a:p>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100" b="0" i="0" u="none" strike="noStrike" kern="1200" cap="none" spc="0" normalizeH="0" baseline="0" noProof="0" dirty="0">
                  <a:ln>
                    <a:noFill/>
                  </a:ln>
                  <a:solidFill>
                    <a:srgbClr val="000000"/>
                  </a:solidFill>
                  <a:effectLst/>
                  <a:uLnTx/>
                  <a:uFillTx/>
                  <a:latin typeface="Sparkasse Lt"/>
                  <a:ea typeface="+mn-ea"/>
                  <a:cs typeface="+mn-cs"/>
                </a:rPr>
                <a:t>Damit der Bildplatzhalter </a:t>
              </a:r>
              <a:br>
                <a:rPr kumimoji="0" lang="de-DE" sz="1100" b="0" i="0" u="none" strike="noStrike" kern="1200" cap="none" spc="0" normalizeH="0" baseline="0" noProof="0" dirty="0">
                  <a:ln>
                    <a:noFill/>
                  </a:ln>
                  <a:solidFill>
                    <a:srgbClr val="000000"/>
                  </a:solidFill>
                  <a:effectLst/>
                  <a:uLnTx/>
                  <a:uFillTx/>
                  <a:latin typeface="Sparkasse Lt"/>
                  <a:ea typeface="+mn-ea"/>
                  <a:cs typeface="+mn-cs"/>
                </a:rPr>
              </a:br>
              <a:r>
                <a:rPr kumimoji="0" lang="de-DE" sz="1100" b="0" i="0" u="none" strike="noStrike" kern="1200" cap="none" spc="0" normalizeH="0" baseline="0" noProof="0" dirty="0">
                  <a:ln>
                    <a:noFill/>
                  </a:ln>
                  <a:solidFill>
                    <a:srgbClr val="000000"/>
                  </a:solidFill>
                  <a:effectLst/>
                  <a:uLnTx/>
                  <a:uFillTx/>
                  <a:latin typeface="Sparkasse Lt"/>
                  <a:ea typeface="+mn-ea"/>
                  <a:cs typeface="+mn-cs"/>
                </a:rPr>
                <a:t>für das Hintergrundbild einfacher </a:t>
              </a:r>
              <a:r>
                <a:rPr kumimoji="0" lang="de-DE" sz="1100" b="0" i="0" u="none" strike="noStrike" kern="1200" cap="none" spc="0" normalizeH="0" baseline="0" noProof="0" dirty="0" err="1">
                  <a:ln>
                    <a:noFill/>
                  </a:ln>
                  <a:solidFill>
                    <a:srgbClr val="000000"/>
                  </a:solidFill>
                  <a:effectLst/>
                  <a:uLnTx/>
                  <a:uFillTx/>
                  <a:latin typeface="Sparkasse Lt"/>
                  <a:ea typeface="+mn-ea"/>
                  <a:cs typeface="+mn-cs"/>
                </a:rPr>
                <a:t>mithilfe</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 des Symbols befüllt werden kann, liegt dieser im Vordergrund der Folie. Wenn Sie das Bild eingesetzt haben, müssen Sie dieses </a:t>
              </a:r>
              <a:r>
                <a:rPr kumimoji="0" lang="de-DE" sz="1100" b="0" i="0" u="none" strike="noStrike" kern="1200" cap="none" spc="0" normalizeH="0" baseline="0" noProof="0" dirty="0">
                  <a:ln>
                    <a:noFill/>
                  </a:ln>
                  <a:solidFill>
                    <a:srgbClr val="000000"/>
                  </a:solidFill>
                  <a:effectLst/>
                  <a:uLnTx/>
                  <a:uFillTx/>
                  <a:latin typeface="+mj-lt"/>
                  <a:ea typeface="+mn-ea"/>
                  <a:cs typeface="+mn-cs"/>
                </a:rPr>
                <a:t>in den Hintergrund </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der Folie setzen, damit  die übrigen Elemente sicht- und editierbar werden. Das geht ganz einfach: Bild markieren, Menü „Start“ &gt;  „Anordnen“ &gt; „In den Hintergrund“).</a:t>
              </a:r>
            </a:p>
          </p:txBody>
        </p:sp>
        <p:pic>
          <p:nvPicPr>
            <p:cNvPr id="17" name="Grafik 16">
              <a:extLst>
                <a:ext uri="{FF2B5EF4-FFF2-40B4-BE49-F238E27FC236}">
                  <a16:creationId xmlns:a16="http://schemas.microsoft.com/office/drawing/2014/main" id="{D6C95238-4589-5438-B558-925F39BC11AA}"/>
                </a:ext>
              </a:extLst>
            </p:cNvPr>
            <p:cNvPicPr>
              <a:picLocks noGrp="1" noRot="1" noMove="1" noResize="1" noEditPoints="1" noAdjustHandles="1" noChangeArrowheads="1" noChangeShapeType="1" noCrop="1"/>
            </p:cNvPicPr>
            <p:nvPr userDrawn="1"/>
          </p:nvPicPr>
          <p:blipFill>
            <a:blip r:embed="rId2"/>
            <a:stretch>
              <a:fillRect/>
            </a:stretch>
          </p:blipFill>
          <p:spPr bwMode="gray">
            <a:xfrm>
              <a:off x="-2184704" y="2924944"/>
              <a:ext cx="1944000" cy="2044867"/>
            </a:xfrm>
            <a:prstGeom prst="rect">
              <a:avLst/>
            </a:prstGeom>
          </p:spPr>
        </p:pic>
        <p:sp>
          <p:nvSpPr>
            <p:cNvPr id="18" name="Rechteck 17">
              <a:extLst>
                <a:ext uri="{FF2B5EF4-FFF2-40B4-BE49-F238E27FC236}">
                  <a16:creationId xmlns:a16="http://schemas.microsoft.com/office/drawing/2014/main" id="{C60E2687-2681-0AD4-1163-C9D53747208A}"/>
                </a:ext>
              </a:extLst>
            </p:cNvPr>
            <p:cNvSpPr>
              <a:spLocks noGrp="1" noRot="1" noMove="1" noResize="1" noEditPoints="1" noAdjustHandles="1" noChangeArrowheads="1" noChangeShapeType="1"/>
            </p:cNvSpPr>
            <p:nvPr userDrawn="1"/>
          </p:nvSpPr>
          <p:spPr bwMode="gray">
            <a:xfrm>
              <a:off x="-2203588" y="4192704"/>
              <a:ext cx="1967368" cy="280236"/>
            </a:xfrm>
            <a:prstGeom prst="rect">
              <a:avLst/>
            </a:prstGeom>
            <a:solidFill>
              <a:schemeClr val="tx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grpSp>
      <p:sp>
        <p:nvSpPr>
          <p:cNvPr id="13" name="Linie L">
            <a:extLst>
              <a:ext uri="{FF2B5EF4-FFF2-40B4-BE49-F238E27FC236}">
                <a16:creationId xmlns:a16="http://schemas.microsoft.com/office/drawing/2014/main" id="{30D00D3A-2F34-D350-3EE4-26133069E9EA}"/>
              </a:ext>
              <a:ext uri="{C183D7F6-B498-43B3-948B-1728B52AA6E4}">
                <adec:decorative xmlns:adec="http://schemas.microsoft.com/office/drawing/2017/decorative" val="1"/>
              </a:ext>
            </a:extLst>
          </p:cNvPr>
          <p:cNvSpPr>
            <a:spLocks noGrp="1"/>
          </p:cNvSpPr>
          <p:nvPr>
            <p:ph type="pic" sz="quarter" idx="30"/>
          </p:nvPr>
        </p:nvSpPr>
        <p:spPr bwMode="gray">
          <a:xfrm>
            <a:off x="0" y="260727"/>
            <a:ext cx="171450" cy="6048000"/>
          </a:xfrm>
          <a:blipFill>
            <a:blip r:embed="rId3">
              <a:extLst>
                <a:ext uri="{96DAC541-7B7A-43D3-8B79-37D633B846F1}">
                  <asvg:svgBlip xmlns:asvg="http://schemas.microsoft.com/office/drawing/2016/SVG/main" r:embed="rId4"/>
                </a:ext>
              </a:extLst>
            </a:blip>
            <a:srcRect/>
            <a:stretch>
              <a:fillRect l="-4179" r="26528"/>
            </a:stretch>
          </a:blipFill>
        </p:spPr>
        <p:txBody>
          <a:bodyPr/>
          <a:lstStyle>
            <a:lvl1pPr>
              <a:defRPr sz="800">
                <a:noFill/>
              </a:defRPr>
            </a:lvl1pPr>
          </a:lstStyle>
          <a:p>
            <a:r>
              <a:rPr lang="de-DE"/>
              <a:t>Bild durch Klicken auf Symbol hinzufügen</a:t>
            </a:r>
            <a:endParaRPr lang="de-DE" dirty="0"/>
          </a:p>
        </p:txBody>
      </p:sp>
      <p:sp>
        <p:nvSpPr>
          <p:cNvPr id="8" name="Logo">
            <a:extLst>
              <a:ext uri="{FF2B5EF4-FFF2-40B4-BE49-F238E27FC236}">
                <a16:creationId xmlns:a16="http://schemas.microsoft.com/office/drawing/2014/main" id="{AAEBA93A-ACB5-28BB-AEB1-E4DBD7210D46}"/>
              </a:ext>
              <a:ext uri="{C183D7F6-B498-43B3-948B-1728B52AA6E4}">
                <adec:decorative xmlns:adec="http://schemas.microsoft.com/office/drawing/2017/decorative" val="1"/>
              </a:ext>
            </a:extLst>
          </p:cNvPr>
          <p:cNvSpPr>
            <a:spLocks noGrp="1"/>
          </p:cNvSpPr>
          <p:nvPr>
            <p:ph type="pic" sz="quarter" idx="17"/>
          </p:nvPr>
        </p:nvSpPr>
        <p:spPr bwMode="gray">
          <a:xfrm>
            <a:off x="11570400" y="259200"/>
            <a:ext cx="360000" cy="360000"/>
          </a:xfrm>
          <a:blipFill>
            <a:blip r:embed="rId5">
              <a:extLst>
                <a:ext uri="{96DAC541-7B7A-43D3-8B79-37D633B846F1}">
                  <asvg:svgBlip xmlns:asvg="http://schemas.microsoft.com/office/drawing/2016/SVG/main" r:embed="rId6"/>
                </a:ext>
              </a:extLst>
            </a:blip>
            <a:srcRect/>
            <a:stretch>
              <a:fillRect t="-1352" b="-1352"/>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4" name="Topline">
            <a:extLst>
              <a:ext uri="{FF2B5EF4-FFF2-40B4-BE49-F238E27FC236}">
                <a16:creationId xmlns:a16="http://schemas.microsoft.com/office/drawing/2014/main" id="{D2756035-617A-8345-5881-80E7F3C81083}"/>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7" name="Titel 6">
            <a:extLst>
              <a:ext uri="{FF2B5EF4-FFF2-40B4-BE49-F238E27FC236}">
                <a16:creationId xmlns:a16="http://schemas.microsoft.com/office/drawing/2014/main" id="{48347A0D-1277-35FE-8A9F-6D89651F885B}"/>
              </a:ext>
            </a:extLst>
          </p:cNvPr>
          <p:cNvSpPr>
            <a:spLocks noGrp="1"/>
          </p:cNvSpPr>
          <p:nvPr>
            <p:ph type="title"/>
          </p:nvPr>
        </p:nvSpPr>
        <p:spPr bwMode="gray">
          <a:xfrm>
            <a:off x="695324" y="922812"/>
            <a:ext cx="10296000" cy="1282226"/>
          </a:xfrm>
        </p:spPr>
        <p:txBody>
          <a:bodyPr/>
          <a:lstStyle>
            <a:lvl1pPr>
              <a:defRPr sz="5400"/>
            </a:lvl1pPr>
          </a:lstStyle>
          <a:p>
            <a:r>
              <a:rPr lang="de-DE"/>
              <a:t>Mastertitelformat bearbeiten</a:t>
            </a:r>
            <a:endParaRPr lang="de-DE" dirty="0"/>
          </a:p>
        </p:txBody>
      </p:sp>
      <p:sp>
        <p:nvSpPr>
          <p:cNvPr id="11" name="Banderole">
            <a:extLst>
              <a:ext uri="{FF2B5EF4-FFF2-40B4-BE49-F238E27FC236}">
                <a16:creationId xmlns:a16="http://schemas.microsoft.com/office/drawing/2014/main" id="{5E08BAA3-55D9-09D4-DB03-68E6870BA818}"/>
              </a:ext>
            </a:extLst>
          </p:cNvPr>
          <p:cNvSpPr>
            <a:spLocks noGrp="1"/>
          </p:cNvSpPr>
          <p:nvPr>
            <p:ph type="body" sz="quarter" idx="29"/>
          </p:nvPr>
        </p:nvSpPr>
        <p:spPr bwMode="gray">
          <a:xfrm>
            <a:off x="693365" y="2204864"/>
            <a:ext cx="4680000" cy="2394792"/>
          </a:xfrm>
          <a:prstGeom prst="round2DiagRect">
            <a:avLst>
              <a:gd name="adj1" fmla="val 15679"/>
              <a:gd name="adj2" fmla="val 0"/>
            </a:avLst>
          </a:prstGeom>
          <a:gradFill>
            <a:gsLst>
              <a:gs pos="100000">
                <a:schemeClr val="bg2">
                  <a:lumMod val="75000"/>
                </a:schemeClr>
              </a:gs>
              <a:gs pos="78000">
                <a:schemeClr val="bg2"/>
              </a:gs>
              <a:gs pos="0">
                <a:srgbClr val="9B348E">
                  <a:alpha val="72000"/>
                </a:srgbClr>
              </a:gs>
              <a:gs pos="37000">
                <a:schemeClr val="bg2">
                  <a:alpha val="75000"/>
                </a:schemeClr>
              </a:gs>
            </a:gsLst>
            <a:lin ang="12600000" scaled="0"/>
          </a:gradFill>
        </p:spPr>
        <p:txBody>
          <a:bodyPr wrap="square" lIns="288000" tIns="216000" rIns="288000" bIns="288000" numCol="1" spcCol="576000" anchor="t" anchorCtr="0">
            <a:spAutoFit/>
          </a:bodyPr>
          <a:lstStyle>
            <a:lvl1pPr>
              <a:defRPr>
                <a:solidFill>
                  <a:schemeClr val="bg1"/>
                </a:solidFill>
              </a:defRPr>
            </a:lvl1pPr>
            <a:lvl2pPr>
              <a:defRPr>
                <a:solidFill>
                  <a:schemeClr val="bg1"/>
                </a:solidFill>
              </a:defRPr>
            </a:lvl2pPr>
            <a:lvl3pPr marL="180000" indent="-180000">
              <a:buClr>
                <a:schemeClr val="bg1"/>
              </a:buClr>
              <a:buFont typeface="Arial" panose="020B0604020202020204" pitchFamily="34" charset="0"/>
              <a:buChar cha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defRPr>
                <a:solidFill>
                  <a:schemeClr val="bg1"/>
                </a:solidFill>
              </a:defRPr>
            </a:lvl6pPr>
            <a:lvl7pP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5" name="Bildplatzhalter 14">
            <a:extLst>
              <a:ext uri="{FF2B5EF4-FFF2-40B4-BE49-F238E27FC236}">
                <a16:creationId xmlns:a16="http://schemas.microsoft.com/office/drawing/2014/main" id="{DE862A8C-8289-C0CF-7809-1DB047491227}"/>
              </a:ext>
              <a:ext uri="{C183D7F6-B498-43B3-948B-1728B52AA6E4}">
                <adec:decorative xmlns:adec="http://schemas.microsoft.com/office/drawing/2017/decorative" val="1"/>
              </a:ext>
            </a:extLst>
          </p:cNvPr>
          <p:cNvSpPr>
            <a:spLocks noGrp="1"/>
          </p:cNvSpPr>
          <p:nvPr>
            <p:ph type="pic" sz="quarter" idx="31"/>
          </p:nvPr>
        </p:nvSpPr>
        <p:spPr bwMode="gray">
          <a:xfrm>
            <a:off x="0" y="0"/>
            <a:ext cx="12196800" cy="6453352"/>
          </a:xfrm>
        </p:spPr>
        <p:txBody>
          <a:bodyPr/>
          <a:lstStyle>
            <a:lvl1pPr>
              <a:defRPr sz="800">
                <a:noFill/>
              </a:defRPr>
            </a:lvl1pPr>
          </a:lstStyle>
          <a:p>
            <a:r>
              <a:rPr lang="de-DE"/>
              <a:t>Bild durch Klicken auf Symbol hinzufügen</a:t>
            </a:r>
            <a:endParaRPr lang="de-DE" dirty="0"/>
          </a:p>
        </p:txBody>
      </p:sp>
      <p:sp>
        <p:nvSpPr>
          <p:cNvPr id="9" name="Datumsplatzhalter 8">
            <a:extLst>
              <a:ext uri="{FF2B5EF4-FFF2-40B4-BE49-F238E27FC236}">
                <a16:creationId xmlns:a16="http://schemas.microsoft.com/office/drawing/2014/main" id="{9BF64D5E-3628-3DF9-D59E-DEDA05139922}"/>
              </a:ext>
            </a:extLst>
          </p:cNvPr>
          <p:cNvSpPr>
            <a:spLocks noGrp="1"/>
          </p:cNvSpPr>
          <p:nvPr>
            <p:ph type="dt" sz="half" idx="32"/>
          </p:nvPr>
        </p:nvSpPr>
        <p:spPr bwMode="gray"/>
        <p:txBody>
          <a:bodyPr/>
          <a:lstStyle/>
          <a:p>
            <a:r>
              <a:rPr lang="de-DE"/>
              <a:t>Intern, TT.MM.JJJJ</a:t>
            </a:r>
            <a:endParaRPr lang="de-DE" sz="800" dirty="0"/>
          </a:p>
        </p:txBody>
      </p:sp>
      <p:sp>
        <p:nvSpPr>
          <p:cNvPr id="19" name="Foliennummernplatzhalter 18">
            <a:extLst>
              <a:ext uri="{FF2B5EF4-FFF2-40B4-BE49-F238E27FC236}">
                <a16:creationId xmlns:a16="http://schemas.microsoft.com/office/drawing/2014/main" id="{F4132E7F-E3FA-E24B-4C24-2C2238394F0D}"/>
              </a:ext>
            </a:extLst>
          </p:cNvPr>
          <p:cNvSpPr>
            <a:spLocks noGrp="1"/>
          </p:cNvSpPr>
          <p:nvPr>
            <p:ph type="sldNum" sz="quarter" idx="34"/>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1745388447"/>
      </p:ext>
    </p:extLst>
  </p:cSld>
  <p:clrMapOvr>
    <a:masterClrMapping/>
  </p:clrMapOvr>
  <p:transition>
    <p:fade/>
  </p:transition>
  <p:extLst>
    <p:ext uri="{DCECCB84-F9BA-43D5-87BE-67443E8EF086}">
      <p15:sldGuideLst xmlns:p15="http://schemas.microsoft.com/office/powerpoint/2012/main">
        <p15:guide id="1" pos="6924">
          <p15:clr>
            <a:srgbClr val="FBAE40"/>
          </p15:clr>
        </p15:guide>
        <p15:guide id="2" pos="6698">
          <p15:clr>
            <a:srgbClr val="FBAE40"/>
          </p15:clr>
        </p15:guide>
        <p15:guide id="3" pos="3386">
          <p15:clr>
            <a:srgbClr val="FBAE40"/>
          </p15:clr>
        </p15:guide>
        <p15:guide id="4" pos="3749">
          <p15:clr>
            <a:srgbClr val="FBAE40"/>
          </p15:clr>
        </p15:guide>
        <p15:guide id="5" orient="horz" pos="4065" userDrawn="1">
          <p15:clr>
            <a:srgbClr val="FBAE40"/>
          </p15:clr>
        </p15:guide>
        <p15:guide id="6" orient="horz" pos="98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box auf dunklem Bild">
    <p:bg>
      <p:bgPr>
        <a:solidFill>
          <a:schemeClr val="bg1"/>
        </a:solidFill>
        <a:effectLst/>
      </p:bgPr>
    </p:bg>
    <p:spTree>
      <p:nvGrpSpPr>
        <p:cNvPr id="1" name=""/>
        <p:cNvGrpSpPr/>
        <p:nvPr/>
      </p:nvGrpSpPr>
      <p:grpSpPr>
        <a:xfrm>
          <a:off x="0" y="0"/>
          <a:ext cx="0" cy="0"/>
          <a:chOff x="0" y="0"/>
          <a:chExt cx="0" cy="0"/>
        </a:xfrm>
      </p:grpSpPr>
      <p:sp>
        <p:nvSpPr>
          <p:cNvPr id="20" name="Rechteck 19">
            <a:extLst>
              <a:ext uri="{FF2B5EF4-FFF2-40B4-BE49-F238E27FC236}">
                <a16:creationId xmlns:a16="http://schemas.microsoft.com/office/drawing/2014/main" id="{9D5BBD66-22CA-F864-D624-C5F10569787A}"/>
              </a:ext>
            </a:extLst>
          </p:cNvPr>
          <p:cNvSpPr/>
          <p:nvPr userDrawn="1"/>
        </p:nvSpPr>
        <p:spPr bwMode="gray">
          <a:xfrm>
            <a:off x="0" y="-12531"/>
            <a:ext cx="12192000" cy="6465719"/>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grpSp>
        <p:nvGrpSpPr>
          <p:cNvPr id="6" name="Hinweis Bild">
            <a:extLst>
              <a:ext uri="{FF2B5EF4-FFF2-40B4-BE49-F238E27FC236}">
                <a16:creationId xmlns:a16="http://schemas.microsoft.com/office/drawing/2014/main" id="{0003273B-CC88-CB3F-044D-E6DF4F0ED200}"/>
              </a:ext>
              <a:ext uri="{C183D7F6-B498-43B3-948B-1728B52AA6E4}">
                <adec:decorative xmlns:adec="http://schemas.microsoft.com/office/drawing/2017/decorative" val="1"/>
              </a:ext>
            </a:extLst>
          </p:cNvPr>
          <p:cNvGrpSpPr>
            <a:grpSpLocks noGrp="1" noUngrp="1" noRot="1" noMove="1" noResize="1"/>
          </p:cNvGrpSpPr>
          <p:nvPr userDrawn="1"/>
        </p:nvGrpSpPr>
        <p:grpSpPr bwMode="gray">
          <a:xfrm>
            <a:off x="12265536" y="0"/>
            <a:ext cx="1967368" cy="5227668"/>
            <a:chOff x="-2203588" y="-257857"/>
            <a:chExt cx="1967368" cy="5227668"/>
          </a:xfrm>
        </p:grpSpPr>
        <p:sp>
          <p:nvSpPr>
            <p:cNvPr id="9" name="Hinweis">
              <a:extLst>
                <a:ext uri="{FF2B5EF4-FFF2-40B4-BE49-F238E27FC236}">
                  <a16:creationId xmlns:a16="http://schemas.microsoft.com/office/drawing/2014/main" id="{2FAAEBC0-67E7-7F88-8B35-AD262A8AF01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2184920" y="-257857"/>
              <a:ext cx="1944216" cy="320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bIns="108000" rtlCol="0" anchor="b" anchorCtr="0">
              <a:spAutoFit/>
            </a:bodyPr>
            <a:lstStyle/>
            <a:p>
              <a:pPr marL="0" marR="0" lvl="0"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200" b="0" i="0" u="none" strike="noStrike" kern="1200" cap="none" spc="0" normalizeH="0" baseline="0" noProof="0" dirty="0">
                  <a:ln>
                    <a:noFill/>
                  </a:ln>
                  <a:solidFill>
                    <a:srgbClr val="000000"/>
                  </a:solidFill>
                  <a:effectLst/>
                  <a:uLnTx/>
                  <a:uFillTx/>
                  <a:latin typeface="Sparkasse Head"/>
                  <a:ea typeface="+mn-ea"/>
                  <a:cs typeface="+mn-cs"/>
                </a:rPr>
                <a:t>Bitte beachten:</a:t>
              </a:r>
            </a:p>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100" b="0" i="0" u="none" strike="noStrike" kern="1200" cap="none" spc="0" normalizeH="0" baseline="0" noProof="0" dirty="0">
                  <a:ln>
                    <a:noFill/>
                  </a:ln>
                  <a:solidFill>
                    <a:srgbClr val="000000"/>
                  </a:solidFill>
                  <a:effectLst/>
                  <a:uLnTx/>
                  <a:uFillTx/>
                  <a:latin typeface="Sparkasse Lt"/>
                  <a:ea typeface="+mn-ea"/>
                  <a:cs typeface="+mn-cs"/>
                </a:rPr>
                <a:t>Damit der Bildplatzhalter </a:t>
              </a:r>
              <a:br>
                <a:rPr kumimoji="0" lang="de-DE" sz="1100" b="0" i="0" u="none" strike="noStrike" kern="1200" cap="none" spc="0" normalizeH="0" baseline="0" noProof="0" dirty="0">
                  <a:ln>
                    <a:noFill/>
                  </a:ln>
                  <a:solidFill>
                    <a:srgbClr val="000000"/>
                  </a:solidFill>
                  <a:effectLst/>
                  <a:uLnTx/>
                  <a:uFillTx/>
                  <a:latin typeface="Sparkasse Lt"/>
                  <a:ea typeface="+mn-ea"/>
                  <a:cs typeface="+mn-cs"/>
                </a:rPr>
              </a:br>
              <a:r>
                <a:rPr kumimoji="0" lang="de-DE" sz="1100" b="0" i="0" u="none" strike="noStrike" kern="1200" cap="none" spc="0" normalizeH="0" baseline="0" noProof="0" dirty="0">
                  <a:ln>
                    <a:noFill/>
                  </a:ln>
                  <a:solidFill>
                    <a:srgbClr val="000000"/>
                  </a:solidFill>
                  <a:effectLst/>
                  <a:uLnTx/>
                  <a:uFillTx/>
                  <a:latin typeface="Sparkasse Lt"/>
                  <a:ea typeface="+mn-ea"/>
                  <a:cs typeface="+mn-cs"/>
                </a:rPr>
                <a:t>für das Hintergrundbild einfacher </a:t>
              </a:r>
              <a:r>
                <a:rPr kumimoji="0" lang="de-DE" sz="1100" b="0" i="0" u="none" strike="noStrike" kern="1200" cap="none" spc="0" normalizeH="0" baseline="0" noProof="0" dirty="0" err="1">
                  <a:ln>
                    <a:noFill/>
                  </a:ln>
                  <a:solidFill>
                    <a:srgbClr val="000000"/>
                  </a:solidFill>
                  <a:effectLst/>
                  <a:uLnTx/>
                  <a:uFillTx/>
                  <a:latin typeface="Sparkasse Lt"/>
                  <a:ea typeface="+mn-ea"/>
                  <a:cs typeface="+mn-cs"/>
                </a:rPr>
                <a:t>mithilfe</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 des Symbols befüllt werden kann, liegt dieser im Vordergrund der Folie. Wenn Sie das Bild eingesetzt haben, müssen Sie dieses </a:t>
              </a:r>
              <a:r>
                <a:rPr kumimoji="0" lang="de-DE" sz="1100" b="0" i="0" u="none" strike="noStrike" kern="1200" cap="none" spc="0" normalizeH="0" baseline="0" noProof="0" dirty="0">
                  <a:ln>
                    <a:noFill/>
                  </a:ln>
                  <a:solidFill>
                    <a:srgbClr val="000000"/>
                  </a:solidFill>
                  <a:effectLst/>
                  <a:uLnTx/>
                  <a:uFillTx/>
                  <a:latin typeface="+mj-lt"/>
                  <a:ea typeface="+mn-ea"/>
                  <a:cs typeface="+mn-cs"/>
                </a:rPr>
                <a:t>in den Hintergrund </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der Folie setzen, damit  die übrigen Elemente sicht- und editierbar werden. Das geht ganz einfach: Bild markieren, Menü „Start“ &gt;  „Anordnen“ &gt; „In den Hintergrund“).</a:t>
              </a:r>
            </a:p>
          </p:txBody>
        </p:sp>
        <p:pic>
          <p:nvPicPr>
            <p:cNvPr id="10" name="Grafik 9">
              <a:extLst>
                <a:ext uri="{FF2B5EF4-FFF2-40B4-BE49-F238E27FC236}">
                  <a16:creationId xmlns:a16="http://schemas.microsoft.com/office/drawing/2014/main" id="{19B9CC40-5AAC-3394-8ADF-52ECAD2777A5}"/>
                </a:ext>
              </a:extLst>
            </p:cNvPr>
            <p:cNvPicPr>
              <a:picLocks noGrp="1" noRot="1" noMove="1" noResize="1" noEditPoints="1" noAdjustHandles="1" noChangeArrowheads="1" noChangeShapeType="1" noCrop="1"/>
            </p:cNvPicPr>
            <p:nvPr userDrawn="1"/>
          </p:nvPicPr>
          <p:blipFill>
            <a:blip r:embed="rId2"/>
            <a:stretch>
              <a:fillRect/>
            </a:stretch>
          </p:blipFill>
          <p:spPr bwMode="gray">
            <a:xfrm>
              <a:off x="-2184704" y="2924944"/>
              <a:ext cx="1944000" cy="2044867"/>
            </a:xfrm>
            <a:prstGeom prst="rect">
              <a:avLst/>
            </a:prstGeom>
          </p:spPr>
        </p:pic>
        <p:sp>
          <p:nvSpPr>
            <p:cNvPr id="12" name="Rechteck 11">
              <a:extLst>
                <a:ext uri="{FF2B5EF4-FFF2-40B4-BE49-F238E27FC236}">
                  <a16:creationId xmlns:a16="http://schemas.microsoft.com/office/drawing/2014/main" id="{887F896A-75FD-4EC7-380B-6501A86C1313}"/>
                </a:ext>
              </a:extLst>
            </p:cNvPr>
            <p:cNvSpPr>
              <a:spLocks noGrp="1" noRot="1" noMove="1" noResize="1" noEditPoints="1" noAdjustHandles="1" noChangeArrowheads="1" noChangeShapeType="1"/>
            </p:cNvSpPr>
            <p:nvPr userDrawn="1"/>
          </p:nvSpPr>
          <p:spPr bwMode="gray">
            <a:xfrm>
              <a:off x="-2203588" y="4192704"/>
              <a:ext cx="1967368" cy="280236"/>
            </a:xfrm>
            <a:prstGeom prst="rect">
              <a:avLst/>
            </a:prstGeom>
            <a:solidFill>
              <a:schemeClr val="tx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grpSp>
      <p:sp>
        <p:nvSpPr>
          <p:cNvPr id="13" name="Linie L">
            <a:extLst>
              <a:ext uri="{FF2B5EF4-FFF2-40B4-BE49-F238E27FC236}">
                <a16:creationId xmlns:a16="http://schemas.microsoft.com/office/drawing/2014/main" id="{30D00D3A-2F34-D350-3EE4-26133069E9EA}"/>
              </a:ext>
              <a:ext uri="{C183D7F6-B498-43B3-948B-1728B52AA6E4}">
                <adec:decorative xmlns:adec="http://schemas.microsoft.com/office/drawing/2017/decorative" val="1"/>
              </a:ext>
            </a:extLst>
          </p:cNvPr>
          <p:cNvSpPr>
            <a:spLocks noGrp="1"/>
          </p:cNvSpPr>
          <p:nvPr>
            <p:ph type="pic" sz="quarter" idx="30"/>
          </p:nvPr>
        </p:nvSpPr>
        <p:spPr bwMode="gray">
          <a:xfrm>
            <a:off x="0" y="260727"/>
            <a:ext cx="171450" cy="6048000"/>
          </a:xfrm>
          <a:blipFill>
            <a:blip r:embed="rId3">
              <a:lum bright="100000"/>
              <a:extLst>
                <a:ext uri="{96DAC541-7B7A-43D3-8B79-37D633B846F1}">
                  <asvg:svgBlip xmlns:asvg="http://schemas.microsoft.com/office/drawing/2016/SVG/main" r:embed="rId4"/>
                </a:ext>
              </a:extLst>
            </a:blip>
            <a:srcRect/>
            <a:stretch>
              <a:fillRect l="-4179" r="26528"/>
            </a:stretch>
          </a:blipFill>
        </p:spPr>
        <p:txBody>
          <a:bodyPr/>
          <a:lstStyle>
            <a:lvl1pPr>
              <a:defRPr sz="800">
                <a:noFill/>
              </a:defRPr>
            </a:lvl1pPr>
          </a:lstStyle>
          <a:p>
            <a:r>
              <a:rPr lang="de-DE"/>
              <a:t>Bild durch Klicken auf Symbol hinzufügen</a:t>
            </a:r>
            <a:endParaRPr lang="de-DE" dirty="0"/>
          </a:p>
        </p:txBody>
      </p:sp>
      <p:sp>
        <p:nvSpPr>
          <p:cNvPr id="8" name="Logo">
            <a:extLst>
              <a:ext uri="{FF2B5EF4-FFF2-40B4-BE49-F238E27FC236}">
                <a16:creationId xmlns:a16="http://schemas.microsoft.com/office/drawing/2014/main" id="{AAEBA93A-ACB5-28BB-AEB1-E4DBD7210D46}"/>
              </a:ext>
              <a:ext uri="{C183D7F6-B498-43B3-948B-1728B52AA6E4}">
                <adec:decorative xmlns:adec="http://schemas.microsoft.com/office/drawing/2017/decorative" val="1"/>
              </a:ext>
            </a:extLst>
          </p:cNvPr>
          <p:cNvSpPr>
            <a:spLocks noGrp="1"/>
          </p:cNvSpPr>
          <p:nvPr>
            <p:ph type="pic" sz="quarter" idx="17"/>
          </p:nvPr>
        </p:nvSpPr>
        <p:spPr bwMode="gray">
          <a:xfrm>
            <a:off x="11570400" y="259200"/>
            <a:ext cx="360000" cy="360000"/>
          </a:xfrm>
          <a:blipFill>
            <a:blip r:embed="rId5">
              <a:extLst>
                <a:ext uri="{96DAC541-7B7A-43D3-8B79-37D633B846F1}">
                  <asvg:svgBlip xmlns:asvg="http://schemas.microsoft.com/office/drawing/2016/SVG/main" r:embed="rId6"/>
                </a:ext>
              </a:extLst>
            </a:blip>
            <a:srcRect/>
            <a:stretch>
              <a:fillRect t="-1352" b="-1352"/>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4" name="Topline">
            <a:extLst>
              <a:ext uri="{FF2B5EF4-FFF2-40B4-BE49-F238E27FC236}">
                <a16:creationId xmlns:a16="http://schemas.microsoft.com/office/drawing/2014/main" id="{D2756035-617A-8345-5881-80E7F3C81083}"/>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1"/>
                </a:solidFill>
                <a:latin typeface="+mn-lt"/>
              </a:defRPr>
            </a:lvl1pPr>
            <a:lvl2pPr marL="0" indent="0">
              <a:spcAft>
                <a:spcPts val="0"/>
              </a:spcAft>
              <a:buFontTx/>
              <a:buNone/>
              <a:defRPr sz="1400">
                <a:solidFill>
                  <a:schemeClr val="bg1"/>
                </a:solidFill>
                <a:latin typeface="+mn-lt"/>
              </a:defRPr>
            </a:lvl2pPr>
            <a:lvl3pPr marL="0" indent="0">
              <a:spcAft>
                <a:spcPts val="0"/>
              </a:spcAft>
              <a:buFontTx/>
              <a:buNone/>
              <a:defRPr sz="1400">
                <a:solidFill>
                  <a:schemeClr val="bg1"/>
                </a:solidFill>
                <a:latin typeface="+mn-lt"/>
              </a:defRPr>
            </a:lvl3pPr>
            <a:lvl4pPr marL="0" indent="0">
              <a:spcAft>
                <a:spcPts val="0"/>
              </a:spcAft>
              <a:buFontTx/>
              <a:buNone/>
              <a:defRPr sz="1400">
                <a:solidFill>
                  <a:schemeClr val="bg1"/>
                </a:solidFill>
                <a:latin typeface="+mn-lt"/>
              </a:defRPr>
            </a:lvl4pPr>
            <a:lvl5pPr marL="0" indent="0">
              <a:spcAft>
                <a:spcPts val="0"/>
              </a:spcAft>
              <a:buFontTx/>
              <a:buNone/>
              <a:defRPr sz="1400">
                <a:solidFill>
                  <a:schemeClr val="bg1"/>
                </a:solidFill>
                <a:latin typeface="+mn-lt"/>
              </a:defRPr>
            </a:lvl5pPr>
            <a:lvl6pPr marL="0" indent="0">
              <a:spcAft>
                <a:spcPts val="0"/>
              </a:spcAft>
              <a:buFontTx/>
              <a:buNone/>
              <a:defRPr sz="1400">
                <a:solidFill>
                  <a:schemeClr val="bg1"/>
                </a:solidFill>
                <a:latin typeface="+mn-lt"/>
              </a:defRPr>
            </a:lvl6pPr>
            <a:lvl7pPr marL="0" indent="0">
              <a:spcAft>
                <a:spcPts val="0"/>
              </a:spcAft>
              <a:buFontTx/>
              <a:buNone/>
              <a:defRPr sz="1400">
                <a:solidFill>
                  <a:schemeClr val="bg1"/>
                </a:solidFill>
                <a:latin typeface="+mn-lt"/>
              </a:defRPr>
            </a:lvl7pPr>
            <a:lvl8pPr marL="0" indent="0">
              <a:spcAft>
                <a:spcPts val="0"/>
              </a:spcAft>
              <a:buFontTx/>
              <a:buNone/>
              <a:defRPr sz="1400">
                <a:solidFill>
                  <a:schemeClr val="bg1"/>
                </a:solidFill>
                <a:latin typeface="+mn-lt"/>
              </a:defRPr>
            </a:lvl8pPr>
            <a:lvl9pPr marL="0" indent="0">
              <a:spcAft>
                <a:spcPts val="0"/>
              </a:spcAft>
              <a:buFontTx/>
              <a:buNone/>
              <a:defRPr sz="1400">
                <a:solidFill>
                  <a:schemeClr val="bg1"/>
                </a:solidFill>
                <a:latin typeface="+mn-lt"/>
              </a:defRPr>
            </a:lvl9pPr>
          </a:lstStyle>
          <a:p>
            <a:pPr lvl="0"/>
            <a:r>
              <a:rPr lang="de-DE" dirty="0"/>
              <a:t>Optionale </a:t>
            </a:r>
            <a:r>
              <a:rPr lang="de-DE" dirty="0" err="1"/>
              <a:t>Topline</a:t>
            </a:r>
            <a:r>
              <a:rPr lang="de-DE" dirty="0"/>
              <a:t> hinzufügen</a:t>
            </a:r>
          </a:p>
        </p:txBody>
      </p:sp>
      <p:sp>
        <p:nvSpPr>
          <p:cNvPr id="7" name="Titel 6">
            <a:extLst>
              <a:ext uri="{FF2B5EF4-FFF2-40B4-BE49-F238E27FC236}">
                <a16:creationId xmlns:a16="http://schemas.microsoft.com/office/drawing/2014/main" id="{48347A0D-1277-35FE-8A9F-6D89651F885B}"/>
              </a:ext>
            </a:extLst>
          </p:cNvPr>
          <p:cNvSpPr>
            <a:spLocks noGrp="1"/>
          </p:cNvSpPr>
          <p:nvPr>
            <p:ph type="title"/>
          </p:nvPr>
        </p:nvSpPr>
        <p:spPr bwMode="gray">
          <a:xfrm>
            <a:off x="695324" y="922812"/>
            <a:ext cx="10296000" cy="1282226"/>
          </a:xfrm>
        </p:spPr>
        <p:txBody>
          <a:bodyPr/>
          <a:lstStyle>
            <a:lvl1pPr>
              <a:buClr>
                <a:schemeClr val="bg2"/>
              </a:buClr>
              <a:defRPr sz="5400">
                <a:solidFill>
                  <a:schemeClr val="bg1"/>
                </a:solidFill>
              </a:defRPr>
            </a:lvl1pPr>
          </a:lstStyle>
          <a:p>
            <a:r>
              <a:rPr lang="de-DE"/>
              <a:t>Mastertitelformat bearbeiten</a:t>
            </a:r>
            <a:endParaRPr lang="de-DE" dirty="0"/>
          </a:p>
        </p:txBody>
      </p:sp>
      <p:sp>
        <p:nvSpPr>
          <p:cNvPr id="11" name="Banderole">
            <a:extLst>
              <a:ext uri="{FF2B5EF4-FFF2-40B4-BE49-F238E27FC236}">
                <a16:creationId xmlns:a16="http://schemas.microsoft.com/office/drawing/2014/main" id="{5E08BAA3-55D9-09D4-DB03-68E6870BA818}"/>
              </a:ext>
            </a:extLst>
          </p:cNvPr>
          <p:cNvSpPr>
            <a:spLocks noGrp="1"/>
          </p:cNvSpPr>
          <p:nvPr>
            <p:ph type="body" sz="quarter" idx="29"/>
          </p:nvPr>
        </p:nvSpPr>
        <p:spPr bwMode="gray">
          <a:xfrm>
            <a:off x="693365" y="2204864"/>
            <a:ext cx="4680000" cy="2394792"/>
          </a:xfrm>
          <a:prstGeom prst="round2DiagRect">
            <a:avLst>
              <a:gd name="adj1" fmla="val 15679"/>
              <a:gd name="adj2" fmla="val 0"/>
            </a:avLst>
          </a:prstGeom>
          <a:gradFill>
            <a:gsLst>
              <a:gs pos="0">
                <a:schemeClr val="bg1">
                  <a:alpha val="40000"/>
                </a:schemeClr>
              </a:gs>
              <a:gs pos="32000">
                <a:schemeClr val="bg1"/>
              </a:gs>
            </a:gsLst>
            <a:lin ang="13200000" scaled="0"/>
          </a:gradFill>
        </p:spPr>
        <p:txBody>
          <a:bodyPr wrap="square" lIns="288000" tIns="216000" rIns="288000" bIns="288000" numCol="1" spcCol="576000" anchor="t" anchorCtr="0">
            <a:spAutoFit/>
          </a:bodyPr>
          <a:lstStyle>
            <a:lvl1pPr>
              <a:defRPr>
                <a:solidFill>
                  <a:schemeClr val="bg2"/>
                </a:solidFill>
              </a:defRPr>
            </a:lvl1pPr>
            <a:lvl2pPr>
              <a:defRPr>
                <a:solidFill>
                  <a:schemeClr val="tx1"/>
                </a:solidFill>
              </a:defRPr>
            </a:lvl2pPr>
            <a:lvl3pPr marL="180000" indent="-180000">
              <a:buClr>
                <a:schemeClr val="bg2"/>
              </a:buClr>
              <a:buFont typeface="Arial" panose="020B0604020202020204" pitchFamily="34" charset="0"/>
              <a:buChar char="•"/>
              <a:defRPr>
                <a:solidFill>
                  <a:schemeClr val="tx1"/>
                </a:solidFill>
              </a:defRPr>
            </a:lvl3pPr>
            <a:lvl4pPr>
              <a:buClr>
                <a:schemeClr val="bg2"/>
              </a:buClr>
              <a:defRPr>
                <a:solidFill>
                  <a:schemeClr val="tx1"/>
                </a:solidFill>
              </a:defRPr>
            </a:lvl4pPr>
            <a:lvl5pPr>
              <a:buClr>
                <a:schemeClr val="bg2"/>
              </a:buClr>
              <a:defRPr>
                <a:solidFill>
                  <a:schemeClr val="tx1"/>
                </a:solidFill>
              </a:defRPr>
            </a:lvl5pPr>
            <a:lvl6pPr>
              <a:defRPr>
                <a:solidFill>
                  <a:schemeClr val="bg2"/>
                </a:solidFill>
              </a:defRPr>
            </a:lvl6pPr>
            <a:lvl7pPr>
              <a:defRPr>
                <a:solidFill>
                  <a:schemeClr val="tx1"/>
                </a:solidFill>
              </a:defRPr>
            </a:lvl7pPr>
            <a:lvl8pPr>
              <a:buClr>
                <a:schemeClr val="bg2"/>
              </a:buClr>
              <a:defRPr>
                <a:solidFill>
                  <a:schemeClr val="tx1"/>
                </a:solidFill>
              </a:defRPr>
            </a:lvl8pPr>
            <a:lvl9pPr>
              <a:buClr>
                <a:schemeClr val="bg2"/>
              </a:buClr>
              <a:defRPr>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5" name="Bildplatzhalter 14">
            <a:extLst>
              <a:ext uri="{FF2B5EF4-FFF2-40B4-BE49-F238E27FC236}">
                <a16:creationId xmlns:a16="http://schemas.microsoft.com/office/drawing/2014/main" id="{DE862A8C-8289-C0CF-7809-1DB047491227}"/>
              </a:ext>
              <a:ext uri="{C183D7F6-B498-43B3-948B-1728B52AA6E4}">
                <adec:decorative xmlns:adec="http://schemas.microsoft.com/office/drawing/2017/decorative" val="1"/>
              </a:ext>
            </a:extLst>
          </p:cNvPr>
          <p:cNvSpPr>
            <a:spLocks noGrp="1"/>
          </p:cNvSpPr>
          <p:nvPr>
            <p:ph type="pic" sz="quarter" idx="31"/>
          </p:nvPr>
        </p:nvSpPr>
        <p:spPr bwMode="gray">
          <a:xfrm>
            <a:off x="0" y="-12531"/>
            <a:ext cx="12196800" cy="6465883"/>
          </a:xfrm>
        </p:spPr>
        <p:txBody>
          <a:bodyPr/>
          <a:lstStyle>
            <a:lvl1pPr>
              <a:defRPr sz="800">
                <a:noFill/>
              </a:defRPr>
            </a:lvl1pPr>
          </a:lstStyle>
          <a:p>
            <a:r>
              <a:rPr lang="de-DE"/>
              <a:t>Bild durch Klicken auf Symbol hinzufügen</a:t>
            </a:r>
            <a:endParaRPr lang="de-DE" dirty="0"/>
          </a:p>
        </p:txBody>
      </p:sp>
      <p:sp>
        <p:nvSpPr>
          <p:cNvPr id="16" name="Datumsplatzhalter 15">
            <a:extLst>
              <a:ext uri="{FF2B5EF4-FFF2-40B4-BE49-F238E27FC236}">
                <a16:creationId xmlns:a16="http://schemas.microsoft.com/office/drawing/2014/main" id="{97BA07F8-A977-064F-B81A-08D8C213B48A}"/>
              </a:ext>
            </a:extLst>
          </p:cNvPr>
          <p:cNvSpPr>
            <a:spLocks noGrp="1"/>
          </p:cNvSpPr>
          <p:nvPr>
            <p:ph type="dt" sz="half" idx="32"/>
          </p:nvPr>
        </p:nvSpPr>
        <p:spPr bwMode="gray"/>
        <p:txBody>
          <a:bodyPr/>
          <a:lstStyle/>
          <a:p>
            <a:r>
              <a:rPr lang="de-DE"/>
              <a:t>Intern, TT.MM.JJJJ</a:t>
            </a:r>
            <a:endParaRPr lang="de-DE" sz="800" dirty="0"/>
          </a:p>
        </p:txBody>
      </p:sp>
      <p:sp>
        <p:nvSpPr>
          <p:cNvPr id="19" name="Foliennummernplatzhalter 18">
            <a:extLst>
              <a:ext uri="{FF2B5EF4-FFF2-40B4-BE49-F238E27FC236}">
                <a16:creationId xmlns:a16="http://schemas.microsoft.com/office/drawing/2014/main" id="{C9E66397-F174-0765-2159-C43D4BB6A38C}"/>
              </a:ext>
            </a:extLst>
          </p:cNvPr>
          <p:cNvSpPr>
            <a:spLocks noGrp="1"/>
          </p:cNvSpPr>
          <p:nvPr>
            <p:ph type="sldNum" sz="quarter" idx="34"/>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964109513"/>
      </p:ext>
    </p:extLst>
  </p:cSld>
  <p:clrMapOvr>
    <a:masterClrMapping/>
  </p:clrMapOvr>
  <p:transition>
    <p:fade/>
  </p:transition>
  <p:extLst>
    <p:ext uri="{DCECCB84-F9BA-43D5-87BE-67443E8EF086}">
      <p15:sldGuideLst xmlns:p15="http://schemas.microsoft.com/office/powerpoint/2012/main">
        <p15:guide id="1" pos="6924">
          <p15:clr>
            <a:srgbClr val="FBAE40"/>
          </p15:clr>
        </p15:guide>
        <p15:guide id="2" pos="6698">
          <p15:clr>
            <a:srgbClr val="FBAE40"/>
          </p15:clr>
        </p15:guide>
        <p15:guide id="3" pos="3386">
          <p15:clr>
            <a:srgbClr val="FBAE40"/>
          </p15:clr>
        </p15:guide>
        <p15:guide id="4" pos="3749">
          <p15:clr>
            <a:srgbClr val="FBAE40"/>
          </p15:clr>
        </p15:guide>
        <p15:guide id="5" orient="horz" pos="4065" userDrawn="1">
          <p15:clr>
            <a:srgbClr val="FBAE40"/>
          </p15:clr>
        </p15:guide>
        <p15:guide id="6" orient="horz" pos="98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Zitat auf hellem Bild">
    <p:bg>
      <p:bgPr>
        <a:solidFill>
          <a:schemeClr val="bg1"/>
        </a:solidFill>
        <a:effectLst/>
      </p:bgPr>
    </p:bg>
    <p:spTree>
      <p:nvGrpSpPr>
        <p:cNvPr id="1" name=""/>
        <p:cNvGrpSpPr/>
        <p:nvPr/>
      </p:nvGrpSpPr>
      <p:grpSpPr>
        <a:xfrm>
          <a:off x="0" y="0"/>
          <a:ext cx="0" cy="0"/>
          <a:chOff x="0" y="0"/>
          <a:chExt cx="0" cy="0"/>
        </a:xfrm>
      </p:grpSpPr>
      <p:sp>
        <p:nvSpPr>
          <p:cNvPr id="20" name="Rechteck 19">
            <a:extLst>
              <a:ext uri="{FF2B5EF4-FFF2-40B4-BE49-F238E27FC236}">
                <a16:creationId xmlns:a16="http://schemas.microsoft.com/office/drawing/2014/main" id="{110A159D-7C20-4AE1-5C6F-1BFA4E3DF4B9}"/>
              </a:ext>
            </a:extLst>
          </p:cNvPr>
          <p:cNvSpPr/>
          <p:nvPr userDrawn="1"/>
        </p:nvSpPr>
        <p:spPr bwMode="gray">
          <a:xfrm>
            <a:off x="0" y="-12531"/>
            <a:ext cx="12192000" cy="6465719"/>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grpSp>
        <p:nvGrpSpPr>
          <p:cNvPr id="4" name="Hinweis Bild">
            <a:extLst>
              <a:ext uri="{FF2B5EF4-FFF2-40B4-BE49-F238E27FC236}">
                <a16:creationId xmlns:a16="http://schemas.microsoft.com/office/drawing/2014/main" id="{60D93D94-7163-BA4E-5ACD-5B2E5D822289}"/>
              </a:ext>
              <a:ext uri="{C183D7F6-B498-43B3-948B-1728B52AA6E4}">
                <adec:decorative xmlns:adec="http://schemas.microsoft.com/office/drawing/2017/decorative" val="1"/>
              </a:ext>
            </a:extLst>
          </p:cNvPr>
          <p:cNvGrpSpPr>
            <a:grpSpLocks noGrp="1" noUngrp="1" noRot="1" noMove="1" noResize="1"/>
          </p:cNvGrpSpPr>
          <p:nvPr userDrawn="1"/>
        </p:nvGrpSpPr>
        <p:grpSpPr bwMode="gray">
          <a:xfrm>
            <a:off x="12265536" y="0"/>
            <a:ext cx="1967368" cy="5227668"/>
            <a:chOff x="-2203588" y="-257857"/>
            <a:chExt cx="1967368" cy="5227668"/>
          </a:xfrm>
        </p:grpSpPr>
        <p:sp>
          <p:nvSpPr>
            <p:cNvPr id="6" name="Hinweis">
              <a:extLst>
                <a:ext uri="{FF2B5EF4-FFF2-40B4-BE49-F238E27FC236}">
                  <a16:creationId xmlns:a16="http://schemas.microsoft.com/office/drawing/2014/main" id="{A0A6B65D-4614-2F1B-9EE8-23B5BC8C9F2D}"/>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2184920" y="-257857"/>
              <a:ext cx="1944216" cy="320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bIns="108000" rtlCol="0" anchor="b" anchorCtr="0">
              <a:spAutoFit/>
            </a:bodyPr>
            <a:lstStyle/>
            <a:p>
              <a:pPr marL="0" marR="0" lvl="0"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200" b="0" i="0" u="none" strike="noStrike" kern="1200" cap="none" spc="0" normalizeH="0" baseline="0" noProof="0" dirty="0">
                  <a:ln>
                    <a:noFill/>
                  </a:ln>
                  <a:solidFill>
                    <a:srgbClr val="000000"/>
                  </a:solidFill>
                  <a:effectLst/>
                  <a:uLnTx/>
                  <a:uFillTx/>
                  <a:latin typeface="Sparkasse Head"/>
                  <a:ea typeface="+mn-ea"/>
                  <a:cs typeface="+mn-cs"/>
                </a:rPr>
                <a:t>Bitte beachten:</a:t>
              </a:r>
            </a:p>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100" b="0" i="0" u="none" strike="noStrike" kern="1200" cap="none" spc="0" normalizeH="0" baseline="0" noProof="0" dirty="0">
                  <a:ln>
                    <a:noFill/>
                  </a:ln>
                  <a:solidFill>
                    <a:srgbClr val="000000"/>
                  </a:solidFill>
                  <a:effectLst/>
                  <a:uLnTx/>
                  <a:uFillTx/>
                  <a:latin typeface="Sparkasse Lt"/>
                  <a:ea typeface="+mn-ea"/>
                  <a:cs typeface="+mn-cs"/>
                </a:rPr>
                <a:t>Damit der Bildplatzhalter </a:t>
              </a:r>
              <a:br>
                <a:rPr kumimoji="0" lang="de-DE" sz="1100" b="0" i="0" u="none" strike="noStrike" kern="1200" cap="none" spc="0" normalizeH="0" baseline="0" noProof="0" dirty="0">
                  <a:ln>
                    <a:noFill/>
                  </a:ln>
                  <a:solidFill>
                    <a:srgbClr val="000000"/>
                  </a:solidFill>
                  <a:effectLst/>
                  <a:uLnTx/>
                  <a:uFillTx/>
                  <a:latin typeface="Sparkasse Lt"/>
                  <a:ea typeface="+mn-ea"/>
                  <a:cs typeface="+mn-cs"/>
                </a:rPr>
              </a:br>
              <a:r>
                <a:rPr kumimoji="0" lang="de-DE" sz="1100" b="0" i="0" u="none" strike="noStrike" kern="1200" cap="none" spc="0" normalizeH="0" baseline="0" noProof="0" dirty="0">
                  <a:ln>
                    <a:noFill/>
                  </a:ln>
                  <a:solidFill>
                    <a:srgbClr val="000000"/>
                  </a:solidFill>
                  <a:effectLst/>
                  <a:uLnTx/>
                  <a:uFillTx/>
                  <a:latin typeface="Sparkasse Lt"/>
                  <a:ea typeface="+mn-ea"/>
                  <a:cs typeface="+mn-cs"/>
                </a:rPr>
                <a:t>für das Hintergrundbild einfacher </a:t>
              </a:r>
              <a:r>
                <a:rPr kumimoji="0" lang="de-DE" sz="1100" b="0" i="0" u="none" strike="noStrike" kern="1200" cap="none" spc="0" normalizeH="0" baseline="0" noProof="0" dirty="0" err="1">
                  <a:ln>
                    <a:noFill/>
                  </a:ln>
                  <a:solidFill>
                    <a:srgbClr val="000000"/>
                  </a:solidFill>
                  <a:effectLst/>
                  <a:uLnTx/>
                  <a:uFillTx/>
                  <a:latin typeface="Sparkasse Lt"/>
                  <a:ea typeface="+mn-ea"/>
                  <a:cs typeface="+mn-cs"/>
                </a:rPr>
                <a:t>mithilfe</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 des Symbols befüllt werden kann, liegt dieser im Vordergrund der Folie. Wenn Sie das Bild eingesetzt haben, müssen Sie dieses </a:t>
              </a:r>
              <a:r>
                <a:rPr kumimoji="0" lang="de-DE" sz="1100" b="0" i="0" u="none" strike="noStrike" kern="1200" cap="none" spc="0" normalizeH="0" baseline="0" noProof="0" dirty="0">
                  <a:ln>
                    <a:noFill/>
                  </a:ln>
                  <a:solidFill>
                    <a:srgbClr val="000000"/>
                  </a:solidFill>
                  <a:effectLst/>
                  <a:uLnTx/>
                  <a:uFillTx/>
                  <a:latin typeface="+mj-lt"/>
                  <a:ea typeface="+mn-ea"/>
                  <a:cs typeface="+mn-cs"/>
                </a:rPr>
                <a:t>in den Hintergrund </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der Folie setzen, damit  die übrigen Elemente sicht- und editierbar werden. Das geht ganz einfach: Bild markieren, Menü „Start“ &gt;  „Anordnen“ &gt; „In den Hintergrund“).</a:t>
              </a:r>
            </a:p>
          </p:txBody>
        </p:sp>
        <p:pic>
          <p:nvPicPr>
            <p:cNvPr id="9" name="Grafik 8">
              <a:extLst>
                <a:ext uri="{FF2B5EF4-FFF2-40B4-BE49-F238E27FC236}">
                  <a16:creationId xmlns:a16="http://schemas.microsoft.com/office/drawing/2014/main" id="{C66EE809-4AFB-5565-6292-8F5812E88DA8}"/>
                </a:ext>
              </a:extLst>
            </p:cNvPr>
            <p:cNvPicPr>
              <a:picLocks noGrp="1" noRot="1" noMove="1" noResize="1" noEditPoints="1" noAdjustHandles="1" noChangeArrowheads="1" noChangeShapeType="1" noCrop="1"/>
            </p:cNvPicPr>
            <p:nvPr userDrawn="1"/>
          </p:nvPicPr>
          <p:blipFill>
            <a:blip r:embed="rId2"/>
            <a:stretch>
              <a:fillRect/>
            </a:stretch>
          </p:blipFill>
          <p:spPr bwMode="gray">
            <a:xfrm>
              <a:off x="-2184704" y="2924944"/>
              <a:ext cx="1944000" cy="2044867"/>
            </a:xfrm>
            <a:prstGeom prst="rect">
              <a:avLst/>
            </a:prstGeom>
          </p:spPr>
        </p:pic>
        <p:sp>
          <p:nvSpPr>
            <p:cNvPr id="12" name="Rechteck 11">
              <a:extLst>
                <a:ext uri="{FF2B5EF4-FFF2-40B4-BE49-F238E27FC236}">
                  <a16:creationId xmlns:a16="http://schemas.microsoft.com/office/drawing/2014/main" id="{2EC0A34D-EBA1-649A-F5F9-970D496519B9}"/>
                </a:ext>
              </a:extLst>
            </p:cNvPr>
            <p:cNvSpPr>
              <a:spLocks noGrp="1" noRot="1" noMove="1" noResize="1" noEditPoints="1" noAdjustHandles="1" noChangeArrowheads="1" noChangeShapeType="1"/>
            </p:cNvSpPr>
            <p:nvPr userDrawn="1"/>
          </p:nvSpPr>
          <p:spPr bwMode="gray">
            <a:xfrm>
              <a:off x="-2203588" y="4192704"/>
              <a:ext cx="1967368" cy="280236"/>
            </a:xfrm>
            <a:prstGeom prst="rect">
              <a:avLst/>
            </a:prstGeom>
            <a:solidFill>
              <a:schemeClr val="tx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grpSp>
      <p:sp>
        <p:nvSpPr>
          <p:cNvPr id="13" name="Linie L">
            <a:extLst>
              <a:ext uri="{FF2B5EF4-FFF2-40B4-BE49-F238E27FC236}">
                <a16:creationId xmlns:a16="http://schemas.microsoft.com/office/drawing/2014/main" id="{30D00D3A-2F34-D350-3EE4-26133069E9EA}"/>
              </a:ext>
              <a:ext uri="{C183D7F6-B498-43B3-948B-1728B52AA6E4}">
                <adec:decorative xmlns:adec="http://schemas.microsoft.com/office/drawing/2017/decorative" val="1"/>
              </a:ext>
            </a:extLst>
          </p:cNvPr>
          <p:cNvSpPr>
            <a:spLocks noGrp="1"/>
          </p:cNvSpPr>
          <p:nvPr>
            <p:ph type="pic" sz="quarter" idx="30"/>
          </p:nvPr>
        </p:nvSpPr>
        <p:spPr bwMode="gray">
          <a:xfrm>
            <a:off x="0" y="260727"/>
            <a:ext cx="171450" cy="6048000"/>
          </a:xfrm>
          <a:blipFill>
            <a:blip r:embed="rId3">
              <a:extLst>
                <a:ext uri="{96DAC541-7B7A-43D3-8B79-37D633B846F1}">
                  <asvg:svgBlip xmlns:asvg="http://schemas.microsoft.com/office/drawing/2016/SVG/main" r:embed="rId4"/>
                </a:ext>
              </a:extLst>
            </a:blip>
            <a:srcRect/>
            <a:stretch>
              <a:fillRect l="-4179" r="26528"/>
            </a:stretch>
          </a:blipFill>
        </p:spPr>
        <p:txBody>
          <a:bodyPr/>
          <a:lstStyle>
            <a:lvl1pPr>
              <a:defRPr sz="800">
                <a:noFill/>
              </a:defRPr>
            </a:lvl1pPr>
          </a:lstStyle>
          <a:p>
            <a:r>
              <a:rPr lang="de-DE"/>
              <a:t>Bild durch Klicken auf Symbol hinzufügen</a:t>
            </a:r>
            <a:endParaRPr lang="de-DE" dirty="0"/>
          </a:p>
        </p:txBody>
      </p:sp>
      <p:sp>
        <p:nvSpPr>
          <p:cNvPr id="8" name="Logo">
            <a:extLst>
              <a:ext uri="{FF2B5EF4-FFF2-40B4-BE49-F238E27FC236}">
                <a16:creationId xmlns:a16="http://schemas.microsoft.com/office/drawing/2014/main" id="{AAEBA93A-ACB5-28BB-AEB1-E4DBD7210D46}"/>
              </a:ext>
              <a:ext uri="{C183D7F6-B498-43B3-948B-1728B52AA6E4}">
                <adec:decorative xmlns:adec="http://schemas.microsoft.com/office/drawing/2017/decorative" val="1"/>
              </a:ext>
            </a:extLst>
          </p:cNvPr>
          <p:cNvSpPr>
            <a:spLocks noGrp="1"/>
          </p:cNvSpPr>
          <p:nvPr>
            <p:ph type="pic" sz="quarter" idx="17"/>
          </p:nvPr>
        </p:nvSpPr>
        <p:spPr bwMode="gray">
          <a:xfrm>
            <a:off x="11570400" y="259200"/>
            <a:ext cx="360000" cy="360000"/>
          </a:xfrm>
          <a:blipFill>
            <a:blip r:embed="rId5">
              <a:extLst>
                <a:ext uri="{96DAC541-7B7A-43D3-8B79-37D633B846F1}">
                  <asvg:svgBlip xmlns:asvg="http://schemas.microsoft.com/office/drawing/2016/SVG/main" r:embed="rId6"/>
                </a:ext>
              </a:extLst>
            </a:blip>
            <a:srcRect/>
            <a:stretch>
              <a:fillRect t="-1352" b="-1352"/>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11" name="Banderole">
            <a:extLst>
              <a:ext uri="{FF2B5EF4-FFF2-40B4-BE49-F238E27FC236}">
                <a16:creationId xmlns:a16="http://schemas.microsoft.com/office/drawing/2014/main" id="{5E08BAA3-55D9-09D4-DB03-68E6870BA818}"/>
              </a:ext>
            </a:extLst>
          </p:cNvPr>
          <p:cNvSpPr>
            <a:spLocks noGrp="1"/>
          </p:cNvSpPr>
          <p:nvPr>
            <p:ph type="body" sz="quarter" idx="29"/>
          </p:nvPr>
        </p:nvSpPr>
        <p:spPr bwMode="gray">
          <a:xfrm>
            <a:off x="693365" y="260648"/>
            <a:ext cx="6194724" cy="6048077"/>
          </a:xfrm>
          <a:prstGeom prst="round2DiagRect">
            <a:avLst>
              <a:gd name="adj1" fmla="val 14699"/>
              <a:gd name="adj2" fmla="val 0"/>
            </a:avLst>
          </a:prstGeom>
          <a:gradFill>
            <a:gsLst>
              <a:gs pos="100000">
                <a:schemeClr val="bg2">
                  <a:lumMod val="75000"/>
                </a:schemeClr>
              </a:gs>
              <a:gs pos="78000">
                <a:schemeClr val="bg2"/>
              </a:gs>
              <a:gs pos="0">
                <a:srgbClr val="9B348E">
                  <a:alpha val="72000"/>
                </a:srgbClr>
              </a:gs>
              <a:gs pos="37000">
                <a:schemeClr val="bg2">
                  <a:alpha val="75000"/>
                </a:schemeClr>
              </a:gs>
            </a:gsLst>
            <a:lin ang="12600000" scaled="0"/>
          </a:gradFill>
        </p:spPr>
        <p:txBody>
          <a:bodyPr wrap="square" lIns="324000" tIns="2016000" rIns="288000" bIns="288000" numCol="1" spcCol="576000" anchor="t" anchorCtr="0">
            <a:noAutofit/>
          </a:bodyPr>
          <a:lstStyle>
            <a:lvl1pPr>
              <a:defRPr sz="2400">
                <a:solidFill>
                  <a:schemeClr val="bg1"/>
                </a:solidFill>
                <a:latin typeface="+mn-lt"/>
              </a:defRPr>
            </a:lvl1pPr>
            <a:lvl2pPr marL="0" indent="0">
              <a:spcBef>
                <a:spcPts val="1200"/>
              </a:spcBef>
              <a:spcAft>
                <a:spcPts val="0"/>
              </a:spcAft>
              <a:buFontTx/>
              <a:buNone/>
              <a:defRPr sz="1200">
                <a:solidFill>
                  <a:schemeClr val="bg1"/>
                </a:solidFill>
                <a:latin typeface="+mj-lt"/>
              </a:defRPr>
            </a:lvl2pPr>
            <a:lvl3pPr marL="0" indent="0">
              <a:spcAft>
                <a:spcPts val="0"/>
              </a:spcAft>
              <a:buClr>
                <a:schemeClr val="bg1"/>
              </a:buClr>
              <a:buFontTx/>
              <a:buNone/>
              <a:defRPr sz="1200">
                <a:solidFill>
                  <a:schemeClr val="bg1"/>
                </a:solidFill>
                <a:latin typeface="+mj-lt"/>
              </a:defRPr>
            </a:lvl3pPr>
            <a:lvl4pPr marL="0" indent="0">
              <a:spcAft>
                <a:spcPts val="0"/>
              </a:spcAft>
              <a:buClr>
                <a:schemeClr val="bg1"/>
              </a:buClr>
              <a:buFontTx/>
              <a:buNone/>
              <a:defRPr sz="1200">
                <a:solidFill>
                  <a:schemeClr val="bg1"/>
                </a:solidFill>
                <a:latin typeface="+mj-lt"/>
              </a:defRPr>
            </a:lvl4pPr>
            <a:lvl5pPr marL="0" indent="0">
              <a:spcAft>
                <a:spcPts val="0"/>
              </a:spcAft>
              <a:buClr>
                <a:schemeClr val="bg1"/>
              </a:buClr>
              <a:buFontTx/>
              <a:buNone/>
              <a:defRPr sz="1200">
                <a:solidFill>
                  <a:schemeClr val="bg1"/>
                </a:solidFill>
                <a:latin typeface="+mj-lt"/>
              </a:defRPr>
            </a:lvl5pPr>
            <a:lvl6pPr marL="0" indent="0">
              <a:spcAft>
                <a:spcPts val="0"/>
              </a:spcAft>
              <a:buFontTx/>
              <a:buNone/>
              <a:defRPr sz="1200">
                <a:solidFill>
                  <a:schemeClr val="bg1"/>
                </a:solidFill>
                <a:latin typeface="+mj-lt"/>
              </a:defRPr>
            </a:lvl6pPr>
            <a:lvl7pPr marL="0" indent="0">
              <a:spcAft>
                <a:spcPts val="0"/>
              </a:spcAft>
              <a:buFontTx/>
              <a:buNone/>
              <a:defRPr sz="1200">
                <a:solidFill>
                  <a:schemeClr val="bg1"/>
                </a:solidFill>
                <a:latin typeface="+mj-lt"/>
              </a:defRPr>
            </a:lvl7pPr>
            <a:lvl8pPr marL="0" indent="0">
              <a:spcAft>
                <a:spcPts val="0"/>
              </a:spcAft>
              <a:buClr>
                <a:schemeClr val="bg1"/>
              </a:buClr>
              <a:buFontTx/>
              <a:buNone/>
              <a:defRPr sz="1200">
                <a:solidFill>
                  <a:schemeClr val="bg1"/>
                </a:solidFill>
                <a:latin typeface="+mj-lt"/>
              </a:defRPr>
            </a:lvl8pPr>
            <a:lvl9pPr marL="0" indent="0">
              <a:spcAft>
                <a:spcPts val="0"/>
              </a:spcAft>
              <a:buClr>
                <a:schemeClr val="bg1"/>
              </a:buClr>
              <a:buFontTx/>
              <a:buNone/>
              <a:defRPr sz="1200">
                <a:solidFill>
                  <a:schemeClr val="bg1"/>
                </a:solidFill>
                <a:latin typeface="+mj-lt"/>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Titel 6">
            <a:extLst>
              <a:ext uri="{FF2B5EF4-FFF2-40B4-BE49-F238E27FC236}">
                <a16:creationId xmlns:a16="http://schemas.microsoft.com/office/drawing/2014/main" id="{48347A0D-1277-35FE-8A9F-6D89651F885B}"/>
              </a:ext>
            </a:extLst>
          </p:cNvPr>
          <p:cNvSpPr>
            <a:spLocks noGrp="1"/>
          </p:cNvSpPr>
          <p:nvPr>
            <p:ph type="title"/>
          </p:nvPr>
        </p:nvSpPr>
        <p:spPr bwMode="gray">
          <a:xfrm>
            <a:off x="1271588" y="908720"/>
            <a:ext cx="5040312" cy="648618"/>
          </a:xfrm>
        </p:spPr>
        <p:txBody>
          <a:bodyPr/>
          <a:lstStyle>
            <a:lvl1pPr>
              <a:defRPr sz="3600">
                <a:solidFill>
                  <a:schemeClr val="bg1"/>
                </a:solidFill>
              </a:defRPr>
            </a:lvl1pPr>
          </a:lstStyle>
          <a:p>
            <a:r>
              <a:rPr lang="de-DE"/>
              <a:t>Mastertitelformat bearbeiten</a:t>
            </a:r>
            <a:endParaRPr lang="de-DE" dirty="0"/>
          </a:p>
        </p:txBody>
      </p:sp>
      <p:sp>
        <p:nvSpPr>
          <p:cNvPr id="10" name="Quote graphic">
            <a:extLst>
              <a:ext uri="{FF2B5EF4-FFF2-40B4-BE49-F238E27FC236}">
                <a16:creationId xmlns:a16="http://schemas.microsoft.com/office/drawing/2014/main" id="{25D06F83-171C-A81C-E3E6-3E9B69F58744}"/>
              </a:ext>
              <a:ext uri="{C183D7F6-B498-43B3-948B-1728B52AA6E4}">
                <adec:decorative xmlns:adec="http://schemas.microsoft.com/office/drawing/2017/decorative" val="1"/>
              </a:ext>
            </a:extLst>
          </p:cNvPr>
          <p:cNvSpPr>
            <a:spLocks noGrp="1" noChangeAspect="1"/>
          </p:cNvSpPr>
          <p:nvPr>
            <p:ph type="pic" sz="quarter" idx="32"/>
          </p:nvPr>
        </p:nvSpPr>
        <p:spPr bwMode="gray">
          <a:xfrm>
            <a:off x="1271464" y="1590774"/>
            <a:ext cx="864000" cy="866118"/>
          </a:xfrm>
          <a:blipFill>
            <a:blip r:embed="rId7">
              <a:extLst>
                <a:ext uri="{96DAC541-7B7A-43D3-8B79-37D633B846F1}">
                  <asvg:svgBlip xmlns:asvg="http://schemas.microsoft.com/office/drawing/2016/SVG/main" r:embed="rId8"/>
                </a:ext>
              </a:extLst>
            </a:blip>
            <a:srcRect/>
            <a:stretch>
              <a:fillRect l="-123" r="-123"/>
            </a:stretch>
          </a:blipFill>
        </p:spPr>
        <p:txBody>
          <a:bodyPr/>
          <a:lstStyle>
            <a:lvl1pPr>
              <a:defRPr sz="800">
                <a:noFill/>
              </a:defRPr>
            </a:lvl1pPr>
          </a:lstStyle>
          <a:p>
            <a:r>
              <a:rPr lang="de-DE"/>
              <a:t>Bild durch Klicken auf Symbol hinzufügen</a:t>
            </a:r>
            <a:endParaRPr lang="de-DE" dirty="0"/>
          </a:p>
        </p:txBody>
      </p:sp>
      <p:sp>
        <p:nvSpPr>
          <p:cNvPr id="15" name="Bildplatzhalter 14">
            <a:extLst>
              <a:ext uri="{FF2B5EF4-FFF2-40B4-BE49-F238E27FC236}">
                <a16:creationId xmlns:a16="http://schemas.microsoft.com/office/drawing/2014/main" id="{DE862A8C-8289-C0CF-7809-1DB047491227}"/>
              </a:ext>
              <a:ext uri="{C183D7F6-B498-43B3-948B-1728B52AA6E4}">
                <adec:decorative xmlns:adec="http://schemas.microsoft.com/office/drawing/2017/decorative" val="1"/>
              </a:ext>
            </a:extLst>
          </p:cNvPr>
          <p:cNvSpPr>
            <a:spLocks noGrp="1"/>
          </p:cNvSpPr>
          <p:nvPr>
            <p:ph type="pic" sz="quarter" idx="31"/>
          </p:nvPr>
        </p:nvSpPr>
        <p:spPr bwMode="gray">
          <a:xfrm>
            <a:off x="0" y="0"/>
            <a:ext cx="12196800" cy="6453352"/>
          </a:xfrm>
        </p:spPr>
        <p:txBody>
          <a:bodyPr/>
          <a:lstStyle>
            <a:lvl1pPr>
              <a:defRPr sz="800">
                <a:noFill/>
              </a:defRPr>
            </a:lvl1pPr>
          </a:lstStyle>
          <a:p>
            <a:r>
              <a:rPr lang="de-DE"/>
              <a:t>Bild durch Klicken auf Symbol hinzufügen</a:t>
            </a:r>
            <a:endParaRPr lang="de-DE" dirty="0"/>
          </a:p>
        </p:txBody>
      </p:sp>
      <p:sp>
        <p:nvSpPr>
          <p:cNvPr id="16" name="Datumsplatzhalter 15">
            <a:extLst>
              <a:ext uri="{FF2B5EF4-FFF2-40B4-BE49-F238E27FC236}">
                <a16:creationId xmlns:a16="http://schemas.microsoft.com/office/drawing/2014/main" id="{58B2C606-B800-9478-4DC0-270D3768F88C}"/>
              </a:ext>
            </a:extLst>
          </p:cNvPr>
          <p:cNvSpPr>
            <a:spLocks noGrp="1"/>
          </p:cNvSpPr>
          <p:nvPr>
            <p:ph type="dt" sz="half" idx="33"/>
          </p:nvPr>
        </p:nvSpPr>
        <p:spPr bwMode="gray"/>
        <p:txBody>
          <a:bodyPr/>
          <a:lstStyle/>
          <a:p>
            <a:r>
              <a:rPr lang="de-DE"/>
              <a:t>Intern, TT.MM.JJJJ</a:t>
            </a:r>
            <a:endParaRPr lang="de-DE" sz="800" dirty="0"/>
          </a:p>
        </p:txBody>
      </p:sp>
      <p:sp>
        <p:nvSpPr>
          <p:cNvPr id="19" name="Foliennummernplatzhalter 18">
            <a:extLst>
              <a:ext uri="{FF2B5EF4-FFF2-40B4-BE49-F238E27FC236}">
                <a16:creationId xmlns:a16="http://schemas.microsoft.com/office/drawing/2014/main" id="{6C1627F9-C221-2935-D72A-0FB7F1E9043F}"/>
              </a:ext>
            </a:extLst>
          </p:cNvPr>
          <p:cNvSpPr>
            <a:spLocks noGrp="1"/>
          </p:cNvSpPr>
          <p:nvPr>
            <p:ph type="sldNum" sz="quarter" idx="35"/>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1394768462"/>
      </p:ext>
    </p:extLst>
  </p:cSld>
  <p:clrMapOvr>
    <a:masterClrMapping/>
  </p:clrMapOvr>
  <p:transition>
    <p:fade/>
  </p:transition>
  <p:extLst>
    <p:ext uri="{DCECCB84-F9BA-43D5-87BE-67443E8EF086}">
      <p15:sldGuideLst xmlns:p15="http://schemas.microsoft.com/office/powerpoint/2012/main">
        <p15:guide id="1" pos="6924">
          <p15:clr>
            <a:srgbClr val="FBAE40"/>
          </p15:clr>
        </p15:guide>
        <p15:guide id="2" pos="6675">
          <p15:clr>
            <a:srgbClr val="FBAE40"/>
          </p15:clr>
        </p15:guide>
        <p15:guide id="3" pos="801">
          <p15:clr>
            <a:srgbClr val="FBAE40"/>
          </p15:clr>
        </p15:guide>
        <p15:guide id="5" orient="horz" pos="4065" userDrawn="1">
          <p15:clr>
            <a:srgbClr val="FBAE40"/>
          </p15:clr>
        </p15:guide>
        <p15:guide id="6" orient="horz" pos="981">
          <p15:clr>
            <a:srgbClr val="FBAE40"/>
          </p15:clr>
        </p15:guide>
        <p15:guide id="7" pos="397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Zitat auf dunklem Bild">
    <p:bg>
      <p:bgPr>
        <a:solidFill>
          <a:schemeClr val="bg1"/>
        </a:solidFill>
        <a:effectLst/>
      </p:bgPr>
    </p:bg>
    <p:spTree>
      <p:nvGrpSpPr>
        <p:cNvPr id="1" name=""/>
        <p:cNvGrpSpPr/>
        <p:nvPr/>
      </p:nvGrpSpPr>
      <p:grpSpPr>
        <a:xfrm>
          <a:off x="0" y="0"/>
          <a:ext cx="0" cy="0"/>
          <a:chOff x="0" y="0"/>
          <a:chExt cx="0" cy="0"/>
        </a:xfrm>
      </p:grpSpPr>
      <p:sp>
        <p:nvSpPr>
          <p:cNvPr id="20" name="Rechteck 19">
            <a:extLst>
              <a:ext uri="{FF2B5EF4-FFF2-40B4-BE49-F238E27FC236}">
                <a16:creationId xmlns:a16="http://schemas.microsoft.com/office/drawing/2014/main" id="{CA46908A-CE3C-633F-F74B-1BC63170DDB6}"/>
              </a:ext>
            </a:extLst>
          </p:cNvPr>
          <p:cNvSpPr/>
          <p:nvPr userDrawn="1"/>
        </p:nvSpPr>
        <p:spPr bwMode="gray">
          <a:xfrm>
            <a:off x="0" y="-12531"/>
            <a:ext cx="12192000" cy="6465719"/>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grpSp>
        <p:nvGrpSpPr>
          <p:cNvPr id="4" name="Hinweis Bild">
            <a:extLst>
              <a:ext uri="{FF2B5EF4-FFF2-40B4-BE49-F238E27FC236}">
                <a16:creationId xmlns:a16="http://schemas.microsoft.com/office/drawing/2014/main" id="{1A3D619D-F698-4E57-D40A-BBC021594E0D}"/>
              </a:ext>
              <a:ext uri="{C183D7F6-B498-43B3-948B-1728B52AA6E4}">
                <adec:decorative xmlns:adec="http://schemas.microsoft.com/office/drawing/2017/decorative" val="1"/>
              </a:ext>
            </a:extLst>
          </p:cNvPr>
          <p:cNvGrpSpPr>
            <a:grpSpLocks noGrp="1" noUngrp="1" noRot="1" noMove="1" noResize="1"/>
          </p:cNvGrpSpPr>
          <p:nvPr userDrawn="1"/>
        </p:nvGrpSpPr>
        <p:grpSpPr bwMode="gray">
          <a:xfrm>
            <a:off x="12265536" y="0"/>
            <a:ext cx="1967368" cy="5227668"/>
            <a:chOff x="-2203588" y="-257857"/>
            <a:chExt cx="1967368" cy="5227668"/>
          </a:xfrm>
        </p:grpSpPr>
        <p:sp>
          <p:nvSpPr>
            <p:cNvPr id="6" name="Hinweis">
              <a:extLst>
                <a:ext uri="{FF2B5EF4-FFF2-40B4-BE49-F238E27FC236}">
                  <a16:creationId xmlns:a16="http://schemas.microsoft.com/office/drawing/2014/main" id="{FE3FE69A-548A-5D8C-F37D-8138D807BB1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2184920" y="-257857"/>
              <a:ext cx="1944216" cy="320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bIns="108000" rtlCol="0" anchor="b" anchorCtr="0">
              <a:spAutoFit/>
            </a:bodyPr>
            <a:lstStyle/>
            <a:p>
              <a:pPr marL="0" marR="0" lvl="0"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200" b="0" i="0" u="none" strike="noStrike" kern="1200" cap="none" spc="0" normalizeH="0" baseline="0" noProof="0" dirty="0">
                  <a:ln>
                    <a:noFill/>
                  </a:ln>
                  <a:solidFill>
                    <a:srgbClr val="000000"/>
                  </a:solidFill>
                  <a:effectLst/>
                  <a:uLnTx/>
                  <a:uFillTx/>
                  <a:latin typeface="Sparkasse Head"/>
                  <a:ea typeface="+mn-ea"/>
                  <a:cs typeface="+mn-cs"/>
                </a:rPr>
                <a:t>Bitte beachten:</a:t>
              </a:r>
            </a:p>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100" b="0" i="0" u="none" strike="noStrike" kern="1200" cap="none" spc="0" normalizeH="0" baseline="0" noProof="0" dirty="0">
                  <a:ln>
                    <a:noFill/>
                  </a:ln>
                  <a:solidFill>
                    <a:srgbClr val="000000"/>
                  </a:solidFill>
                  <a:effectLst/>
                  <a:uLnTx/>
                  <a:uFillTx/>
                  <a:latin typeface="Sparkasse Lt"/>
                  <a:ea typeface="+mn-ea"/>
                  <a:cs typeface="+mn-cs"/>
                </a:rPr>
                <a:t>Damit der Bildplatzhalter </a:t>
              </a:r>
              <a:br>
                <a:rPr kumimoji="0" lang="de-DE" sz="1100" b="0" i="0" u="none" strike="noStrike" kern="1200" cap="none" spc="0" normalizeH="0" baseline="0" noProof="0" dirty="0">
                  <a:ln>
                    <a:noFill/>
                  </a:ln>
                  <a:solidFill>
                    <a:srgbClr val="000000"/>
                  </a:solidFill>
                  <a:effectLst/>
                  <a:uLnTx/>
                  <a:uFillTx/>
                  <a:latin typeface="Sparkasse Lt"/>
                  <a:ea typeface="+mn-ea"/>
                  <a:cs typeface="+mn-cs"/>
                </a:rPr>
              </a:br>
              <a:r>
                <a:rPr kumimoji="0" lang="de-DE" sz="1100" b="0" i="0" u="none" strike="noStrike" kern="1200" cap="none" spc="0" normalizeH="0" baseline="0" noProof="0" dirty="0">
                  <a:ln>
                    <a:noFill/>
                  </a:ln>
                  <a:solidFill>
                    <a:srgbClr val="000000"/>
                  </a:solidFill>
                  <a:effectLst/>
                  <a:uLnTx/>
                  <a:uFillTx/>
                  <a:latin typeface="Sparkasse Lt"/>
                  <a:ea typeface="+mn-ea"/>
                  <a:cs typeface="+mn-cs"/>
                </a:rPr>
                <a:t>für das Hintergrundbild einfacher </a:t>
              </a:r>
              <a:r>
                <a:rPr kumimoji="0" lang="de-DE" sz="1100" b="0" i="0" u="none" strike="noStrike" kern="1200" cap="none" spc="0" normalizeH="0" baseline="0" noProof="0" dirty="0" err="1">
                  <a:ln>
                    <a:noFill/>
                  </a:ln>
                  <a:solidFill>
                    <a:srgbClr val="000000"/>
                  </a:solidFill>
                  <a:effectLst/>
                  <a:uLnTx/>
                  <a:uFillTx/>
                  <a:latin typeface="Sparkasse Lt"/>
                  <a:ea typeface="+mn-ea"/>
                  <a:cs typeface="+mn-cs"/>
                </a:rPr>
                <a:t>mithilfe</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 des Symbols befüllt werden kann, liegt dieser im Vordergrund der Folie. Wenn Sie das Bild eingesetzt haben, müssen Sie dieses </a:t>
              </a:r>
              <a:r>
                <a:rPr kumimoji="0" lang="de-DE" sz="1100" b="0" i="0" u="none" strike="noStrike" kern="1200" cap="none" spc="0" normalizeH="0" baseline="0" noProof="0" dirty="0">
                  <a:ln>
                    <a:noFill/>
                  </a:ln>
                  <a:solidFill>
                    <a:srgbClr val="000000"/>
                  </a:solidFill>
                  <a:effectLst/>
                  <a:uLnTx/>
                  <a:uFillTx/>
                  <a:latin typeface="+mj-lt"/>
                  <a:ea typeface="+mn-ea"/>
                  <a:cs typeface="+mn-cs"/>
                </a:rPr>
                <a:t>in den Hintergrund </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der Folie setzen, damit  die übrigen Elemente sicht- und editierbar werden. Das geht ganz einfach: Bild markieren, Menü „Start“ &gt;  „Anordnen“ &gt; „In den Hintergrund“).</a:t>
              </a:r>
            </a:p>
          </p:txBody>
        </p:sp>
        <p:pic>
          <p:nvPicPr>
            <p:cNvPr id="9" name="Grafik 8">
              <a:extLst>
                <a:ext uri="{FF2B5EF4-FFF2-40B4-BE49-F238E27FC236}">
                  <a16:creationId xmlns:a16="http://schemas.microsoft.com/office/drawing/2014/main" id="{5C56B7A1-69E2-0CC8-CDCA-143C13766D08}"/>
                </a:ext>
              </a:extLst>
            </p:cNvPr>
            <p:cNvPicPr>
              <a:picLocks noGrp="1" noRot="1" noMove="1" noResize="1" noEditPoints="1" noAdjustHandles="1" noChangeArrowheads="1" noChangeShapeType="1" noCrop="1"/>
            </p:cNvPicPr>
            <p:nvPr userDrawn="1"/>
          </p:nvPicPr>
          <p:blipFill>
            <a:blip r:embed="rId2"/>
            <a:stretch>
              <a:fillRect/>
            </a:stretch>
          </p:blipFill>
          <p:spPr bwMode="gray">
            <a:xfrm>
              <a:off x="-2184704" y="2924944"/>
              <a:ext cx="1944000" cy="2044867"/>
            </a:xfrm>
            <a:prstGeom prst="rect">
              <a:avLst/>
            </a:prstGeom>
          </p:spPr>
        </p:pic>
        <p:sp>
          <p:nvSpPr>
            <p:cNvPr id="12" name="Rechteck 11">
              <a:extLst>
                <a:ext uri="{FF2B5EF4-FFF2-40B4-BE49-F238E27FC236}">
                  <a16:creationId xmlns:a16="http://schemas.microsoft.com/office/drawing/2014/main" id="{30CB3101-2BFC-02A1-94B2-7B893EAE49A2}"/>
                </a:ext>
              </a:extLst>
            </p:cNvPr>
            <p:cNvSpPr>
              <a:spLocks noGrp="1" noRot="1" noMove="1" noResize="1" noEditPoints="1" noAdjustHandles="1" noChangeArrowheads="1" noChangeShapeType="1"/>
            </p:cNvSpPr>
            <p:nvPr userDrawn="1"/>
          </p:nvSpPr>
          <p:spPr bwMode="gray">
            <a:xfrm>
              <a:off x="-2203588" y="4192704"/>
              <a:ext cx="1967368" cy="280236"/>
            </a:xfrm>
            <a:prstGeom prst="rect">
              <a:avLst/>
            </a:prstGeom>
            <a:solidFill>
              <a:schemeClr val="tx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grpSp>
      <p:sp>
        <p:nvSpPr>
          <p:cNvPr id="13" name="Linie L">
            <a:extLst>
              <a:ext uri="{FF2B5EF4-FFF2-40B4-BE49-F238E27FC236}">
                <a16:creationId xmlns:a16="http://schemas.microsoft.com/office/drawing/2014/main" id="{30D00D3A-2F34-D350-3EE4-26133069E9EA}"/>
              </a:ext>
              <a:ext uri="{C183D7F6-B498-43B3-948B-1728B52AA6E4}">
                <adec:decorative xmlns:adec="http://schemas.microsoft.com/office/drawing/2017/decorative" val="1"/>
              </a:ext>
            </a:extLst>
          </p:cNvPr>
          <p:cNvSpPr>
            <a:spLocks noGrp="1"/>
          </p:cNvSpPr>
          <p:nvPr>
            <p:ph type="pic" sz="quarter" idx="30"/>
          </p:nvPr>
        </p:nvSpPr>
        <p:spPr bwMode="gray">
          <a:xfrm>
            <a:off x="0" y="260727"/>
            <a:ext cx="171450" cy="6048000"/>
          </a:xfrm>
          <a:blipFill>
            <a:blip r:embed="rId3">
              <a:extLst>
                <a:ext uri="{96DAC541-7B7A-43D3-8B79-37D633B846F1}">
                  <asvg:svgBlip xmlns:asvg="http://schemas.microsoft.com/office/drawing/2016/SVG/main" r:embed="rId4"/>
                </a:ext>
              </a:extLst>
            </a:blip>
            <a:srcRect/>
            <a:stretch>
              <a:fillRect l="-4179" r="26528"/>
            </a:stretch>
          </a:blipFill>
        </p:spPr>
        <p:txBody>
          <a:bodyPr/>
          <a:lstStyle>
            <a:lvl1pPr>
              <a:defRPr sz="800">
                <a:noFill/>
              </a:defRPr>
            </a:lvl1pPr>
          </a:lstStyle>
          <a:p>
            <a:r>
              <a:rPr lang="de-DE"/>
              <a:t>Bild durch Klicken auf Symbol hinzufügen</a:t>
            </a:r>
            <a:endParaRPr lang="de-DE" dirty="0"/>
          </a:p>
        </p:txBody>
      </p:sp>
      <p:sp>
        <p:nvSpPr>
          <p:cNvPr id="8" name="Logo">
            <a:extLst>
              <a:ext uri="{FF2B5EF4-FFF2-40B4-BE49-F238E27FC236}">
                <a16:creationId xmlns:a16="http://schemas.microsoft.com/office/drawing/2014/main" id="{AAEBA93A-ACB5-28BB-AEB1-E4DBD7210D46}"/>
              </a:ext>
              <a:ext uri="{C183D7F6-B498-43B3-948B-1728B52AA6E4}">
                <adec:decorative xmlns:adec="http://schemas.microsoft.com/office/drawing/2017/decorative" val="1"/>
              </a:ext>
            </a:extLst>
          </p:cNvPr>
          <p:cNvSpPr>
            <a:spLocks noGrp="1"/>
          </p:cNvSpPr>
          <p:nvPr>
            <p:ph type="pic" sz="quarter" idx="17"/>
          </p:nvPr>
        </p:nvSpPr>
        <p:spPr bwMode="gray">
          <a:xfrm>
            <a:off x="11570400" y="259200"/>
            <a:ext cx="360000" cy="360000"/>
          </a:xfrm>
          <a:blipFill>
            <a:blip r:embed="rId5">
              <a:extLst>
                <a:ext uri="{96DAC541-7B7A-43D3-8B79-37D633B846F1}">
                  <asvg:svgBlip xmlns:asvg="http://schemas.microsoft.com/office/drawing/2016/SVG/main" r:embed="rId6"/>
                </a:ext>
              </a:extLst>
            </a:blip>
            <a:srcRect/>
            <a:stretch>
              <a:fillRect t="-1352" b="-1352"/>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11" name="Banderole">
            <a:extLst>
              <a:ext uri="{FF2B5EF4-FFF2-40B4-BE49-F238E27FC236}">
                <a16:creationId xmlns:a16="http://schemas.microsoft.com/office/drawing/2014/main" id="{5E08BAA3-55D9-09D4-DB03-68E6870BA818}"/>
              </a:ext>
            </a:extLst>
          </p:cNvPr>
          <p:cNvSpPr>
            <a:spLocks noGrp="1"/>
          </p:cNvSpPr>
          <p:nvPr>
            <p:ph type="body" sz="quarter" idx="29"/>
          </p:nvPr>
        </p:nvSpPr>
        <p:spPr bwMode="gray">
          <a:xfrm>
            <a:off x="693365" y="260648"/>
            <a:ext cx="6194724" cy="6048077"/>
          </a:xfrm>
          <a:prstGeom prst="round2DiagRect">
            <a:avLst>
              <a:gd name="adj1" fmla="val 14699"/>
              <a:gd name="adj2" fmla="val 0"/>
            </a:avLst>
          </a:prstGeom>
          <a:gradFill>
            <a:gsLst>
              <a:gs pos="0">
                <a:schemeClr val="bg1">
                  <a:alpha val="40000"/>
                </a:schemeClr>
              </a:gs>
              <a:gs pos="32000">
                <a:schemeClr val="bg1"/>
              </a:gs>
            </a:gsLst>
            <a:lin ang="13200000" scaled="0"/>
          </a:gradFill>
        </p:spPr>
        <p:txBody>
          <a:bodyPr wrap="square" lIns="324000" tIns="2016000" rIns="288000" bIns="288000" numCol="1" spcCol="576000" anchor="t" anchorCtr="0">
            <a:noAutofit/>
          </a:bodyPr>
          <a:lstStyle>
            <a:lvl1pPr>
              <a:defRPr sz="2400">
                <a:solidFill>
                  <a:schemeClr val="tx1"/>
                </a:solidFill>
                <a:latin typeface="+mn-lt"/>
              </a:defRPr>
            </a:lvl1pPr>
            <a:lvl2pPr marL="0" indent="0">
              <a:spcBef>
                <a:spcPts val="1200"/>
              </a:spcBef>
              <a:spcAft>
                <a:spcPts val="0"/>
              </a:spcAft>
              <a:buFontTx/>
              <a:buNone/>
              <a:defRPr sz="1200">
                <a:solidFill>
                  <a:schemeClr val="tx1"/>
                </a:solidFill>
                <a:latin typeface="+mj-lt"/>
              </a:defRPr>
            </a:lvl2pPr>
            <a:lvl3pPr marL="0" indent="0">
              <a:spcAft>
                <a:spcPts val="0"/>
              </a:spcAft>
              <a:buClr>
                <a:schemeClr val="bg1"/>
              </a:buClr>
              <a:buFontTx/>
              <a:buNone/>
              <a:defRPr sz="1200">
                <a:solidFill>
                  <a:schemeClr val="tx1"/>
                </a:solidFill>
                <a:latin typeface="+mj-lt"/>
              </a:defRPr>
            </a:lvl3pPr>
            <a:lvl4pPr marL="0" indent="0">
              <a:spcAft>
                <a:spcPts val="0"/>
              </a:spcAft>
              <a:buClr>
                <a:schemeClr val="bg1"/>
              </a:buClr>
              <a:buFontTx/>
              <a:buNone/>
              <a:defRPr sz="1200">
                <a:solidFill>
                  <a:schemeClr val="tx1"/>
                </a:solidFill>
                <a:latin typeface="+mj-lt"/>
              </a:defRPr>
            </a:lvl4pPr>
            <a:lvl5pPr marL="0" indent="0">
              <a:spcAft>
                <a:spcPts val="0"/>
              </a:spcAft>
              <a:buClr>
                <a:schemeClr val="bg1"/>
              </a:buClr>
              <a:buFontTx/>
              <a:buNone/>
              <a:defRPr sz="1200">
                <a:solidFill>
                  <a:schemeClr val="tx1"/>
                </a:solidFill>
                <a:latin typeface="+mj-lt"/>
              </a:defRPr>
            </a:lvl5pPr>
            <a:lvl6pPr marL="0" indent="0">
              <a:spcAft>
                <a:spcPts val="0"/>
              </a:spcAft>
              <a:buFontTx/>
              <a:buNone/>
              <a:defRPr sz="1200">
                <a:solidFill>
                  <a:schemeClr val="tx1"/>
                </a:solidFill>
                <a:latin typeface="+mj-lt"/>
              </a:defRPr>
            </a:lvl6pPr>
            <a:lvl7pPr marL="0" indent="0">
              <a:spcAft>
                <a:spcPts val="0"/>
              </a:spcAft>
              <a:buFontTx/>
              <a:buNone/>
              <a:defRPr sz="1200">
                <a:solidFill>
                  <a:schemeClr val="tx1"/>
                </a:solidFill>
                <a:latin typeface="+mj-lt"/>
              </a:defRPr>
            </a:lvl7pPr>
            <a:lvl8pPr marL="0" indent="0">
              <a:spcAft>
                <a:spcPts val="0"/>
              </a:spcAft>
              <a:buClr>
                <a:schemeClr val="bg1"/>
              </a:buClr>
              <a:buFontTx/>
              <a:buNone/>
              <a:defRPr sz="1200">
                <a:solidFill>
                  <a:schemeClr val="tx1"/>
                </a:solidFill>
                <a:latin typeface="+mj-lt"/>
              </a:defRPr>
            </a:lvl8pPr>
            <a:lvl9pPr marL="0" indent="0">
              <a:spcAft>
                <a:spcPts val="0"/>
              </a:spcAft>
              <a:buClr>
                <a:schemeClr val="bg1"/>
              </a:buClr>
              <a:buFontTx/>
              <a:buNone/>
              <a:defRPr sz="1200">
                <a:solidFill>
                  <a:schemeClr val="tx1"/>
                </a:solidFill>
                <a:latin typeface="+mj-lt"/>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Titel 6">
            <a:extLst>
              <a:ext uri="{FF2B5EF4-FFF2-40B4-BE49-F238E27FC236}">
                <a16:creationId xmlns:a16="http://schemas.microsoft.com/office/drawing/2014/main" id="{48347A0D-1277-35FE-8A9F-6D89651F885B}"/>
              </a:ext>
            </a:extLst>
          </p:cNvPr>
          <p:cNvSpPr>
            <a:spLocks noGrp="1"/>
          </p:cNvSpPr>
          <p:nvPr>
            <p:ph type="title"/>
          </p:nvPr>
        </p:nvSpPr>
        <p:spPr bwMode="gray">
          <a:xfrm>
            <a:off x="1271588" y="908720"/>
            <a:ext cx="5040312" cy="648618"/>
          </a:xfrm>
        </p:spPr>
        <p:txBody>
          <a:bodyPr/>
          <a:lstStyle>
            <a:lvl1pPr>
              <a:defRPr sz="3600">
                <a:solidFill>
                  <a:schemeClr val="bg2"/>
                </a:solidFill>
              </a:defRPr>
            </a:lvl1pPr>
          </a:lstStyle>
          <a:p>
            <a:r>
              <a:rPr lang="de-DE"/>
              <a:t>Mastertitelformat bearbeiten</a:t>
            </a:r>
            <a:endParaRPr lang="de-DE" dirty="0"/>
          </a:p>
        </p:txBody>
      </p:sp>
      <p:sp>
        <p:nvSpPr>
          <p:cNvPr id="10" name="Quote graphic">
            <a:extLst>
              <a:ext uri="{FF2B5EF4-FFF2-40B4-BE49-F238E27FC236}">
                <a16:creationId xmlns:a16="http://schemas.microsoft.com/office/drawing/2014/main" id="{25D06F83-171C-A81C-E3E6-3E9B69F58744}"/>
              </a:ext>
              <a:ext uri="{C183D7F6-B498-43B3-948B-1728B52AA6E4}">
                <adec:decorative xmlns:adec="http://schemas.microsoft.com/office/drawing/2017/decorative" val="1"/>
              </a:ext>
            </a:extLst>
          </p:cNvPr>
          <p:cNvSpPr>
            <a:spLocks noGrp="1" noChangeAspect="1"/>
          </p:cNvSpPr>
          <p:nvPr>
            <p:ph type="pic" sz="quarter" idx="32"/>
          </p:nvPr>
        </p:nvSpPr>
        <p:spPr bwMode="gray">
          <a:xfrm>
            <a:off x="1271464" y="1590774"/>
            <a:ext cx="864000" cy="866118"/>
          </a:xfrm>
          <a:blipFill>
            <a:blip r:embed="rId7">
              <a:extLst>
                <a:ext uri="{96DAC541-7B7A-43D3-8B79-37D633B846F1}">
                  <asvg:svgBlip xmlns:asvg="http://schemas.microsoft.com/office/drawing/2016/SVG/main" r:embed="rId8"/>
                </a:ext>
              </a:extLst>
            </a:blip>
            <a:srcRect/>
            <a:stretch>
              <a:fillRect l="-123" r="-123"/>
            </a:stretch>
          </a:blipFill>
        </p:spPr>
        <p:txBody>
          <a:bodyPr/>
          <a:lstStyle>
            <a:lvl1pPr>
              <a:defRPr sz="800">
                <a:noFill/>
              </a:defRPr>
            </a:lvl1pPr>
          </a:lstStyle>
          <a:p>
            <a:r>
              <a:rPr lang="de-DE"/>
              <a:t>Bild durch Klicken auf Symbol hinzufügen</a:t>
            </a:r>
            <a:endParaRPr lang="de-DE" dirty="0"/>
          </a:p>
        </p:txBody>
      </p:sp>
      <p:sp>
        <p:nvSpPr>
          <p:cNvPr id="15" name="Bildplatzhalter 14">
            <a:extLst>
              <a:ext uri="{FF2B5EF4-FFF2-40B4-BE49-F238E27FC236}">
                <a16:creationId xmlns:a16="http://schemas.microsoft.com/office/drawing/2014/main" id="{DE862A8C-8289-C0CF-7809-1DB047491227}"/>
              </a:ext>
              <a:ext uri="{C183D7F6-B498-43B3-948B-1728B52AA6E4}">
                <adec:decorative xmlns:adec="http://schemas.microsoft.com/office/drawing/2017/decorative" val="1"/>
              </a:ext>
            </a:extLst>
          </p:cNvPr>
          <p:cNvSpPr>
            <a:spLocks noGrp="1"/>
          </p:cNvSpPr>
          <p:nvPr>
            <p:ph type="pic" sz="quarter" idx="31"/>
          </p:nvPr>
        </p:nvSpPr>
        <p:spPr bwMode="gray">
          <a:xfrm>
            <a:off x="0" y="0"/>
            <a:ext cx="12196800" cy="6453188"/>
          </a:xfrm>
        </p:spPr>
        <p:txBody>
          <a:bodyPr/>
          <a:lstStyle>
            <a:lvl1pPr>
              <a:defRPr sz="800">
                <a:noFill/>
              </a:defRPr>
            </a:lvl1pPr>
          </a:lstStyle>
          <a:p>
            <a:r>
              <a:rPr lang="de-DE"/>
              <a:t>Bild durch Klicken auf Symbol hinzufügen</a:t>
            </a:r>
            <a:endParaRPr lang="de-DE" dirty="0"/>
          </a:p>
        </p:txBody>
      </p:sp>
      <p:sp>
        <p:nvSpPr>
          <p:cNvPr id="16" name="Datumsplatzhalter 15">
            <a:extLst>
              <a:ext uri="{FF2B5EF4-FFF2-40B4-BE49-F238E27FC236}">
                <a16:creationId xmlns:a16="http://schemas.microsoft.com/office/drawing/2014/main" id="{20916421-EA33-3788-799A-6B4F58EF3C4D}"/>
              </a:ext>
            </a:extLst>
          </p:cNvPr>
          <p:cNvSpPr>
            <a:spLocks noGrp="1"/>
          </p:cNvSpPr>
          <p:nvPr>
            <p:ph type="dt" sz="half" idx="33"/>
          </p:nvPr>
        </p:nvSpPr>
        <p:spPr bwMode="gray"/>
        <p:txBody>
          <a:bodyPr/>
          <a:lstStyle/>
          <a:p>
            <a:r>
              <a:rPr lang="de-DE"/>
              <a:t>Intern, TT.MM.JJJJ</a:t>
            </a:r>
            <a:endParaRPr lang="de-DE" sz="800" dirty="0"/>
          </a:p>
        </p:txBody>
      </p:sp>
      <p:sp>
        <p:nvSpPr>
          <p:cNvPr id="19" name="Foliennummernplatzhalter 18">
            <a:extLst>
              <a:ext uri="{FF2B5EF4-FFF2-40B4-BE49-F238E27FC236}">
                <a16:creationId xmlns:a16="http://schemas.microsoft.com/office/drawing/2014/main" id="{E63FF458-3358-BFC1-DF2D-0C9B268AA689}"/>
              </a:ext>
            </a:extLst>
          </p:cNvPr>
          <p:cNvSpPr>
            <a:spLocks noGrp="1"/>
          </p:cNvSpPr>
          <p:nvPr>
            <p:ph type="sldNum" sz="quarter" idx="35"/>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3312413468"/>
      </p:ext>
    </p:extLst>
  </p:cSld>
  <p:clrMapOvr>
    <a:masterClrMapping/>
  </p:clrMapOvr>
  <p:transition>
    <p:fade/>
  </p:transition>
  <p:extLst>
    <p:ext uri="{DCECCB84-F9BA-43D5-87BE-67443E8EF086}">
      <p15:sldGuideLst xmlns:p15="http://schemas.microsoft.com/office/powerpoint/2012/main">
        <p15:guide id="1" pos="6924">
          <p15:clr>
            <a:srgbClr val="FBAE40"/>
          </p15:clr>
        </p15:guide>
        <p15:guide id="2" pos="6698">
          <p15:clr>
            <a:srgbClr val="FBAE40"/>
          </p15:clr>
        </p15:guide>
        <p15:guide id="3" pos="801">
          <p15:clr>
            <a:srgbClr val="FBAE40"/>
          </p15:clr>
        </p15:guide>
        <p15:guide id="5" orient="horz" pos="4065" userDrawn="1">
          <p15:clr>
            <a:srgbClr val="FBAE40"/>
          </p15:clr>
        </p15:guide>
        <p15:guide id="6" orient="horz" pos="981">
          <p15:clr>
            <a:srgbClr val="FBAE40"/>
          </p15:clr>
        </p15:guide>
        <p15:guide id="7" pos="397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ement ">
    <p:spTree>
      <p:nvGrpSpPr>
        <p:cNvPr id="1" name=""/>
        <p:cNvGrpSpPr/>
        <p:nvPr/>
      </p:nvGrpSpPr>
      <p:grpSpPr>
        <a:xfrm>
          <a:off x="0" y="0"/>
          <a:ext cx="0" cy="0"/>
          <a:chOff x="0" y="0"/>
          <a:chExt cx="0" cy="0"/>
        </a:xfrm>
      </p:grpSpPr>
      <p:sp>
        <p:nvSpPr>
          <p:cNvPr id="2" name="Rote Fläche">
            <a:extLst>
              <a:ext uri="{FF2B5EF4-FFF2-40B4-BE49-F238E27FC236}">
                <a16:creationId xmlns:a16="http://schemas.microsoft.com/office/drawing/2014/main" id="{A4F4498E-ED88-69B3-AC9B-84CE9F177A56}"/>
              </a:ext>
              <a:ext uri="{C183D7F6-B498-43B3-948B-1728B52AA6E4}">
                <adec:decorative xmlns:adec="http://schemas.microsoft.com/office/drawing/2017/decorative" val="1"/>
              </a:ext>
            </a:extLst>
          </p:cNvPr>
          <p:cNvSpPr txBox="1">
            <a:spLocks/>
          </p:cNvSpPr>
          <p:nvPr userDrawn="1"/>
        </p:nvSpPr>
        <p:spPr bwMode="gray">
          <a:xfrm>
            <a:off x="0" y="260349"/>
            <a:ext cx="10991851" cy="6048377"/>
          </a:xfrm>
          <a:custGeom>
            <a:avLst/>
            <a:gdLst>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 name="connsiteX0" fmla="*/ 25400 w 11017251"/>
              <a:gd name="connsiteY0" fmla="*/ 0 h 6048377"/>
              <a:gd name="connsiteX1" fmla="*/ 10140963 w 11017251"/>
              <a:gd name="connsiteY1" fmla="*/ 0 h 6048377"/>
              <a:gd name="connsiteX2" fmla="*/ 11017251 w 11017251"/>
              <a:gd name="connsiteY2" fmla="*/ 876289 h 6048377"/>
              <a:gd name="connsiteX3" fmla="*/ 11017251 w 11017251"/>
              <a:gd name="connsiteY3" fmla="*/ 5172088 h 6048377"/>
              <a:gd name="connsiteX4" fmla="*/ 10140963 w 11017251"/>
              <a:gd name="connsiteY4" fmla="*/ 6048377 h 6048377"/>
              <a:gd name="connsiteX5" fmla="*/ 25400 w 11017251"/>
              <a:gd name="connsiteY5" fmla="*/ 6048377 h 6048377"/>
              <a:gd name="connsiteX6" fmla="*/ 0 w 11017251"/>
              <a:gd name="connsiteY6" fmla="*/ 2762251 h 6048377"/>
              <a:gd name="connsiteX7" fmla="*/ 25400 w 11017251"/>
              <a:gd name="connsiteY7" fmla="*/ 0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7" fmla="*/ 91440 w 11017251"/>
              <a:gd name="connsiteY7" fmla="*/ 2853691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91851" h="6048377">
                <a:moveTo>
                  <a:pt x="0" y="0"/>
                </a:moveTo>
                <a:lnTo>
                  <a:pt x="10115563" y="0"/>
                </a:lnTo>
                <a:cubicBezTo>
                  <a:pt x="10599523" y="0"/>
                  <a:pt x="10991851" y="392328"/>
                  <a:pt x="10991851" y="876289"/>
                </a:cubicBezTo>
                <a:lnTo>
                  <a:pt x="10991851" y="5172088"/>
                </a:lnTo>
                <a:cubicBezTo>
                  <a:pt x="10991851" y="5656049"/>
                  <a:pt x="10599523" y="6048377"/>
                  <a:pt x="10115563" y="6048377"/>
                </a:cubicBezTo>
                <a:lnTo>
                  <a:pt x="0" y="6048377"/>
                </a:lnTo>
              </a:path>
            </a:pathLst>
          </a:custGeom>
          <a:noFill/>
          <a:ln w="12700">
            <a:solidFill>
              <a:schemeClr val="bg2"/>
            </a:solidFill>
          </a:ln>
        </p:spPr>
        <p:txBody>
          <a:bodyPr vert="horz" wrap="square" lIns="720000" tIns="0" rIns="936000" bIns="36000" rtlCol="0" anchor="ctr" anchorCtr="0">
            <a:noAutofit/>
          </a:bodyPr>
          <a:lstStyle>
            <a:lvl1pPr marL="0" algn="ctr" defTabSz="914115" rtl="0" eaLnBrk="1" latinLnBrk="0" hangingPunct="1">
              <a:lnSpc>
                <a:spcPct val="95000"/>
              </a:lnSpc>
              <a:spcBef>
                <a:spcPct val="0"/>
              </a:spcBef>
              <a:buNone/>
              <a:tabLst/>
              <a:defRPr lang="de-DE" sz="6000" b="0" kern="1200">
                <a:solidFill>
                  <a:schemeClr val="bg1"/>
                </a:solidFill>
                <a:latin typeface="+mj-lt"/>
                <a:ea typeface="+mj-ea"/>
                <a:cs typeface="+mj-cs"/>
              </a:defRPr>
            </a:lvl1pPr>
          </a:lstStyle>
          <a:p>
            <a:endParaRPr lang="de-DE" dirty="0"/>
          </a:p>
        </p:txBody>
      </p:sp>
      <p:grpSp>
        <p:nvGrpSpPr>
          <p:cNvPr id="23" name="Gruppieren 22">
            <a:extLst>
              <a:ext uri="{FF2B5EF4-FFF2-40B4-BE49-F238E27FC236}">
                <a16:creationId xmlns:a16="http://schemas.microsoft.com/office/drawing/2014/main" id="{1855C925-31DA-1B5E-F079-4B5FBCC57561}"/>
              </a:ext>
              <a:ext uri="{C183D7F6-B498-43B3-948B-1728B52AA6E4}">
                <adec:decorative xmlns:adec="http://schemas.microsoft.com/office/drawing/2017/decorative" val="1"/>
              </a:ext>
            </a:extLst>
          </p:cNvPr>
          <p:cNvGrpSpPr/>
          <p:nvPr userDrawn="1"/>
        </p:nvGrpSpPr>
        <p:grpSpPr bwMode="gray">
          <a:xfrm>
            <a:off x="10812524" y="2780928"/>
            <a:ext cx="1379477" cy="3600400"/>
            <a:chOff x="10812524" y="2996952"/>
            <a:chExt cx="1379477" cy="3600400"/>
          </a:xfrm>
        </p:grpSpPr>
        <p:sp>
          <p:nvSpPr>
            <p:cNvPr id="7" name="Titel 13">
              <a:extLst>
                <a:ext uri="{FF2B5EF4-FFF2-40B4-BE49-F238E27FC236}">
                  <a16:creationId xmlns:a16="http://schemas.microsoft.com/office/drawing/2014/main" id="{43602674-D216-5BEB-472A-160127167D0A}"/>
                </a:ext>
              </a:extLst>
            </p:cNvPr>
            <p:cNvSpPr txBox="1">
              <a:spLocks/>
            </p:cNvSpPr>
            <p:nvPr/>
          </p:nvSpPr>
          <p:spPr bwMode="gray">
            <a:xfrm>
              <a:off x="10812524" y="4930558"/>
              <a:ext cx="753840" cy="728733"/>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2" name="Textfeld 21">
              <a:extLst>
                <a:ext uri="{FF2B5EF4-FFF2-40B4-BE49-F238E27FC236}">
                  <a16:creationId xmlns:a16="http://schemas.microsoft.com/office/drawing/2014/main" id="{BCD6175C-90DC-79FF-E3A6-79F38891EFEC}"/>
                </a:ext>
              </a:extLst>
            </p:cNvPr>
            <p:cNvSpPr txBox="1">
              <a:spLocks/>
            </p:cNvSpPr>
            <p:nvPr/>
          </p:nvSpPr>
          <p:spPr bwMode="gray">
            <a:xfrm>
              <a:off x="11826688" y="4762609"/>
              <a:ext cx="365313" cy="1834743"/>
            </a:xfrm>
            <a:custGeom>
              <a:avLst/>
              <a:gdLst>
                <a:gd name="connsiteX0" fmla="*/ 326107 w 365313"/>
                <a:gd name="connsiteY0" fmla="*/ 0 h 1834743"/>
                <a:gd name="connsiteX1" fmla="*/ 365313 w 365313"/>
                <a:gd name="connsiteY1" fmla="*/ 0 h 1834743"/>
                <a:gd name="connsiteX2" fmla="*/ 365313 w 365313"/>
                <a:gd name="connsiteY2" fmla="*/ 1834743 h 1834743"/>
                <a:gd name="connsiteX3" fmla="*/ 0 w 365313"/>
                <a:gd name="connsiteY3" fmla="*/ 1834743 h 1834743"/>
                <a:gd name="connsiteX4" fmla="*/ 0 w 365313"/>
                <a:gd name="connsiteY4" fmla="*/ 326107 h 1834743"/>
                <a:gd name="connsiteX5" fmla="*/ 326107 w 365313"/>
                <a:gd name="connsiteY5" fmla="*/ 0 h 1834743"/>
                <a:gd name="connsiteX0" fmla="*/ 326107 w 384362"/>
                <a:gd name="connsiteY0" fmla="*/ 0 h 1834743"/>
                <a:gd name="connsiteX1" fmla="*/ 365313 w 384362"/>
                <a:gd name="connsiteY1" fmla="*/ 0 h 1834743"/>
                <a:gd name="connsiteX2" fmla="*/ 384362 w 384362"/>
                <a:gd name="connsiteY2" fmla="*/ 1238141 h 1834743"/>
                <a:gd name="connsiteX3" fmla="*/ 365313 w 384362"/>
                <a:gd name="connsiteY3" fmla="*/ 1834743 h 1834743"/>
                <a:gd name="connsiteX4" fmla="*/ 0 w 384362"/>
                <a:gd name="connsiteY4" fmla="*/ 1834743 h 1834743"/>
                <a:gd name="connsiteX5" fmla="*/ 0 w 384362"/>
                <a:gd name="connsiteY5" fmla="*/ 326107 h 1834743"/>
                <a:gd name="connsiteX6" fmla="*/ 326107 w 384362"/>
                <a:gd name="connsiteY6" fmla="*/ 0 h 1834743"/>
                <a:gd name="connsiteX0" fmla="*/ 384362 w 475802"/>
                <a:gd name="connsiteY0" fmla="*/ 1238141 h 1834743"/>
                <a:gd name="connsiteX1" fmla="*/ 365313 w 475802"/>
                <a:gd name="connsiteY1" fmla="*/ 1834743 h 1834743"/>
                <a:gd name="connsiteX2" fmla="*/ 0 w 475802"/>
                <a:gd name="connsiteY2" fmla="*/ 1834743 h 1834743"/>
                <a:gd name="connsiteX3" fmla="*/ 0 w 475802"/>
                <a:gd name="connsiteY3" fmla="*/ 326107 h 1834743"/>
                <a:gd name="connsiteX4" fmla="*/ 326107 w 475802"/>
                <a:gd name="connsiteY4" fmla="*/ 0 h 1834743"/>
                <a:gd name="connsiteX5" fmla="*/ 365313 w 475802"/>
                <a:gd name="connsiteY5" fmla="*/ 0 h 1834743"/>
                <a:gd name="connsiteX6" fmla="*/ 475802 w 475802"/>
                <a:gd name="connsiteY6" fmla="*/ 1329581 h 1834743"/>
                <a:gd name="connsiteX0" fmla="*/ 384362 w 384362"/>
                <a:gd name="connsiteY0" fmla="*/ 1238141 h 1834743"/>
                <a:gd name="connsiteX1" fmla="*/ 365313 w 384362"/>
                <a:gd name="connsiteY1" fmla="*/ 1834743 h 1834743"/>
                <a:gd name="connsiteX2" fmla="*/ 0 w 384362"/>
                <a:gd name="connsiteY2" fmla="*/ 1834743 h 1834743"/>
                <a:gd name="connsiteX3" fmla="*/ 0 w 384362"/>
                <a:gd name="connsiteY3" fmla="*/ 326107 h 1834743"/>
                <a:gd name="connsiteX4" fmla="*/ 326107 w 384362"/>
                <a:gd name="connsiteY4" fmla="*/ 0 h 1834743"/>
                <a:gd name="connsiteX5" fmla="*/ 365313 w 384362"/>
                <a:gd name="connsiteY5" fmla="*/ 0 h 1834743"/>
                <a:gd name="connsiteX0" fmla="*/ 365313 w 365313"/>
                <a:gd name="connsiteY0" fmla="*/ 1834743 h 1834743"/>
                <a:gd name="connsiteX1" fmla="*/ 0 w 365313"/>
                <a:gd name="connsiteY1" fmla="*/ 1834743 h 1834743"/>
                <a:gd name="connsiteX2" fmla="*/ 0 w 365313"/>
                <a:gd name="connsiteY2" fmla="*/ 326107 h 1834743"/>
                <a:gd name="connsiteX3" fmla="*/ 326107 w 365313"/>
                <a:gd name="connsiteY3" fmla="*/ 0 h 1834743"/>
                <a:gd name="connsiteX4" fmla="*/ 365313 w 365313"/>
                <a:gd name="connsiteY4" fmla="*/ 0 h 1834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313" h="1834743">
                  <a:moveTo>
                    <a:pt x="365313" y="1834743"/>
                  </a:moveTo>
                  <a:lnTo>
                    <a:pt x="0" y="1834743"/>
                  </a:lnTo>
                  <a:lnTo>
                    <a:pt x="0" y="326107"/>
                  </a:lnTo>
                  <a:cubicBezTo>
                    <a:pt x="0" y="146003"/>
                    <a:pt x="146003" y="0"/>
                    <a:pt x="326107" y="0"/>
                  </a:cubicBezTo>
                  <a:lnTo>
                    <a:pt x="365313" y="0"/>
                  </a:lnTo>
                </a:path>
              </a:pathLst>
            </a:cu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9" name="Titel 13">
              <a:extLst>
                <a:ext uri="{FF2B5EF4-FFF2-40B4-BE49-F238E27FC236}">
                  <a16:creationId xmlns:a16="http://schemas.microsoft.com/office/drawing/2014/main" id="{023A5D4E-8B4C-4381-21E9-17CBD780AABE}"/>
                </a:ext>
              </a:extLst>
            </p:cNvPr>
            <p:cNvSpPr txBox="1">
              <a:spLocks/>
            </p:cNvSpPr>
            <p:nvPr/>
          </p:nvSpPr>
          <p:spPr bwMode="gray">
            <a:xfrm>
              <a:off x="10812524" y="3580734"/>
              <a:ext cx="1168247" cy="1129339"/>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1" name="Textfeld 20">
              <a:extLst>
                <a:ext uri="{FF2B5EF4-FFF2-40B4-BE49-F238E27FC236}">
                  <a16:creationId xmlns:a16="http://schemas.microsoft.com/office/drawing/2014/main" id="{BEF17B52-D837-38F7-7434-F22FD2A9A590}"/>
                </a:ext>
              </a:extLst>
            </p:cNvPr>
            <p:cNvSpPr txBox="1">
              <a:spLocks/>
            </p:cNvSpPr>
            <p:nvPr/>
          </p:nvSpPr>
          <p:spPr bwMode="gray">
            <a:xfrm>
              <a:off x="11441580" y="3914323"/>
              <a:ext cx="750420" cy="1303084"/>
            </a:xfrm>
            <a:custGeom>
              <a:avLst/>
              <a:gdLst>
                <a:gd name="connsiteX0" fmla="*/ 231610 w 750420"/>
                <a:gd name="connsiteY0" fmla="*/ 0 h 1303084"/>
                <a:gd name="connsiteX1" fmla="*/ 750420 w 750420"/>
                <a:gd name="connsiteY1" fmla="*/ 0 h 1303084"/>
                <a:gd name="connsiteX2" fmla="*/ 750420 w 750420"/>
                <a:gd name="connsiteY2" fmla="*/ 1303084 h 1303084"/>
                <a:gd name="connsiteX3" fmla="*/ 0 w 750420"/>
                <a:gd name="connsiteY3" fmla="*/ 1303084 h 1303084"/>
                <a:gd name="connsiteX4" fmla="*/ 0 w 750420"/>
                <a:gd name="connsiteY4" fmla="*/ 231610 h 1303084"/>
                <a:gd name="connsiteX5" fmla="*/ 231610 w 750420"/>
                <a:gd name="connsiteY5" fmla="*/ 0 h 1303084"/>
                <a:gd name="connsiteX0" fmla="*/ 231610 w 750420"/>
                <a:gd name="connsiteY0" fmla="*/ 0 h 1303084"/>
                <a:gd name="connsiteX1" fmla="*/ 750420 w 750420"/>
                <a:gd name="connsiteY1" fmla="*/ 0 h 1303084"/>
                <a:gd name="connsiteX2" fmla="*/ 750420 w 750420"/>
                <a:gd name="connsiteY2" fmla="*/ 667202 h 1303084"/>
                <a:gd name="connsiteX3" fmla="*/ 750420 w 750420"/>
                <a:gd name="connsiteY3" fmla="*/ 1303084 h 1303084"/>
                <a:gd name="connsiteX4" fmla="*/ 0 w 750420"/>
                <a:gd name="connsiteY4" fmla="*/ 1303084 h 1303084"/>
                <a:gd name="connsiteX5" fmla="*/ 0 w 750420"/>
                <a:gd name="connsiteY5" fmla="*/ 231610 h 1303084"/>
                <a:gd name="connsiteX6" fmla="*/ 231610 w 750420"/>
                <a:gd name="connsiteY6" fmla="*/ 0 h 1303084"/>
                <a:gd name="connsiteX0" fmla="*/ 750420 w 841860"/>
                <a:gd name="connsiteY0" fmla="*/ 667202 h 1303084"/>
                <a:gd name="connsiteX1" fmla="*/ 750420 w 841860"/>
                <a:gd name="connsiteY1" fmla="*/ 1303084 h 1303084"/>
                <a:gd name="connsiteX2" fmla="*/ 0 w 841860"/>
                <a:gd name="connsiteY2" fmla="*/ 1303084 h 1303084"/>
                <a:gd name="connsiteX3" fmla="*/ 0 w 841860"/>
                <a:gd name="connsiteY3" fmla="*/ 231610 h 1303084"/>
                <a:gd name="connsiteX4" fmla="*/ 231610 w 841860"/>
                <a:gd name="connsiteY4" fmla="*/ 0 h 1303084"/>
                <a:gd name="connsiteX5" fmla="*/ 750420 w 841860"/>
                <a:gd name="connsiteY5" fmla="*/ 0 h 1303084"/>
                <a:gd name="connsiteX6" fmla="*/ 841860 w 841860"/>
                <a:gd name="connsiteY6" fmla="*/ 758642 h 1303084"/>
                <a:gd name="connsiteX0" fmla="*/ 750420 w 750420"/>
                <a:gd name="connsiteY0" fmla="*/ 667202 h 1303084"/>
                <a:gd name="connsiteX1" fmla="*/ 750420 w 750420"/>
                <a:gd name="connsiteY1" fmla="*/ 1303084 h 1303084"/>
                <a:gd name="connsiteX2" fmla="*/ 0 w 750420"/>
                <a:gd name="connsiteY2" fmla="*/ 1303084 h 1303084"/>
                <a:gd name="connsiteX3" fmla="*/ 0 w 750420"/>
                <a:gd name="connsiteY3" fmla="*/ 231610 h 1303084"/>
                <a:gd name="connsiteX4" fmla="*/ 231610 w 750420"/>
                <a:gd name="connsiteY4" fmla="*/ 0 h 1303084"/>
                <a:gd name="connsiteX5" fmla="*/ 750420 w 750420"/>
                <a:gd name="connsiteY5" fmla="*/ 0 h 1303084"/>
                <a:gd name="connsiteX0" fmla="*/ 750420 w 750420"/>
                <a:gd name="connsiteY0" fmla="*/ 1303084 h 1303084"/>
                <a:gd name="connsiteX1" fmla="*/ 0 w 750420"/>
                <a:gd name="connsiteY1" fmla="*/ 1303084 h 1303084"/>
                <a:gd name="connsiteX2" fmla="*/ 0 w 750420"/>
                <a:gd name="connsiteY2" fmla="*/ 231610 h 1303084"/>
                <a:gd name="connsiteX3" fmla="*/ 231610 w 750420"/>
                <a:gd name="connsiteY3" fmla="*/ 0 h 1303084"/>
                <a:gd name="connsiteX4" fmla="*/ 750420 w 750420"/>
                <a:gd name="connsiteY4" fmla="*/ 0 h 1303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420" h="1303084">
                  <a:moveTo>
                    <a:pt x="750420" y="1303084"/>
                  </a:moveTo>
                  <a:lnTo>
                    <a:pt x="0" y="1303084"/>
                  </a:lnTo>
                  <a:lnTo>
                    <a:pt x="0" y="231610"/>
                  </a:lnTo>
                  <a:cubicBezTo>
                    <a:pt x="0" y="103695"/>
                    <a:pt x="103695" y="0"/>
                    <a:pt x="231610" y="0"/>
                  </a:cubicBezTo>
                  <a:lnTo>
                    <a:pt x="750420" y="0"/>
                  </a:lnTo>
                </a:path>
              </a:pathLst>
            </a:cu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0" name="Textfeld 19">
              <a:extLst>
                <a:ext uri="{FF2B5EF4-FFF2-40B4-BE49-F238E27FC236}">
                  <a16:creationId xmlns:a16="http://schemas.microsoft.com/office/drawing/2014/main" id="{D0E0444C-F40A-7EB0-309E-0CCEFC81F3EC}"/>
                </a:ext>
              </a:extLst>
            </p:cNvPr>
            <p:cNvSpPr txBox="1">
              <a:spLocks/>
            </p:cNvSpPr>
            <p:nvPr/>
          </p:nvSpPr>
          <p:spPr bwMode="gray">
            <a:xfrm>
              <a:off x="11711176" y="2996952"/>
              <a:ext cx="480824" cy="694979"/>
            </a:xfrm>
            <a:custGeom>
              <a:avLst/>
              <a:gdLst>
                <a:gd name="connsiteX0" fmla="*/ 123526 w 480824"/>
                <a:gd name="connsiteY0" fmla="*/ 0 h 694979"/>
                <a:gd name="connsiteX1" fmla="*/ 480824 w 480824"/>
                <a:gd name="connsiteY1" fmla="*/ 0 h 694979"/>
                <a:gd name="connsiteX2" fmla="*/ 480824 w 480824"/>
                <a:gd name="connsiteY2" fmla="*/ 694979 h 694979"/>
                <a:gd name="connsiteX3" fmla="*/ 0 w 480824"/>
                <a:gd name="connsiteY3" fmla="*/ 694979 h 694979"/>
                <a:gd name="connsiteX4" fmla="*/ 0 w 480824"/>
                <a:gd name="connsiteY4" fmla="*/ 123526 h 694979"/>
                <a:gd name="connsiteX5" fmla="*/ 123526 w 480824"/>
                <a:gd name="connsiteY5" fmla="*/ 0 h 694979"/>
                <a:gd name="connsiteX0" fmla="*/ 123526 w 480824"/>
                <a:gd name="connsiteY0" fmla="*/ 0 h 694979"/>
                <a:gd name="connsiteX1" fmla="*/ 480824 w 480824"/>
                <a:gd name="connsiteY1" fmla="*/ 0 h 694979"/>
                <a:gd name="connsiteX2" fmla="*/ 471299 w 480824"/>
                <a:gd name="connsiteY2" fmla="*/ 384423 h 694979"/>
                <a:gd name="connsiteX3" fmla="*/ 480824 w 480824"/>
                <a:gd name="connsiteY3" fmla="*/ 694979 h 694979"/>
                <a:gd name="connsiteX4" fmla="*/ 0 w 480824"/>
                <a:gd name="connsiteY4" fmla="*/ 694979 h 694979"/>
                <a:gd name="connsiteX5" fmla="*/ 0 w 480824"/>
                <a:gd name="connsiteY5" fmla="*/ 123526 h 694979"/>
                <a:gd name="connsiteX6" fmla="*/ 123526 w 480824"/>
                <a:gd name="connsiteY6" fmla="*/ 0 h 694979"/>
                <a:gd name="connsiteX0" fmla="*/ 471299 w 562739"/>
                <a:gd name="connsiteY0" fmla="*/ 384423 h 694979"/>
                <a:gd name="connsiteX1" fmla="*/ 480824 w 562739"/>
                <a:gd name="connsiteY1" fmla="*/ 694979 h 694979"/>
                <a:gd name="connsiteX2" fmla="*/ 0 w 562739"/>
                <a:gd name="connsiteY2" fmla="*/ 694979 h 694979"/>
                <a:gd name="connsiteX3" fmla="*/ 0 w 562739"/>
                <a:gd name="connsiteY3" fmla="*/ 123526 h 694979"/>
                <a:gd name="connsiteX4" fmla="*/ 123526 w 562739"/>
                <a:gd name="connsiteY4" fmla="*/ 0 h 694979"/>
                <a:gd name="connsiteX5" fmla="*/ 480824 w 562739"/>
                <a:gd name="connsiteY5" fmla="*/ 0 h 694979"/>
                <a:gd name="connsiteX6" fmla="*/ 562739 w 562739"/>
                <a:gd name="connsiteY6" fmla="*/ 475863 h 694979"/>
                <a:gd name="connsiteX0" fmla="*/ 471299 w 480824"/>
                <a:gd name="connsiteY0" fmla="*/ 384423 h 694979"/>
                <a:gd name="connsiteX1" fmla="*/ 480824 w 480824"/>
                <a:gd name="connsiteY1" fmla="*/ 694979 h 694979"/>
                <a:gd name="connsiteX2" fmla="*/ 0 w 480824"/>
                <a:gd name="connsiteY2" fmla="*/ 694979 h 694979"/>
                <a:gd name="connsiteX3" fmla="*/ 0 w 480824"/>
                <a:gd name="connsiteY3" fmla="*/ 123526 h 694979"/>
                <a:gd name="connsiteX4" fmla="*/ 123526 w 480824"/>
                <a:gd name="connsiteY4" fmla="*/ 0 h 694979"/>
                <a:gd name="connsiteX5" fmla="*/ 480824 w 480824"/>
                <a:gd name="connsiteY5" fmla="*/ 0 h 694979"/>
                <a:gd name="connsiteX0" fmla="*/ 480824 w 480824"/>
                <a:gd name="connsiteY0" fmla="*/ 694979 h 694979"/>
                <a:gd name="connsiteX1" fmla="*/ 0 w 480824"/>
                <a:gd name="connsiteY1" fmla="*/ 694979 h 694979"/>
                <a:gd name="connsiteX2" fmla="*/ 0 w 480824"/>
                <a:gd name="connsiteY2" fmla="*/ 123526 h 694979"/>
                <a:gd name="connsiteX3" fmla="*/ 123526 w 480824"/>
                <a:gd name="connsiteY3" fmla="*/ 0 h 694979"/>
                <a:gd name="connsiteX4" fmla="*/ 480824 w 480824"/>
                <a:gd name="connsiteY4" fmla="*/ 0 h 694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824" h="694979">
                  <a:moveTo>
                    <a:pt x="480824" y="694979"/>
                  </a:moveTo>
                  <a:lnTo>
                    <a:pt x="0" y="694979"/>
                  </a:lnTo>
                  <a:lnTo>
                    <a:pt x="0" y="123526"/>
                  </a:lnTo>
                  <a:cubicBezTo>
                    <a:pt x="0" y="55304"/>
                    <a:pt x="55304" y="0"/>
                    <a:pt x="123526" y="0"/>
                  </a:cubicBezTo>
                  <a:lnTo>
                    <a:pt x="480824" y="0"/>
                  </a:lnTo>
                </a:path>
              </a:pathLst>
            </a:cu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grpSp>
      <p:sp>
        <p:nvSpPr>
          <p:cNvPr id="5" name="Titel 7">
            <a:extLst>
              <a:ext uri="{FF2B5EF4-FFF2-40B4-BE49-F238E27FC236}">
                <a16:creationId xmlns:a16="http://schemas.microsoft.com/office/drawing/2014/main" id="{847738F1-D143-13CF-D60B-0B8ACCCE7F69}"/>
              </a:ext>
            </a:extLst>
          </p:cNvPr>
          <p:cNvSpPr>
            <a:spLocks noGrp="1"/>
          </p:cNvSpPr>
          <p:nvPr>
            <p:ph type="title" hasCustomPrompt="1"/>
          </p:nvPr>
        </p:nvSpPr>
        <p:spPr bwMode="gray">
          <a:xfrm>
            <a:off x="695325" y="260351"/>
            <a:ext cx="9361488" cy="6048374"/>
          </a:xfrm>
        </p:spPr>
        <p:txBody>
          <a:bodyPr anchor="ctr"/>
          <a:lstStyle>
            <a:lvl1pPr algn="ctr">
              <a:defRPr sz="6000">
                <a:solidFill>
                  <a:schemeClr val="bg2"/>
                </a:solidFill>
              </a:defRPr>
            </a:lvl1pPr>
          </a:lstStyle>
          <a:p>
            <a:r>
              <a:rPr lang="de-DE" dirty="0"/>
              <a:t>Statement einfügen</a:t>
            </a:r>
          </a:p>
        </p:txBody>
      </p:sp>
      <p:sp>
        <p:nvSpPr>
          <p:cNvPr id="8" name="Datumsplatzhalter 7">
            <a:extLst>
              <a:ext uri="{FF2B5EF4-FFF2-40B4-BE49-F238E27FC236}">
                <a16:creationId xmlns:a16="http://schemas.microsoft.com/office/drawing/2014/main" id="{D098A4F3-61EF-970B-59E1-2B494AE2B4B8}"/>
              </a:ext>
            </a:extLst>
          </p:cNvPr>
          <p:cNvSpPr>
            <a:spLocks noGrp="1"/>
          </p:cNvSpPr>
          <p:nvPr>
            <p:ph type="dt" sz="half" idx="10"/>
          </p:nvPr>
        </p:nvSpPr>
        <p:spPr bwMode="gray"/>
        <p:txBody>
          <a:bodyPr/>
          <a:lstStyle/>
          <a:p>
            <a:r>
              <a:rPr lang="de-DE"/>
              <a:t>Intern, TT.MM.JJJJ</a:t>
            </a:r>
            <a:endParaRPr lang="de-DE" sz="800" dirty="0"/>
          </a:p>
        </p:txBody>
      </p:sp>
      <p:sp>
        <p:nvSpPr>
          <p:cNvPr id="11" name="Foliennummernplatzhalter 10">
            <a:extLst>
              <a:ext uri="{FF2B5EF4-FFF2-40B4-BE49-F238E27FC236}">
                <a16:creationId xmlns:a16="http://schemas.microsoft.com/office/drawing/2014/main" id="{0748C423-7A50-DF31-5645-71B9EB73AEE3}"/>
              </a:ext>
            </a:extLst>
          </p:cNvPr>
          <p:cNvSpPr>
            <a:spLocks noGrp="1"/>
          </p:cNvSpPr>
          <p:nvPr>
            <p:ph type="sldNum" sz="quarter" idx="12"/>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2068879458"/>
      </p:ext>
    </p:extLst>
  </p:cSld>
  <p:clrMapOvr>
    <a:masterClrMapping/>
  </p:clrMapOvr>
  <p:transition>
    <p:fade/>
  </p:transition>
  <p:extLst>
    <p:ext uri="{DCECCB84-F9BA-43D5-87BE-67443E8EF086}">
      <p15:sldGuideLst xmlns:p15="http://schemas.microsoft.com/office/powerpoint/2012/main">
        <p15:guide id="1" pos="6335">
          <p15:clr>
            <a:srgbClr val="FBAE40"/>
          </p15:clr>
        </p15:guide>
        <p15:guide id="2" orient="horz" pos="164">
          <p15:clr>
            <a:srgbClr val="FBAE40"/>
          </p15:clr>
        </p15:guide>
        <p15:guide id="3" pos="3840">
          <p15:clr>
            <a:srgbClr val="FBAE40"/>
          </p15:clr>
        </p15:guide>
        <p15:guide id="4" pos="692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6" name="Rote Fläche">
            <a:extLst>
              <a:ext uri="{FF2B5EF4-FFF2-40B4-BE49-F238E27FC236}">
                <a16:creationId xmlns:a16="http://schemas.microsoft.com/office/drawing/2014/main" id="{04FE0025-EB75-860E-EBF6-3F837DB5B118}"/>
              </a:ext>
              <a:ext uri="{C183D7F6-B498-43B3-948B-1728B52AA6E4}">
                <adec:decorative xmlns:adec="http://schemas.microsoft.com/office/drawing/2017/decorative" val="1"/>
              </a:ext>
            </a:extLst>
          </p:cNvPr>
          <p:cNvSpPr txBox="1">
            <a:spLocks/>
          </p:cNvSpPr>
          <p:nvPr userDrawn="1"/>
        </p:nvSpPr>
        <p:spPr bwMode="gray">
          <a:xfrm>
            <a:off x="0" y="260349"/>
            <a:ext cx="10991851" cy="6048377"/>
          </a:xfrm>
          <a:custGeom>
            <a:avLst/>
            <a:gdLst>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 name="connsiteX0" fmla="*/ 25400 w 11017251"/>
              <a:gd name="connsiteY0" fmla="*/ 0 h 6048377"/>
              <a:gd name="connsiteX1" fmla="*/ 10140963 w 11017251"/>
              <a:gd name="connsiteY1" fmla="*/ 0 h 6048377"/>
              <a:gd name="connsiteX2" fmla="*/ 11017251 w 11017251"/>
              <a:gd name="connsiteY2" fmla="*/ 876289 h 6048377"/>
              <a:gd name="connsiteX3" fmla="*/ 11017251 w 11017251"/>
              <a:gd name="connsiteY3" fmla="*/ 5172088 h 6048377"/>
              <a:gd name="connsiteX4" fmla="*/ 10140963 w 11017251"/>
              <a:gd name="connsiteY4" fmla="*/ 6048377 h 6048377"/>
              <a:gd name="connsiteX5" fmla="*/ 25400 w 11017251"/>
              <a:gd name="connsiteY5" fmla="*/ 6048377 h 6048377"/>
              <a:gd name="connsiteX6" fmla="*/ 0 w 11017251"/>
              <a:gd name="connsiteY6" fmla="*/ 2762251 h 6048377"/>
              <a:gd name="connsiteX7" fmla="*/ 25400 w 11017251"/>
              <a:gd name="connsiteY7" fmla="*/ 0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7" fmla="*/ 91440 w 11017251"/>
              <a:gd name="connsiteY7" fmla="*/ 2853691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91851" h="6048377">
                <a:moveTo>
                  <a:pt x="0" y="0"/>
                </a:moveTo>
                <a:lnTo>
                  <a:pt x="10115563" y="0"/>
                </a:lnTo>
                <a:cubicBezTo>
                  <a:pt x="10599523" y="0"/>
                  <a:pt x="10991851" y="392328"/>
                  <a:pt x="10991851" y="876289"/>
                </a:cubicBezTo>
                <a:lnTo>
                  <a:pt x="10991851" y="5172088"/>
                </a:lnTo>
                <a:cubicBezTo>
                  <a:pt x="10991851" y="5656049"/>
                  <a:pt x="10599523" y="6048377"/>
                  <a:pt x="10115563" y="6048377"/>
                </a:cubicBezTo>
                <a:lnTo>
                  <a:pt x="0" y="6048377"/>
                </a:lnTo>
              </a:path>
            </a:pathLst>
          </a:custGeom>
          <a:gradFill>
            <a:gsLst>
              <a:gs pos="63000">
                <a:schemeClr val="bg2"/>
              </a:gs>
              <a:gs pos="0">
                <a:srgbClr val="9B348E">
                  <a:alpha val="83000"/>
                </a:srgbClr>
              </a:gs>
              <a:gs pos="33000">
                <a:schemeClr val="bg2">
                  <a:alpha val="94000"/>
                </a:schemeClr>
              </a:gs>
            </a:gsLst>
            <a:lin ang="13200000" scaled="0"/>
          </a:gradFill>
          <a:ln w="12700">
            <a:noFill/>
          </a:ln>
        </p:spPr>
        <p:txBody>
          <a:bodyPr vert="horz" wrap="square" lIns="720000" tIns="0" rIns="936000" bIns="36000" rtlCol="0" anchor="ctr" anchorCtr="0">
            <a:noAutofit/>
          </a:bodyPr>
          <a:lstStyle>
            <a:lvl1pPr marL="0" algn="ctr" defTabSz="914115" rtl="0" eaLnBrk="1" latinLnBrk="0" hangingPunct="1">
              <a:lnSpc>
                <a:spcPct val="95000"/>
              </a:lnSpc>
              <a:spcBef>
                <a:spcPct val="0"/>
              </a:spcBef>
              <a:buNone/>
              <a:tabLst/>
              <a:defRPr lang="de-DE" sz="6000" b="0" kern="1200">
                <a:solidFill>
                  <a:schemeClr val="bg1"/>
                </a:solidFill>
                <a:latin typeface="+mj-lt"/>
                <a:ea typeface="+mj-ea"/>
                <a:cs typeface="+mj-cs"/>
              </a:defRPr>
            </a:lvl1pPr>
          </a:lstStyle>
          <a:p>
            <a:endParaRPr lang="de-DE" dirty="0"/>
          </a:p>
        </p:txBody>
      </p:sp>
      <p:grpSp>
        <p:nvGrpSpPr>
          <p:cNvPr id="23" name="Gruppieren 22">
            <a:extLst>
              <a:ext uri="{FF2B5EF4-FFF2-40B4-BE49-F238E27FC236}">
                <a16:creationId xmlns:a16="http://schemas.microsoft.com/office/drawing/2014/main" id="{1855C925-31DA-1B5E-F079-4B5FBCC57561}"/>
              </a:ext>
              <a:ext uri="{C183D7F6-B498-43B3-948B-1728B52AA6E4}">
                <adec:decorative xmlns:adec="http://schemas.microsoft.com/office/drawing/2017/decorative" val="1"/>
              </a:ext>
            </a:extLst>
          </p:cNvPr>
          <p:cNvGrpSpPr/>
          <p:nvPr userDrawn="1"/>
        </p:nvGrpSpPr>
        <p:grpSpPr bwMode="gray">
          <a:xfrm>
            <a:off x="10812524" y="2780928"/>
            <a:ext cx="1379477" cy="3600400"/>
            <a:chOff x="10812524" y="2996952"/>
            <a:chExt cx="1379477" cy="3600400"/>
          </a:xfrm>
        </p:grpSpPr>
        <p:sp>
          <p:nvSpPr>
            <p:cNvPr id="7" name="Titel 13">
              <a:extLst>
                <a:ext uri="{FF2B5EF4-FFF2-40B4-BE49-F238E27FC236}">
                  <a16:creationId xmlns:a16="http://schemas.microsoft.com/office/drawing/2014/main" id="{43602674-D216-5BEB-472A-160127167D0A}"/>
                </a:ext>
              </a:extLst>
            </p:cNvPr>
            <p:cNvSpPr txBox="1">
              <a:spLocks/>
            </p:cNvSpPr>
            <p:nvPr/>
          </p:nvSpPr>
          <p:spPr bwMode="gray">
            <a:xfrm>
              <a:off x="10812524" y="4930558"/>
              <a:ext cx="753840" cy="728733"/>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2" name="Textfeld 21">
              <a:extLst>
                <a:ext uri="{FF2B5EF4-FFF2-40B4-BE49-F238E27FC236}">
                  <a16:creationId xmlns:a16="http://schemas.microsoft.com/office/drawing/2014/main" id="{BCD6175C-90DC-79FF-E3A6-79F38891EFEC}"/>
                </a:ext>
              </a:extLst>
            </p:cNvPr>
            <p:cNvSpPr txBox="1">
              <a:spLocks/>
            </p:cNvSpPr>
            <p:nvPr/>
          </p:nvSpPr>
          <p:spPr bwMode="gray">
            <a:xfrm>
              <a:off x="11826688" y="4762609"/>
              <a:ext cx="365313" cy="1834743"/>
            </a:xfrm>
            <a:custGeom>
              <a:avLst/>
              <a:gdLst>
                <a:gd name="connsiteX0" fmla="*/ 326107 w 365313"/>
                <a:gd name="connsiteY0" fmla="*/ 0 h 1834743"/>
                <a:gd name="connsiteX1" fmla="*/ 365313 w 365313"/>
                <a:gd name="connsiteY1" fmla="*/ 0 h 1834743"/>
                <a:gd name="connsiteX2" fmla="*/ 365313 w 365313"/>
                <a:gd name="connsiteY2" fmla="*/ 1834743 h 1834743"/>
                <a:gd name="connsiteX3" fmla="*/ 0 w 365313"/>
                <a:gd name="connsiteY3" fmla="*/ 1834743 h 1834743"/>
                <a:gd name="connsiteX4" fmla="*/ 0 w 365313"/>
                <a:gd name="connsiteY4" fmla="*/ 326107 h 1834743"/>
                <a:gd name="connsiteX5" fmla="*/ 326107 w 365313"/>
                <a:gd name="connsiteY5" fmla="*/ 0 h 1834743"/>
                <a:gd name="connsiteX0" fmla="*/ 326107 w 384362"/>
                <a:gd name="connsiteY0" fmla="*/ 0 h 1834743"/>
                <a:gd name="connsiteX1" fmla="*/ 365313 w 384362"/>
                <a:gd name="connsiteY1" fmla="*/ 0 h 1834743"/>
                <a:gd name="connsiteX2" fmla="*/ 384362 w 384362"/>
                <a:gd name="connsiteY2" fmla="*/ 1238141 h 1834743"/>
                <a:gd name="connsiteX3" fmla="*/ 365313 w 384362"/>
                <a:gd name="connsiteY3" fmla="*/ 1834743 h 1834743"/>
                <a:gd name="connsiteX4" fmla="*/ 0 w 384362"/>
                <a:gd name="connsiteY4" fmla="*/ 1834743 h 1834743"/>
                <a:gd name="connsiteX5" fmla="*/ 0 w 384362"/>
                <a:gd name="connsiteY5" fmla="*/ 326107 h 1834743"/>
                <a:gd name="connsiteX6" fmla="*/ 326107 w 384362"/>
                <a:gd name="connsiteY6" fmla="*/ 0 h 1834743"/>
                <a:gd name="connsiteX0" fmla="*/ 384362 w 475802"/>
                <a:gd name="connsiteY0" fmla="*/ 1238141 h 1834743"/>
                <a:gd name="connsiteX1" fmla="*/ 365313 w 475802"/>
                <a:gd name="connsiteY1" fmla="*/ 1834743 h 1834743"/>
                <a:gd name="connsiteX2" fmla="*/ 0 w 475802"/>
                <a:gd name="connsiteY2" fmla="*/ 1834743 h 1834743"/>
                <a:gd name="connsiteX3" fmla="*/ 0 w 475802"/>
                <a:gd name="connsiteY3" fmla="*/ 326107 h 1834743"/>
                <a:gd name="connsiteX4" fmla="*/ 326107 w 475802"/>
                <a:gd name="connsiteY4" fmla="*/ 0 h 1834743"/>
                <a:gd name="connsiteX5" fmla="*/ 365313 w 475802"/>
                <a:gd name="connsiteY5" fmla="*/ 0 h 1834743"/>
                <a:gd name="connsiteX6" fmla="*/ 475802 w 475802"/>
                <a:gd name="connsiteY6" fmla="*/ 1329581 h 1834743"/>
                <a:gd name="connsiteX0" fmla="*/ 384362 w 384362"/>
                <a:gd name="connsiteY0" fmla="*/ 1238141 h 1834743"/>
                <a:gd name="connsiteX1" fmla="*/ 365313 w 384362"/>
                <a:gd name="connsiteY1" fmla="*/ 1834743 h 1834743"/>
                <a:gd name="connsiteX2" fmla="*/ 0 w 384362"/>
                <a:gd name="connsiteY2" fmla="*/ 1834743 h 1834743"/>
                <a:gd name="connsiteX3" fmla="*/ 0 w 384362"/>
                <a:gd name="connsiteY3" fmla="*/ 326107 h 1834743"/>
                <a:gd name="connsiteX4" fmla="*/ 326107 w 384362"/>
                <a:gd name="connsiteY4" fmla="*/ 0 h 1834743"/>
                <a:gd name="connsiteX5" fmla="*/ 365313 w 384362"/>
                <a:gd name="connsiteY5" fmla="*/ 0 h 1834743"/>
                <a:gd name="connsiteX0" fmla="*/ 365313 w 365313"/>
                <a:gd name="connsiteY0" fmla="*/ 1834743 h 1834743"/>
                <a:gd name="connsiteX1" fmla="*/ 0 w 365313"/>
                <a:gd name="connsiteY1" fmla="*/ 1834743 h 1834743"/>
                <a:gd name="connsiteX2" fmla="*/ 0 w 365313"/>
                <a:gd name="connsiteY2" fmla="*/ 326107 h 1834743"/>
                <a:gd name="connsiteX3" fmla="*/ 326107 w 365313"/>
                <a:gd name="connsiteY3" fmla="*/ 0 h 1834743"/>
                <a:gd name="connsiteX4" fmla="*/ 365313 w 365313"/>
                <a:gd name="connsiteY4" fmla="*/ 0 h 1834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313" h="1834743">
                  <a:moveTo>
                    <a:pt x="365313" y="1834743"/>
                  </a:moveTo>
                  <a:lnTo>
                    <a:pt x="0" y="1834743"/>
                  </a:lnTo>
                  <a:lnTo>
                    <a:pt x="0" y="326107"/>
                  </a:lnTo>
                  <a:cubicBezTo>
                    <a:pt x="0" y="146003"/>
                    <a:pt x="146003" y="0"/>
                    <a:pt x="326107" y="0"/>
                  </a:cubicBezTo>
                  <a:lnTo>
                    <a:pt x="365313" y="0"/>
                  </a:lnTo>
                </a:path>
              </a:pathLst>
            </a:cu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9" name="Titel 13">
              <a:extLst>
                <a:ext uri="{FF2B5EF4-FFF2-40B4-BE49-F238E27FC236}">
                  <a16:creationId xmlns:a16="http://schemas.microsoft.com/office/drawing/2014/main" id="{023A5D4E-8B4C-4381-21E9-17CBD780AABE}"/>
                </a:ext>
              </a:extLst>
            </p:cNvPr>
            <p:cNvSpPr txBox="1">
              <a:spLocks/>
            </p:cNvSpPr>
            <p:nvPr/>
          </p:nvSpPr>
          <p:spPr bwMode="gray">
            <a:xfrm>
              <a:off x="10812524" y="3580734"/>
              <a:ext cx="1168247" cy="1129339"/>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1" name="Textfeld 20">
              <a:extLst>
                <a:ext uri="{FF2B5EF4-FFF2-40B4-BE49-F238E27FC236}">
                  <a16:creationId xmlns:a16="http://schemas.microsoft.com/office/drawing/2014/main" id="{BEF17B52-D837-38F7-7434-F22FD2A9A590}"/>
                </a:ext>
              </a:extLst>
            </p:cNvPr>
            <p:cNvSpPr txBox="1">
              <a:spLocks/>
            </p:cNvSpPr>
            <p:nvPr/>
          </p:nvSpPr>
          <p:spPr bwMode="gray">
            <a:xfrm>
              <a:off x="11441580" y="3914323"/>
              <a:ext cx="750420" cy="1303084"/>
            </a:xfrm>
            <a:custGeom>
              <a:avLst/>
              <a:gdLst>
                <a:gd name="connsiteX0" fmla="*/ 231610 w 750420"/>
                <a:gd name="connsiteY0" fmla="*/ 0 h 1303084"/>
                <a:gd name="connsiteX1" fmla="*/ 750420 w 750420"/>
                <a:gd name="connsiteY1" fmla="*/ 0 h 1303084"/>
                <a:gd name="connsiteX2" fmla="*/ 750420 w 750420"/>
                <a:gd name="connsiteY2" fmla="*/ 1303084 h 1303084"/>
                <a:gd name="connsiteX3" fmla="*/ 0 w 750420"/>
                <a:gd name="connsiteY3" fmla="*/ 1303084 h 1303084"/>
                <a:gd name="connsiteX4" fmla="*/ 0 w 750420"/>
                <a:gd name="connsiteY4" fmla="*/ 231610 h 1303084"/>
                <a:gd name="connsiteX5" fmla="*/ 231610 w 750420"/>
                <a:gd name="connsiteY5" fmla="*/ 0 h 1303084"/>
                <a:gd name="connsiteX0" fmla="*/ 231610 w 750420"/>
                <a:gd name="connsiteY0" fmla="*/ 0 h 1303084"/>
                <a:gd name="connsiteX1" fmla="*/ 750420 w 750420"/>
                <a:gd name="connsiteY1" fmla="*/ 0 h 1303084"/>
                <a:gd name="connsiteX2" fmla="*/ 750420 w 750420"/>
                <a:gd name="connsiteY2" fmla="*/ 667202 h 1303084"/>
                <a:gd name="connsiteX3" fmla="*/ 750420 w 750420"/>
                <a:gd name="connsiteY3" fmla="*/ 1303084 h 1303084"/>
                <a:gd name="connsiteX4" fmla="*/ 0 w 750420"/>
                <a:gd name="connsiteY4" fmla="*/ 1303084 h 1303084"/>
                <a:gd name="connsiteX5" fmla="*/ 0 w 750420"/>
                <a:gd name="connsiteY5" fmla="*/ 231610 h 1303084"/>
                <a:gd name="connsiteX6" fmla="*/ 231610 w 750420"/>
                <a:gd name="connsiteY6" fmla="*/ 0 h 1303084"/>
                <a:gd name="connsiteX0" fmla="*/ 750420 w 841860"/>
                <a:gd name="connsiteY0" fmla="*/ 667202 h 1303084"/>
                <a:gd name="connsiteX1" fmla="*/ 750420 w 841860"/>
                <a:gd name="connsiteY1" fmla="*/ 1303084 h 1303084"/>
                <a:gd name="connsiteX2" fmla="*/ 0 w 841860"/>
                <a:gd name="connsiteY2" fmla="*/ 1303084 h 1303084"/>
                <a:gd name="connsiteX3" fmla="*/ 0 w 841860"/>
                <a:gd name="connsiteY3" fmla="*/ 231610 h 1303084"/>
                <a:gd name="connsiteX4" fmla="*/ 231610 w 841860"/>
                <a:gd name="connsiteY4" fmla="*/ 0 h 1303084"/>
                <a:gd name="connsiteX5" fmla="*/ 750420 w 841860"/>
                <a:gd name="connsiteY5" fmla="*/ 0 h 1303084"/>
                <a:gd name="connsiteX6" fmla="*/ 841860 w 841860"/>
                <a:gd name="connsiteY6" fmla="*/ 758642 h 1303084"/>
                <a:gd name="connsiteX0" fmla="*/ 750420 w 750420"/>
                <a:gd name="connsiteY0" fmla="*/ 667202 h 1303084"/>
                <a:gd name="connsiteX1" fmla="*/ 750420 w 750420"/>
                <a:gd name="connsiteY1" fmla="*/ 1303084 h 1303084"/>
                <a:gd name="connsiteX2" fmla="*/ 0 w 750420"/>
                <a:gd name="connsiteY2" fmla="*/ 1303084 h 1303084"/>
                <a:gd name="connsiteX3" fmla="*/ 0 w 750420"/>
                <a:gd name="connsiteY3" fmla="*/ 231610 h 1303084"/>
                <a:gd name="connsiteX4" fmla="*/ 231610 w 750420"/>
                <a:gd name="connsiteY4" fmla="*/ 0 h 1303084"/>
                <a:gd name="connsiteX5" fmla="*/ 750420 w 750420"/>
                <a:gd name="connsiteY5" fmla="*/ 0 h 1303084"/>
                <a:gd name="connsiteX0" fmla="*/ 750420 w 750420"/>
                <a:gd name="connsiteY0" fmla="*/ 1303084 h 1303084"/>
                <a:gd name="connsiteX1" fmla="*/ 0 w 750420"/>
                <a:gd name="connsiteY1" fmla="*/ 1303084 h 1303084"/>
                <a:gd name="connsiteX2" fmla="*/ 0 w 750420"/>
                <a:gd name="connsiteY2" fmla="*/ 231610 h 1303084"/>
                <a:gd name="connsiteX3" fmla="*/ 231610 w 750420"/>
                <a:gd name="connsiteY3" fmla="*/ 0 h 1303084"/>
                <a:gd name="connsiteX4" fmla="*/ 750420 w 750420"/>
                <a:gd name="connsiteY4" fmla="*/ 0 h 1303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420" h="1303084">
                  <a:moveTo>
                    <a:pt x="750420" y="1303084"/>
                  </a:moveTo>
                  <a:lnTo>
                    <a:pt x="0" y="1303084"/>
                  </a:lnTo>
                  <a:lnTo>
                    <a:pt x="0" y="231610"/>
                  </a:lnTo>
                  <a:cubicBezTo>
                    <a:pt x="0" y="103695"/>
                    <a:pt x="103695" y="0"/>
                    <a:pt x="231610" y="0"/>
                  </a:cubicBezTo>
                  <a:lnTo>
                    <a:pt x="750420" y="0"/>
                  </a:lnTo>
                </a:path>
              </a:pathLst>
            </a:cu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0" name="Textfeld 19">
              <a:extLst>
                <a:ext uri="{FF2B5EF4-FFF2-40B4-BE49-F238E27FC236}">
                  <a16:creationId xmlns:a16="http://schemas.microsoft.com/office/drawing/2014/main" id="{D0E0444C-F40A-7EB0-309E-0CCEFC81F3EC}"/>
                </a:ext>
              </a:extLst>
            </p:cNvPr>
            <p:cNvSpPr txBox="1">
              <a:spLocks/>
            </p:cNvSpPr>
            <p:nvPr/>
          </p:nvSpPr>
          <p:spPr bwMode="gray">
            <a:xfrm>
              <a:off x="11711176" y="2996952"/>
              <a:ext cx="480824" cy="694979"/>
            </a:xfrm>
            <a:custGeom>
              <a:avLst/>
              <a:gdLst>
                <a:gd name="connsiteX0" fmla="*/ 123526 w 480824"/>
                <a:gd name="connsiteY0" fmla="*/ 0 h 694979"/>
                <a:gd name="connsiteX1" fmla="*/ 480824 w 480824"/>
                <a:gd name="connsiteY1" fmla="*/ 0 h 694979"/>
                <a:gd name="connsiteX2" fmla="*/ 480824 w 480824"/>
                <a:gd name="connsiteY2" fmla="*/ 694979 h 694979"/>
                <a:gd name="connsiteX3" fmla="*/ 0 w 480824"/>
                <a:gd name="connsiteY3" fmla="*/ 694979 h 694979"/>
                <a:gd name="connsiteX4" fmla="*/ 0 w 480824"/>
                <a:gd name="connsiteY4" fmla="*/ 123526 h 694979"/>
                <a:gd name="connsiteX5" fmla="*/ 123526 w 480824"/>
                <a:gd name="connsiteY5" fmla="*/ 0 h 694979"/>
                <a:gd name="connsiteX0" fmla="*/ 123526 w 480824"/>
                <a:gd name="connsiteY0" fmla="*/ 0 h 694979"/>
                <a:gd name="connsiteX1" fmla="*/ 480824 w 480824"/>
                <a:gd name="connsiteY1" fmla="*/ 0 h 694979"/>
                <a:gd name="connsiteX2" fmla="*/ 471299 w 480824"/>
                <a:gd name="connsiteY2" fmla="*/ 384423 h 694979"/>
                <a:gd name="connsiteX3" fmla="*/ 480824 w 480824"/>
                <a:gd name="connsiteY3" fmla="*/ 694979 h 694979"/>
                <a:gd name="connsiteX4" fmla="*/ 0 w 480824"/>
                <a:gd name="connsiteY4" fmla="*/ 694979 h 694979"/>
                <a:gd name="connsiteX5" fmla="*/ 0 w 480824"/>
                <a:gd name="connsiteY5" fmla="*/ 123526 h 694979"/>
                <a:gd name="connsiteX6" fmla="*/ 123526 w 480824"/>
                <a:gd name="connsiteY6" fmla="*/ 0 h 694979"/>
                <a:gd name="connsiteX0" fmla="*/ 471299 w 562739"/>
                <a:gd name="connsiteY0" fmla="*/ 384423 h 694979"/>
                <a:gd name="connsiteX1" fmla="*/ 480824 w 562739"/>
                <a:gd name="connsiteY1" fmla="*/ 694979 h 694979"/>
                <a:gd name="connsiteX2" fmla="*/ 0 w 562739"/>
                <a:gd name="connsiteY2" fmla="*/ 694979 h 694979"/>
                <a:gd name="connsiteX3" fmla="*/ 0 w 562739"/>
                <a:gd name="connsiteY3" fmla="*/ 123526 h 694979"/>
                <a:gd name="connsiteX4" fmla="*/ 123526 w 562739"/>
                <a:gd name="connsiteY4" fmla="*/ 0 h 694979"/>
                <a:gd name="connsiteX5" fmla="*/ 480824 w 562739"/>
                <a:gd name="connsiteY5" fmla="*/ 0 h 694979"/>
                <a:gd name="connsiteX6" fmla="*/ 562739 w 562739"/>
                <a:gd name="connsiteY6" fmla="*/ 475863 h 694979"/>
                <a:gd name="connsiteX0" fmla="*/ 471299 w 480824"/>
                <a:gd name="connsiteY0" fmla="*/ 384423 h 694979"/>
                <a:gd name="connsiteX1" fmla="*/ 480824 w 480824"/>
                <a:gd name="connsiteY1" fmla="*/ 694979 h 694979"/>
                <a:gd name="connsiteX2" fmla="*/ 0 w 480824"/>
                <a:gd name="connsiteY2" fmla="*/ 694979 h 694979"/>
                <a:gd name="connsiteX3" fmla="*/ 0 w 480824"/>
                <a:gd name="connsiteY3" fmla="*/ 123526 h 694979"/>
                <a:gd name="connsiteX4" fmla="*/ 123526 w 480824"/>
                <a:gd name="connsiteY4" fmla="*/ 0 h 694979"/>
                <a:gd name="connsiteX5" fmla="*/ 480824 w 480824"/>
                <a:gd name="connsiteY5" fmla="*/ 0 h 694979"/>
                <a:gd name="connsiteX0" fmla="*/ 480824 w 480824"/>
                <a:gd name="connsiteY0" fmla="*/ 694979 h 694979"/>
                <a:gd name="connsiteX1" fmla="*/ 0 w 480824"/>
                <a:gd name="connsiteY1" fmla="*/ 694979 h 694979"/>
                <a:gd name="connsiteX2" fmla="*/ 0 w 480824"/>
                <a:gd name="connsiteY2" fmla="*/ 123526 h 694979"/>
                <a:gd name="connsiteX3" fmla="*/ 123526 w 480824"/>
                <a:gd name="connsiteY3" fmla="*/ 0 h 694979"/>
                <a:gd name="connsiteX4" fmla="*/ 480824 w 480824"/>
                <a:gd name="connsiteY4" fmla="*/ 0 h 694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824" h="694979">
                  <a:moveTo>
                    <a:pt x="480824" y="694979"/>
                  </a:moveTo>
                  <a:lnTo>
                    <a:pt x="0" y="694979"/>
                  </a:lnTo>
                  <a:lnTo>
                    <a:pt x="0" y="123526"/>
                  </a:lnTo>
                  <a:cubicBezTo>
                    <a:pt x="0" y="55304"/>
                    <a:pt x="55304" y="0"/>
                    <a:pt x="123526" y="0"/>
                  </a:cubicBezTo>
                  <a:lnTo>
                    <a:pt x="480824" y="0"/>
                  </a:lnTo>
                </a:path>
              </a:pathLst>
            </a:cu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grpSp>
      <p:sp>
        <p:nvSpPr>
          <p:cNvPr id="8" name="Titel 7">
            <a:extLst>
              <a:ext uri="{FF2B5EF4-FFF2-40B4-BE49-F238E27FC236}">
                <a16:creationId xmlns:a16="http://schemas.microsoft.com/office/drawing/2014/main" id="{E4FE68BC-B2D7-A37C-2640-D7C74054B1D8}"/>
              </a:ext>
            </a:extLst>
          </p:cNvPr>
          <p:cNvSpPr>
            <a:spLocks noGrp="1"/>
          </p:cNvSpPr>
          <p:nvPr>
            <p:ph type="title" hasCustomPrompt="1"/>
          </p:nvPr>
        </p:nvSpPr>
        <p:spPr bwMode="gray">
          <a:xfrm>
            <a:off x="695325" y="260351"/>
            <a:ext cx="9361488" cy="6048374"/>
          </a:xfrm>
        </p:spPr>
        <p:txBody>
          <a:bodyPr anchor="ctr"/>
          <a:lstStyle>
            <a:lvl1pPr algn="ctr">
              <a:defRPr sz="6000">
                <a:solidFill>
                  <a:schemeClr val="bg1"/>
                </a:solidFill>
              </a:defRPr>
            </a:lvl1pPr>
          </a:lstStyle>
          <a:p>
            <a:r>
              <a:rPr lang="de-DE" dirty="0"/>
              <a:t>Statement einfügen</a:t>
            </a:r>
          </a:p>
        </p:txBody>
      </p:sp>
      <p:sp>
        <p:nvSpPr>
          <p:cNvPr id="5" name="Datumsplatzhalter 4">
            <a:extLst>
              <a:ext uri="{FF2B5EF4-FFF2-40B4-BE49-F238E27FC236}">
                <a16:creationId xmlns:a16="http://schemas.microsoft.com/office/drawing/2014/main" id="{AE9785CC-F141-3F73-C058-B40BF750AF0B}"/>
              </a:ext>
            </a:extLst>
          </p:cNvPr>
          <p:cNvSpPr>
            <a:spLocks noGrp="1"/>
          </p:cNvSpPr>
          <p:nvPr>
            <p:ph type="dt" sz="half" idx="10"/>
          </p:nvPr>
        </p:nvSpPr>
        <p:spPr bwMode="gray"/>
        <p:txBody>
          <a:bodyPr/>
          <a:lstStyle/>
          <a:p>
            <a:r>
              <a:rPr lang="de-DE"/>
              <a:t>Intern, TT.MM.JJJJ</a:t>
            </a:r>
            <a:endParaRPr lang="de-DE" sz="800" dirty="0"/>
          </a:p>
        </p:txBody>
      </p:sp>
      <p:sp>
        <p:nvSpPr>
          <p:cNvPr id="11" name="Foliennummernplatzhalter 10">
            <a:extLst>
              <a:ext uri="{FF2B5EF4-FFF2-40B4-BE49-F238E27FC236}">
                <a16:creationId xmlns:a16="http://schemas.microsoft.com/office/drawing/2014/main" id="{85123EF6-9AB3-A11C-C3B9-78A28723AADB}"/>
              </a:ext>
            </a:extLst>
          </p:cNvPr>
          <p:cNvSpPr>
            <a:spLocks noGrp="1"/>
          </p:cNvSpPr>
          <p:nvPr>
            <p:ph type="sldNum" sz="quarter" idx="12"/>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2239403165"/>
      </p:ext>
    </p:extLst>
  </p:cSld>
  <p:clrMapOvr>
    <a:masterClrMapping/>
  </p:clrMapOvr>
  <p:transition>
    <p:fade/>
  </p:transition>
  <p:extLst>
    <p:ext uri="{DCECCB84-F9BA-43D5-87BE-67443E8EF086}">
      <p15:sldGuideLst xmlns:p15="http://schemas.microsoft.com/office/powerpoint/2012/main">
        <p15:guide id="1" pos="6335">
          <p15:clr>
            <a:srgbClr val="FBAE40"/>
          </p15:clr>
        </p15:guide>
        <p15:guide id="2" orient="horz" pos="16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auf hellem Bild">
    <p:bg>
      <p:bgPr>
        <a:solidFill>
          <a:schemeClr val="bg1"/>
        </a:solidFill>
        <a:effectLst/>
      </p:bgPr>
    </p:bg>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1DE718F3-BC2B-3D66-84F4-EEBDF15335A5}"/>
              </a:ext>
            </a:extLst>
          </p:cNvPr>
          <p:cNvSpPr/>
          <p:nvPr userDrawn="1"/>
        </p:nvSpPr>
        <p:spPr bwMode="gray">
          <a:xfrm>
            <a:off x="0" y="-12531"/>
            <a:ext cx="12192000" cy="6465719"/>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grpSp>
        <p:nvGrpSpPr>
          <p:cNvPr id="11" name="Hinweis Bild">
            <a:extLst>
              <a:ext uri="{FF2B5EF4-FFF2-40B4-BE49-F238E27FC236}">
                <a16:creationId xmlns:a16="http://schemas.microsoft.com/office/drawing/2014/main" id="{682545E3-5D46-D7B8-B909-A0C48B98028E}"/>
              </a:ext>
              <a:ext uri="{C183D7F6-B498-43B3-948B-1728B52AA6E4}">
                <adec:decorative xmlns:adec="http://schemas.microsoft.com/office/drawing/2017/decorative" val="1"/>
              </a:ext>
            </a:extLst>
          </p:cNvPr>
          <p:cNvGrpSpPr/>
          <p:nvPr userDrawn="1"/>
        </p:nvGrpSpPr>
        <p:grpSpPr bwMode="gray">
          <a:xfrm>
            <a:off x="12265536" y="0"/>
            <a:ext cx="1967368" cy="5227668"/>
            <a:chOff x="-2203588" y="-257857"/>
            <a:chExt cx="1967368" cy="5227668"/>
          </a:xfrm>
        </p:grpSpPr>
        <p:sp>
          <p:nvSpPr>
            <p:cNvPr id="12" name="Hinweis">
              <a:extLst>
                <a:ext uri="{FF2B5EF4-FFF2-40B4-BE49-F238E27FC236}">
                  <a16:creationId xmlns:a16="http://schemas.microsoft.com/office/drawing/2014/main" id="{7600FBAE-44DE-3953-EAFA-11A7EF784BE6}"/>
                </a:ext>
                <a:ext uri="{C183D7F6-B498-43B3-948B-1728B52AA6E4}">
                  <adec:decorative xmlns:adec="http://schemas.microsoft.com/office/drawing/2017/decorative" val="1"/>
                </a:ext>
              </a:extLst>
            </p:cNvPr>
            <p:cNvSpPr/>
            <p:nvPr userDrawn="1"/>
          </p:nvSpPr>
          <p:spPr bwMode="gray">
            <a:xfrm>
              <a:off x="-2184920" y="-257857"/>
              <a:ext cx="1944216" cy="320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bIns="108000" rtlCol="0" anchor="b" anchorCtr="0">
              <a:spAutoFit/>
            </a:bodyPr>
            <a:lstStyle/>
            <a:p>
              <a:pPr marL="0" marR="0" lvl="0"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200" b="0" i="0" u="none" strike="noStrike" kern="1200" cap="none" spc="0" normalizeH="0" baseline="0" noProof="0" dirty="0">
                  <a:ln>
                    <a:noFill/>
                  </a:ln>
                  <a:solidFill>
                    <a:srgbClr val="000000"/>
                  </a:solidFill>
                  <a:effectLst/>
                  <a:uLnTx/>
                  <a:uFillTx/>
                  <a:latin typeface="Sparkasse Head"/>
                  <a:ea typeface="+mn-ea"/>
                  <a:cs typeface="+mn-cs"/>
                </a:rPr>
                <a:t>Bitte beachten:</a:t>
              </a:r>
            </a:p>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100" b="0" i="0" u="none" strike="noStrike" kern="1200" cap="none" spc="0" normalizeH="0" baseline="0" noProof="0" dirty="0">
                  <a:ln>
                    <a:noFill/>
                  </a:ln>
                  <a:solidFill>
                    <a:srgbClr val="000000"/>
                  </a:solidFill>
                  <a:effectLst/>
                  <a:uLnTx/>
                  <a:uFillTx/>
                  <a:latin typeface="Sparkasse Lt"/>
                  <a:ea typeface="+mn-ea"/>
                  <a:cs typeface="+mn-cs"/>
                </a:rPr>
                <a:t>Damit der Bildplatzhalter </a:t>
              </a:r>
              <a:br>
                <a:rPr kumimoji="0" lang="de-DE" sz="1100" b="0" i="0" u="none" strike="noStrike" kern="1200" cap="none" spc="0" normalizeH="0" baseline="0" noProof="0" dirty="0">
                  <a:ln>
                    <a:noFill/>
                  </a:ln>
                  <a:solidFill>
                    <a:srgbClr val="000000"/>
                  </a:solidFill>
                  <a:effectLst/>
                  <a:uLnTx/>
                  <a:uFillTx/>
                  <a:latin typeface="Sparkasse Lt"/>
                  <a:ea typeface="+mn-ea"/>
                  <a:cs typeface="+mn-cs"/>
                </a:rPr>
              </a:br>
              <a:r>
                <a:rPr kumimoji="0" lang="de-DE" sz="1100" b="0" i="0" u="none" strike="noStrike" kern="1200" cap="none" spc="0" normalizeH="0" baseline="0" noProof="0" dirty="0">
                  <a:ln>
                    <a:noFill/>
                  </a:ln>
                  <a:solidFill>
                    <a:srgbClr val="000000"/>
                  </a:solidFill>
                  <a:effectLst/>
                  <a:uLnTx/>
                  <a:uFillTx/>
                  <a:latin typeface="Sparkasse Lt"/>
                  <a:ea typeface="+mn-ea"/>
                  <a:cs typeface="+mn-cs"/>
                </a:rPr>
                <a:t>für das Hintergrundbild einfacher </a:t>
              </a:r>
              <a:r>
                <a:rPr kumimoji="0" lang="de-DE" sz="1100" b="0" i="0" u="none" strike="noStrike" kern="1200" cap="none" spc="0" normalizeH="0" baseline="0" noProof="0" dirty="0" err="1">
                  <a:ln>
                    <a:noFill/>
                  </a:ln>
                  <a:solidFill>
                    <a:srgbClr val="000000"/>
                  </a:solidFill>
                  <a:effectLst/>
                  <a:uLnTx/>
                  <a:uFillTx/>
                  <a:latin typeface="Sparkasse Lt"/>
                  <a:ea typeface="+mn-ea"/>
                  <a:cs typeface="+mn-cs"/>
                </a:rPr>
                <a:t>mithilfe</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 des Symbols befüllt werden kann, liegt dieser im Vordergrund der Folie. Wenn Sie das Bild eingesetzt haben, müssen Sie dieses </a:t>
              </a:r>
              <a:r>
                <a:rPr kumimoji="0" lang="de-DE" sz="1100" b="0" i="0" u="none" strike="noStrike" kern="1200" cap="none" spc="0" normalizeH="0" baseline="0" noProof="0" dirty="0">
                  <a:ln>
                    <a:noFill/>
                  </a:ln>
                  <a:solidFill>
                    <a:srgbClr val="000000"/>
                  </a:solidFill>
                  <a:effectLst/>
                  <a:uLnTx/>
                  <a:uFillTx/>
                  <a:latin typeface="+mj-lt"/>
                  <a:ea typeface="+mn-ea"/>
                  <a:cs typeface="+mn-cs"/>
                </a:rPr>
                <a:t>in den Hintergrund </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der Folie setzen, damit  die übrigen Elemente sicht- und editierbar werden. Das geht ganz einfach: Bild markieren, Menü „Start“ &gt;  „Anordnen“ &gt; „In den Hintergrund“).</a:t>
              </a:r>
            </a:p>
          </p:txBody>
        </p:sp>
        <p:pic>
          <p:nvPicPr>
            <p:cNvPr id="13" name="Grafik 12">
              <a:extLst>
                <a:ext uri="{FF2B5EF4-FFF2-40B4-BE49-F238E27FC236}">
                  <a16:creationId xmlns:a16="http://schemas.microsoft.com/office/drawing/2014/main" id="{7A6E622C-EAFC-C520-DA75-6A9CAAC89AA7}"/>
                </a:ext>
              </a:extLst>
            </p:cNvPr>
            <p:cNvPicPr/>
            <p:nvPr userDrawn="1"/>
          </p:nvPicPr>
          <p:blipFill>
            <a:blip r:embed="rId2"/>
            <a:stretch>
              <a:fillRect/>
            </a:stretch>
          </p:blipFill>
          <p:spPr bwMode="gray">
            <a:xfrm>
              <a:off x="-2184704" y="2924944"/>
              <a:ext cx="1944000" cy="2044867"/>
            </a:xfrm>
            <a:prstGeom prst="rect">
              <a:avLst/>
            </a:prstGeom>
          </p:spPr>
        </p:pic>
        <p:sp>
          <p:nvSpPr>
            <p:cNvPr id="14" name="Rechteck 13">
              <a:extLst>
                <a:ext uri="{FF2B5EF4-FFF2-40B4-BE49-F238E27FC236}">
                  <a16:creationId xmlns:a16="http://schemas.microsoft.com/office/drawing/2014/main" id="{349975D1-6389-0421-C6D9-1266B5D8E04A}"/>
                </a:ext>
              </a:extLst>
            </p:cNvPr>
            <p:cNvSpPr/>
            <p:nvPr userDrawn="1"/>
          </p:nvSpPr>
          <p:spPr bwMode="gray">
            <a:xfrm>
              <a:off x="-2203588" y="4192704"/>
              <a:ext cx="1967368" cy="280236"/>
            </a:xfrm>
            <a:prstGeom prst="rect">
              <a:avLst/>
            </a:prstGeom>
            <a:solidFill>
              <a:schemeClr val="tx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grpSp>
      <p:sp>
        <p:nvSpPr>
          <p:cNvPr id="2" name="Logo">
            <a:extLst>
              <a:ext uri="{FF2B5EF4-FFF2-40B4-BE49-F238E27FC236}">
                <a16:creationId xmlns:a16="http://schemas.microsoft.com/office/drawing/2014/main" id="{C4818589-17F9-2505-F64F-20EFEFB90D51}"/>
              </a:ext>
              <a:ext uri="{C183D7F6-B498-43B3-948B-1728B52AA6E4}">
                <adec:decorative xmlns:adec="http://schemas.microsoft.com/office/drawing/2017/decorative" val="1"/>
              </a:ext>
            </a:extLst>
          </p:cNvPr>
          <p:cNvSpPr>
            <a:spLocks noGrp="1"/>
          </p:cNvSpPr>
          <p:nvPr>
            <p:ph type="pic" sz="quarter" idx="17"/>
          </p:nvPr>
        </p:nvSpPr>
        <p:spPr bwMode="gray">
          <a:xfrm>
            <a:off x="11570400" y="259200"/>
            <a:ext cx="360000" cy="360000"/>
          </a:xfrm>
          <a:blipFill>
            <a:blip r:embed="rId3">
              <a:extLst>
                <a:ext uri="{96DAC541-7B7A-43D3-8B79-37D633B846F1}">
                  <asvg:svgBlip xmlns:asvg="http://schemas.microsoft.com/office/drawing/2016/SVG/main" r:embed="rId4"/>
                </a:ext>
              </a:extLst>
            </a:blip>
            <a:srcRect/>
            <a:stretch>
              <a:fillRect t="-1352" b="-1352"/>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5" name="Titel 4">
            <a:extLst>
              <a:ext uri="{FF2B5EF4-FFF2-40B4-BE49-F238E27FC236}">
                <a16:creationId xmlns:a16="http://schemas.microsoft.com/office/drawing/2014/main" id="{82C4134C-2739-DEF6-7EC1-E4543514A7B5}"/>
              </a:ext>
            </a:extLst>
          </p:cNvPr>
          <p:cNvSpPr>
            <a:spLocks noGrp="1"/>
          </p:cNvSpPr>
          <p:nvPr>
            <p:ph type="title" hasCustomPrompt="1"/>
          </p:nvPr>
        </p:nvSpPr>
        <p:spPr bwMode="gray">
          <a:xfrm>
            <a:off x="0" y="260349"/>
            <a:ext cx="10991851" cy="6048377"/>
          </a:xfrm>
          <a:custGeom>
            <a:avLst/>
            <a:gdLst>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 name="connsiteX0" fmla="*/ 25400 w 11017251"/>
              <a:gd name="connsiteY0" fmla="*/ 0 h 6048377"/>
              <a:gd name="connsiteX1" fmla="*/ 10140963 w 11017251"/>
              <a:gd name="connsiteY1" fmla="*/ 0 h 6048377"/>
              <a:gd name="connsiteX2" fmla="*/ 11017251 w 11017251"/>
              <a:gd name="connsiteY2" fmla="*/ 876289 h 6048377"/>
              <a:gd name="connsiteX3" fmla="*/ 11017251 w 11017251"/>
              <a:gd name="connsiteY3" fmla="*/ 5172088 h 6048377"/>
              <a:gd name="connsiteX4" fmla="*/ 10140963 w 11017251"/>
              <a:gd name="connsiteY4" fmla="*/ 6048377 h 6048377"/>
              <a:gd name="connsiteX5" fmla="*/ 25400 w 11017251"/>
              <a:gd name="connsiteY5" fmla="*/ 6048377 h 6048377"/>
              <a:gd name="connsiteX6" fmla="*/ 0 w 11017251"/>
              <a:gd name="connsiteY6" fmla="*/ 2762251 h 6048377"/>
              <a:gd name="connsiteX7" fmla="*/ 25400 w 11017251"/>
              <a:gd name="connsiteY7" fmla="*/ 0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7" fmla="*/ 91440 w 11017251"/>
              <a:gd name="connsiteY7" fmla="*/ 2853691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91851" h="6048377">
                <a:moveTo>
                  <a:pt x="0" y="0"/>
                </a:moveTo>
                <a:lnTo>
                  <a:pt x="10115563" y="0"/>
                </a:lnTo>
                <a:cubicBezTo>
                  <a:pt x="10599523" y="0"/>
                  <a:pt x="10991851" y="392328"/>
                  <a:pt x="10991851" y="876289"/>
                </a:cubicBezTo>
                <a:lnTo>
                  <a:pt x="10991851" y="5172088"/>
                </a:lnTo>
                <a:cubicBezTo>
                  <a:pt x="10991851" y="5656049"/>
                  <a:pt x="10599523" y="6048377"/>
                  <a:pt x="10115563" y="6048377"/>
                </a:cubicBezTo>
                <a:lnTo>
                  <a:pt x="0" y="6048377"/>
                </a:lnTo>
              </a:path>
            </a:pathLst>
          </a:custGeom>
          <a:noFill/>
          <a:ln w="12700">
            <a:solidFill>
              <a:schemeClr val="bg2"/>
            </a:solidFill>
          </a:ln>
        </p:spPr>
        <p:txBody>
          <a:bodyPr wrap="square" lIns="720000" rIns="936000" anchor="ctr">
            <a:noAutofit/>
          </a:bodyPr>
          <a:lstStyle>
            <a:lvl1pPr algn="ctr">
              <a:tabLst/>
              <a:defRPr sz="6000">
                <a:solidFill>
                  <a:schemeClr val="bg2"/>
                </a:solidFill>
              </a:defRPr>
            </a:lvl1pPr>
          </a:lstStyle>
          <a:p>
            <a:r>
              <a:rPr lang="de-DE" dirty="0"/>
              <a:t>Statement einfügen</a:t>
            </a:r>
          </a:p>
        </p:txBody>
      </p:sp>
      <p:sp>
        <p:nvSpPr>
          <p:cNvPr id="6" name="Bildplatzhalter 5">
            <a:extLst>
              <a:ext uri="{FF2B5EF4-FFF2-40B4-BE49-F238E27FC236}">
                <a16:creationId xmlns:a16="http://schemas.microsoft.com/office/drawing/2014/main" id="{FCCDABC7-F273-0412-74CC-662E566E1ED9}"/>
              </a:ext>
              <a:ext uri="{C183D7F6-B498-43B3-948B-1728B52AA6E4}">
                <adec:decorative xmlns:adec="http://schemas.microsoft.com/office/drawing/2017/decorative" val="1"/>
              </a:ext>
            </a:extLst>
          </p:cNvPr>
          <p:cNvSpPr>
            <a:spLocks noGrp="1"/>
          </p:cNvSpPr>
          <p:nvPr>
            <p:ph type="pic" sz="quarter" idx="26"/>
          </p:nvPr>
        </p:nvSpPr>
        <p:spPr bwMode="gray">
          <a:xfrm>
            <a:off x="0" y="0"/>
            <a:ext cx="12192000" cy="6453188"/>
          </a:xfrm>
        </p:spPr>
        <p:txBody>
          <a:bodyPr/>
          <a:lstStyle>
            <a:lvl1pPr>
              <a:defRPr sz="800">
                <a:noFill/>
              </a:defRPr>
            </a:lvl1pPr>
          </a:lstStyle>
          <a:p>
            <a:r>
              <a:rPr lang="de-DE"/>
              <a:t>Bild durch Klicken auf Symbol hinzufügen</a:t>
            </a:r>
            <a:endParaRPr lang="de-DE" dirty="0"/>
          </a:p>
        </p:txBody>
      </p:sp>
      <p:sp>
        <p:nvSpPr>
          <p:cNvPr id="18" name="Datumsplatzhalter 17">
            <a:extLst>
              <a:ext uri="{FF2B5EF4-FFF2-40B4-BE49-F238E27FC236}">
                <a16:creationId xmlns:a16="http://schemas.microsoft.com/office/drawing/2014/main" id="{77530B96-3718-8E95-6A21-FBBF1F1F2AF0}"/>
              </a:ext>
            </a:extLst>
          </p:cNvPr>
          <p:cNvSpPr>
            <a:spLocks noGrp="1"/>
          </p:cNvSpPr>
          <p:nvPr>
            <p:ph type="dt" sz="half" idx="27"/>
          </p:nvPr>
        </p:nvSpPr>
        <p:spPr bwMode="gray"/>
        <p:txBody>
          <a:bodyPr/>
          <a:lstStyle/>
          <a:p>
            <a:r>
              <a:rPr lang="de-DE"/>
              <a:t>Intern, TT.MM.JJJJ</a:t>
            </a:r>
            <a:endParaRPr lang="de-DE" sz="800" dirty="0"/>
          </a:p>
        </p:txBody>
      </p:sp>
      <p:sp>
        <p:nvSpPr>
          <p:cNvPr id="20" name="Foliennummernplatzhalter 19">
            <a:extLst>
              <a:ext uri="{FF2B5EF4-FFF2-40B4-BE49-F238E27FC236}">
                <a16:creationId xmlns:a16="http://schemas.microsoft.com/office/drawing/2014/main" id="{D315F15D-ED48-6CD0-5E66-511C503BD963}"/>
              </a:ext>
            </a:extLst>
          </p:cNvPr>
          <p:cNvSpPr>
            <a:spLocks noGrp="1"/>
          </p:cNvSpPr>
          <p:nvPr>
            <p:ph type="sldNum" sz="quarter" idx="29"/>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1085119383"/>
      </p:ext>
    </p:extLst>
  </p:cSld>
  <p:clrMapOvr>
    <a:masterClrMapping/>
  </p:clrMapOvr>
  <p:transition>
    <p:fade/>
  </p:transition>
  <p:extLst>
    <p:ext uri="{DCECCB84-F9BA-43D5-87BE-67443E8EF086}">
      <p15:sldGuideLst xmlns:p15="http://schemas.microsoft.com/office/powerpoint/2012/main">
        <p15:guide id="1" pos="6335">
          <p15:clr>
            <a:srgbClr val="FBAE40"/>
          </p15:clr>
        </p15:guide>
        <p15:guide id="2" orient="horz" pos="164">
          <p15:clr>
            <a:srgbClr val="FBAE40"/>
          </p15:clr>
        </p15:guide>
        <p15:guide id="3" orient="horz" pos="4065"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tatement  auf dunklem Bild">
    <p:bg>
      <p:bgPr>
        <a:solidFill>
          <a:schemeClr val="bg1"/>
        </a:solidFill>
        <a:effectLst/>
      </p:bgPr>
    </p:bg>
    <p:spTree>
      <p:nvGrpSpPr>
        <p:cNvPr id="1" name=""/>
        <p:cNvGrpSpPr/>
        <p:nvPr/>
      </p:nvGrpSpPr>
      <p:grpSpPr>
        <a:xfrm>
          <a:off x="0" y="0"/>
          <a:ext cx="0" cy="0"/>
          <a:chOff x="0" y="0"/>
          <a:chExt cx="0" cy="0"/>
        </a:xfrm>
      </p:grpSpPr>
      <p:sp>
        <p:nvSpPr>
          <p:cNvPr id="17" name="Rechteck 16">
            <a:extLst>
              <a:ext uri="{FF2B5EF4-FFF2-40B4-BE49-F238E27FC236}">
                <a16:creationId xmlns:a16="http://schemas.microsoft.com/office/drawing/2014/main" id="{A8B9D0B1-243D-5BC1-631F-E116F63D3D96}"/>
              </a:ext>
            </a:extLst>
          </p:cNvPr>
          <p:cNvSpPr/>
          <p:nvPr userDrawn="1"/>
        </p:nvSpPr>
        <p:spPr bwMode="gray">
          <a:xfrm>
            <a:off x="0" y="-12531"/>
            <a:ext cx="12192000" cy="6465719"/>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grpSp>
        <p:nvGrpSpPr>
          <p:cNvPr id="7" name="Hinweis Bild">
            <a:extLst>
              <a:ext uri="{FF2B5EF4-FFF2-40B4-BE49-F238E27FC236}">
                <a16:creationId xmlns:a16="http://schemas.microsoft.com/office/drawing/2014/main" id="{3AE44D31-844A-BC21-5540-4B9F86272B70}"/>
              </a:ext>
              <a:ext uri="{C183D7F6-B498-43B3-948B-1728B52AA6E4}">
                <adec:decorative xmlns:adec="http://schemas.microsoft.com/office/drawing/2017/decorative" val="1"/>
              </a:ext>
            </a:extLst>
          </p:cNvPr>
          <p:cNvGrpSpPr/>
          <p:nvPr userDrawn="1"/>
        </p:nvGrpSpPr>
        <p:grpSpPr bwMode="gray">
          <a:xfrm>
            <a:off x="12265536" y="0"/>
            <a:ext cx="1967368" cy="5227668"/>
            <a:chOff x="-2203588" y="-257857"/>
            <a:chExt cx="1967368" cy="5227668"/>
          </a:xfrm>
        </p:grpSpPr>
        <p:sp>
          <p:nvSpPr>
            <p:cNvPr id="9" name="Hinweis">
              <a:extLst>
                <a:ext uri="{FF2B5EF4-FFF2-40B4-BE49-F238E27FC236}">
                  <a16:creationId xmlns:a16="http://schemas.microsoft.com/office/drawing/2014/main" id="{C3CA9575-7493-12C3-0DB7-B8A0AA19F85C}"/>
                </a:ext>
                <a:ext uri="{C183D7F6-B498-43B3-948B-1728B52AA6E4}">
                  <adec:decorative xmlns:adec="http://schemas.microsoft.com/office/drawing/2017/decorative" val="1"/>
                </a:ext>
              </a:extLst>
            </p:cNvPr>
            <p:cNvSpPr/>
            <p:nvPr userDrawn="1"/>
          </p:nvSpPr>
          <p:spPr bwMode="gray">
            <a:xfrm>
              <a:off x="-2184920" y="-257857"/>
              <a:ext cx="1944216" cy="3204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bIns="108000" rtlCol="0" anchor="b" anchorCtr="0">
              <a:spAutoFit/>
            </a:bodyPr>
            <a:lstStyle/>
            <a:p>
              <a:pPr marL="0" marR="0" lvl="0"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200" b="0" i="0" u="none" strike="noStrike" kern="1200" cap="none" spc="0" normalizeH="0" baseline="0" noProof="0" dirty="0">
                  <a:ln>
                    <a:noFill/>
                  </a:ln>
                  <a:solidFill>
                    <a:srgbClr val="000000"/>
                  </a:solidFill>
                  <a:effectLst/>
                  <a:uLnTx/>
                  <a:uFillTx/>
                  <a:latin typeface="Sparkasse Head"/>
                  <a:ea typeface="+mn-ea"/>
                  <a:cs typeface="+mn-cs"/>
                </a:rPr>
                <a:t>Bitte beachten:</a:t>
              </a:r>
            </a:p>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100" b="0" i="0" u="none" strike="noStrike" kern="1200" cap="none" spc="0" normalizeH="0" baseline="0" noProof="0" dirty="0">
                  <a:ln>
                    <a:noFill/>
                  </a:ln>
                  <a:solidFill>
                    <a:srgbClr val="000000"/>
                  </a:solidFill>
                  <a:effectLst/>
                  <a:uLnTx/>
                  <a:uFillTx/>
                  <a:latin typeface="Sparkasse Lt"/>
                  <a:ea typeface="+mn-ea"/>
                  <a:cs typeface="+mn-cs"/>
                </a:rPr>
                <a:t>Damit der Bildplatzhalter </a:t>
              </a:r>
              <a:br>
                <a:rPr kumimoji="0" lang="de-DE" sz="1100" b="0" i="0" u="none" strike="noStrike" kern="1200" cap="none" spc="0" normalizeH="0" baseline="0" noProof="0" dirty="0">
                  <a:ln>
                    <a:noFill/>
                  </a:ln>
                  <a:solidFill>
                    <a:srgbClr val="000000"/>
                  </a:solidFill>
                  <a:effectLst/>
                  <a:uLnTx/>
                  <a:uFillTx/>
                  <a:latin typeface="Sparkasse Lt"/>
                  <a:ea typeface="+mn-ea"/>
                  <a:cs typeface="+mn-cs"/>
                </a:rPr>
              </a:br>
              <a:r>
                <a:rPr kumimoji="0" lang="de-DE" sz="1100" b="0" i="0" u="none" strike="noStrike" kern="1200" cap="none" spc="0" normalizeH="0" baseline="0" noProof="0" dirty="0">
                  <a:ln>
                    <a:noFill/>
                  </a:ln>
                  <a:solidFill>
                    <a:srgbClr val="000000"/>
                  </a:solidFill>
                  <a:effectLst/>
                  <a:uLnTx/>
                  <a:uFillTx/>
                  <a:latin typeface="Sparkasse Lt"/>
                  <a:ea typeface="+mn-ea"/>
                  <a:cs typeface="+mn-cs"/>
                </a:rPr>
                <a:t>für das Hintergrundbild einfacher </a:t>
              </a:r>
              <a:r>
                <a:rPr kumimoji="0" lang="de-DE" sz="1100" b="0" i="0" u="none" strike="noStrike" kern="1200" cap="none" spc="0" normalizeH="0" baseline="0" noProof="0" dirty="0" err="1">
                  <a:ln>
                    <a:noFill/>
                  </a:ln>
                  <a:solidFill>
                    <a:srgbClr val="000000"/>
                  </a:solidFill>
                  <a:effectLst/>
                  <a:uLnTx/>
                  <a:uFillTx/>
                  <a:latin typeface="Sparkasse Lt"/>
                  <a:ea typeface="+mn-ea"/>
                  <a:cs typeface="+mn-cs"/>
                </a:rPr>
                <a:t>mithilfe</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 des Symbols befüllt werden kann, liegt dieser im Vordergrund der Folie. Wenn Sie das Bild eingesetzt haben, müssen Sie dieses </a:t>
              </a:r>
              <a:r>
                <a:rPr kumimoji="0" lang="de-DE" sz="1100" b="0" i="0" u="none" strike="noStrike" kern="1200" cap="none" spc="0" normalizeH="0" baseline="0" noProof="0" dirty="0">
                  <a:ln>
                    <a:noFill/>
                  </a:ln>
                  <a:solidFill>
                    <a:srgbClr val="000000"/>
                  </a:solidFill>
                  <a:effectLst/>
                  <a:uLnTx/>
                  <a:uFillTx/>
                  <a:latin typeface="+mj-lt"/>
                  <a:ea typeface="+mn-ea"/>
                  <a:cs typeface="+mn-cs"/>
                </a:rPr>
                <a:t>in den Hintergrund </a:t>
              </a:r>
              <a:r>
                <a:rPr kumimoji="0" lang="de-DE" sz="1100" b="0" i="0" u="none" strike="noStrike" kern="1200" cap="none" spc="0" normalizeH="0" baseline="0" noProof="0" dirty="0">
                  <a:ln>
                    <a:noFill/>
                  </a:ln>
                  <a:solidFill>
                    <a:srgbClr val="000000"/>
                  </a:solidFill>
                  <a:effectLst/>
                  <a:uLnTx/>
                  <a:uFillTx/>
                  <a:latin typeface="Sparkasse Lt"/>
                  <a:ea typeface="+mn-ea"/>
                  <a:cs typeface="+mn-cs"/>
                </a:rPr>
                <a:t>der Folie setzen, damit  die übrigen Elemente sicht- und editierbar werden. Das geht ganz einfach: Bild markieren, Menü „Start“ &gt;  „Anordnen“ &gt; „In den Hintergrund“).</a:t>
              </a:r>
            </a:p>
          </p:txBody>
        </p:sp>
        <p:pic>
          <p:nvPicPr>
            <p:cNvPr id="12" name="Grafik 11">
              <a:extLst>
                <a:ext uri="{FF2B5EF4-FFF2-40B4-BE49-F238E27FC236}">
                  <a16:creationId xmlns:a16="http://schemas.microsoft.com/office/drawing/2014/main" id="{95B0F7BC-D34F-ABA9-64BF-26ACB33C67AC}"/>
                </a:ext>
              </a:extLst>
            </p:cNvPr>
            <p:cNvPicPr/>
            <p:nvPr userDrawn="1"/>
          </p:nvPicPr>
          <p:blipFill>
            <a:blip r:embed="rId2"/>
            <a:stretch>
              <a:fillRect/>
            </a:stretch>
          </p:blipFill>
          <p:spPr bwMode="gray">
            <a:xfrm>
              <a:off x="-2184704" y="2924944"/>
              <a:ext cx="1944000" cy="2044867"/>
            </a:xfrm>
            <a:prstGeom prst="rect">
              <a:avLst/>
            </a:prstGeom>
          </p:spPr>
        </p:pic>
        <p:sp>
          <p:nvSpPr>
            <p:cNvPr id="13" name="Rechteck 12">
              <a:extLst>
                <a:ext uri="{FF2B5EF4-FFF2-40B4-BE49-F238E27FC236}">
                  <a16:creationId xmlns:a16="http://schemas.microsoft.com/office/drawing/2014/main" id="{91971039-8415-E667-80B6-173473B16B99}"/>
                </a:ext>
              </a:extLst>
            </p:cNvPr>
            <p:cNvSpPr/>
            <p:nvPr userDrawn="1"/>
          </p:nvSpPr>
          <p:spPr bwMode="gray">
            <a:xfrm>
              <a:off x="-2203588" y="4192704"/>
              <a:ext cx="1967368" cy="280236"/>
            </a:xfrm>
            <a:prstGeom prst="rect">
              <a:avLst/>
            </a:prstGeom>
            <a:solidFill>
              <a:schemeClr val="tx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grpSp>
      <p:sp>
        <p:nvSpPr>
          <p:cNvPr id="11" name="Logo">
            <a:extLst>
              <a:ext uri="{FF2B5EF4-FFF2-40B4-BE49-F238E27FC236}">
                <a16:creationId xmlns:a16="http://schemas.microsoft.com/office/drawing/2014/main" id="{61A6E69A-F7EA-4361-3677-DAC5E4A5FFAB}"/>
              </a:ext>
              <a:ext uri="{C183D7F6-B498-43B3-948B-1728B52AA6E4}">
                <adec:decorative xmlns:adec="http://schemas.microsoft.com/office/drawing/2017/decorative" val="1"/>
              </a:ext>
            </a:extLst>
          </p:cNvPr>
          <p:cNvSpPr>
            <a:spLocks noGrp="1"/>
          </p:cNvSpPr>
          <p:nvPr>
            <p:ph type="pic" sz="quarter" idx="17"/>
          </p:nvPr>
        </p:nvSpPr>
        <p:spPr bwMode="gray">
          <a:xfrm>
            <a:off x="11570400" y="259200"/>
            <a:ext cx="360000" cy="360000"/>
          </a:xfrm>
          <a:blipFill>
            <a:blip r:embed="rId3">
              <a:extLst>
                <a:ext uri="{96DAC541-7B7A-43D3-8B79-37D633B846F1}">
                  <asvg:svgBlip xmlns:asvg="http://schemas.microsoft.com/office/drawing/2016/SVG/main" r:embed="rId4"/>
                </a:ext>
              </a:extLst>
            </a:blip>
            <a:srcRect/>
            <a:stretch>
              <a:fillRect t="-1352" b="-1352"/>
            </a:stretch>
          </a:blipFill>
        </p:spPr>
        <p:txBody>
          <a:bodyPr vert="horz" lIns="0" tIns="0" rIns="0" bIns="0" rtlCol="0">
            <a:noAutofit/>
          </a:bodyPr>
          <a:lstStyle>
            <a:lvl1pPr>
              <a:defRPr lang="de-DE" sz="800">
                <a:noFill/>
              </a:defRPr>
            </a:lvl1pPr>
          </a:lstStyle>
          <a:p>
            <a:pPr lvl="0"/>
            <a:r>
              <a:rPr lang="de-DE"/>
              <a:t>Bild durch Klicken auf Symbol hinzufügen</a:t>
            </a:r>
            <a:endParaRPr lang="de-DE" dirty="0"/>
          </a:p>
        </p:txBody>
      </p:sp>
      <p:sp>
        <p:nvSpPr>
          <p:cNvPr id="5" name="Titel 4">
            <a:extLst>
              <a:ext uri="{FF2B5EF4-FFF2-40B4-BE49-F238E27FC236}">
                <a16:creationId xmlns:a16="http://schemas.microsoft.com/office/drawing/2014/main" id="{82C4134C-2739-DEF6-7EC1-E4543514A7B5}"/>
              </a:ext>
            </a:extLst>
          </p:cNvPr>
          <p:cNvSpPr>
            <a:spLocks noGrp="1"/>
          </p:cNvSpPr>
          <p:nvPr>
            <p:ph type="title" hasCustomPrompt="1"/>
          </p:nvPr>
        </p:nvSpPr>
        <p:spPr bwMode="gray">
          <a:xfrm>
            <a:off x="0" y="260349"/>
            <a:ext cx="10991851" cy="6048377"/>
          </a:xfrm>
          <a:custGeom>
            <a:avLst/>
            <a:gdLst>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 name="connsiteX0" fmla="*/ 25400 w 11017251"/>
              <a:gd name="connsiteY0" fmla="*/ 0 h 6048377"/>
              <a:gd name="connsiteX1" fmla="*/ 10140963 w 11017251"/>
              <a:gd name="connsiteY1" fmla="*/ 0 h 6048377"/>
              <a:gd name="connsiteX2" fmla="*/ 11017251 w 11017251"/>
              <a:gd name="connsiteY2" fmla="*/ 876289 h 6048377"/>
              <a:gd name="connsiteX3" fmla="*/ 11017251 w 11017251"/>
              <a:gd name="connsiteY3" fmla="*/ 5172088 h 6048377"/>
              <a:gd name="connsiteX4" fmla="*/ 10140963 w 11017251"/>
              <a:gd name="connsiteY4" fmla="*/ 6048377 h 6048377"/>
              <a:gd name="connsiteX5" fmla="*/ 25400 w 11017251"/>
              <a:gd name="connsiteY5" fmla="*/ 6048377 h 6048377"/>
              <a:gd name="connsiteX6" fmla="*/ 0 w 11017251"/>
              <a:gd name="connsiteY6" fmla="*/ 2762251 h 6048377"/>
              <a:gd name="connsiteX7" fmla="*/ 25400 w 11017251"/>
              <a:gd name="connsiteY7" fmla="*/ 0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7" fmla="*/ 91440 w 11017251"/>
              <a:gd name="connsiteY7" fmla="*/ 2853691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91851" h="6048377">
                <a:moveTo>
                  <a:pt x="0" y="0"/>
                </a:moveTo>
                <a:lnTo>
                  <a:pt x="10115563" y="0"/>
                </a:lnTo>
                <a:cubicBezTo>
                  <a:pt x="10599523" y="0"/>
                  <a:pt x="10991851" y="392328"/>
                  <a:pt x="10991851" y="876289"/>
                </a:cubicBezTo>
                <a:lnTo>
                  <a:pt x="10991851" y="5172088"/>
                </a:lnTo>
                <a:cubicBezTo>
                  <a:pt x="10991851" y="5656049"/>
                  <a:pt x="10599523" y="6048377"/>
                  <a:pt x="10115563" y="6048377"/>
                </a:cubicBezTo>
                <a:lnTo>
                  <a:pt x="0" y="6048377"/>
                </a:lnTo>
              </a:path>
            </a:pathLst>
          </a:custGeom>
          <a:noFill/>
          <a:ln w="12700">
            <a:solidFill>
              <a:schemeClr val="bg1"/>
            </a:solidFill>
          </a:ln>
        </p:spPr>
        <p:txBody>
          <a:bodyPr wrap="square" lIns="720000" rIns="936000" anchor="ctr">
            <a:noAutofit/>
          </a:bodyPr>
          <a:lstStyle>
            <a:lvl1pPr algn="ctr">
              <a:tabLst/>
              <a:defRPr sz="6000">
                <a:solidFill>
                  <a:schemeClr val="bg1"/>
                </a:solidFill>
              </a:defRPr>
            </a:lvl1pPr>
          </a:lstStyle>
          <a:p>
            <a:r>
              <a:rPr lang="de-DE" dirty="0"/>
              <a:t>Statement einfügen</a:t>
            </a:r>
          </a:p>
        </p:txBody>
      </p:sp>
      <p:sp>
        <p:nvSpPr>
          <p:cNvPr id="6" name="Bildplatzhalter 5">
            <a:extLst>
              <a:ext uri="{FF2B5EF4-FFF2-40B4-BE49-F238E27FC236}">
                <a16:creationId xmlns:a16="http://schemas.microsoft.com/office/drawing/2014/main" id="{FCCDABC7-F273-0412-74CC-662E566E1ED9}"/>
              </a:ext>
              <a:ext uri="{C183D7F6-B498-43B3-948B-1728B52AA6E4}">
                <adec:decorative xmlns:adec="http://schemas.microsoft.com/office/drawing/2017/decorative" val="1"/>
              </a:ext>
            </a:extLst>
          </p:cNvPr>
          <p:cNvSpPr>
            <a:spLocks noGrp="1"/>
          </p:cNvSpPr>
          <p:nvPr>
            <p:ph type="pic" sz="quarter" idx="26"/>
          </p:nvPr>
        </p:nvSpPr>
        <p:spPr bwMode="gray">
          <a:xfrm>
            <a:off x="-9116" y="0"/>
            <a:ext cx="12192000" cy="6453352"/>
          </a:xfrm>
        </p:spPr>
        <p:txBody>
          <a:bodyPr/>
          <a:lstStyle>
            <a:lvl1pPr>
              <a:defRPr sz="800">
                <a:noFill/>
              </a:defRPr>
            </a:lvl1pPr>
          </a:lstStyle>
          <a:p>
            <a:r>
              <a:rPr lang="de-DE"/>
              <a:t>Bild durch Klicken auf Symbol hinzufügen</a:t>
            </a:r>
            <a:endParaRPr lang="de-DE" dirty="0"/>
          </a:p>
        </p:txBody>
      </p:sp>
      <p:sp>
        <p:nvSpPr>
          <p:cNvPr id="10" name="Datumsplatzhalter 9">
            <a:extLst>
              <a:ext uri="{FF2B5EF4-FFF2-40B4-BE49-F238E27FC236}">
                <a16:creationId xmlns:a16="http://schemas.microsoft.com/office/drawing/2014/main" id="{7AEFAE0F-6F70-1920-86E0-67051EEC83C5}"/>
              </a:ext>
            </a:extLst>
          </p:cNvPr>
          <p:cNvSpPr>
            <a:spLocks noGrp="1"/>
          </p:cNvSpPr>
          <p:nvPr>
            <p:ph type="dt" sz="half" idx="27"/>
          </p:nvPr>
        </p:nvSpPr>
        <p:spPr bwMode="gray"/>
        <p:txBody>
          <a:bodyPr/>
          <a:lstStyle/>
          <a:p>
            <a:r>
              <a:rPr lang="de-DE"/>
              <a:t>Intern, TT.MM.JJJJ</a:t>
            </a:r>
            <a:endParaRPr lang="de-DE" sz="800" dirty="0"/>
          </a:p>
        </p:txBody>
      </p:sp>
      <p:sp>
        <p:nvSpPr>
          <p:cNvPr id="16" name="Foliennummernplatzhalter 15">
            <a:extLst>
              <a:ext uri="{FF2B5EF4-FFF2-40B4-BE49-F238E27FC236}">
                <a16:creationId xmlns:a16="http://schemas.microsoft.com/office/drawing/2014/main" id="{0B277C48-3A50-F0B4-7E2F-EB46F92AC98C}"/>
              </a:ext>
            </a:extLst>
          </p:cNvPr>
          <p:cNvSpPr>
            <a:spLocks noGrp="1"/>
          </p:cNvSpPr>
          <p:nvPr>
            <p:ph type="sldNum" sz="quarter" idx="29"/>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42198784"/>
      </p:ext>
    </p:extLst>
  </p:cSld>
  <p:clrMapOvr>
    <a:masterClrMapping/>
  </p:clrMapOvr>
  <p:transition>
    <p:fade/>
  </p:transition>
  <p:extLst>
    <p:ext uri="{DCECCB84-F9BA-43D5-87BE-67443E8EF086}">
      <p15:sldGuideLst xmlns:p15="http://schemas.microsoft.com/office/powerpoint/2012/main">
        <p15:guide id="1" pos="6335">
          <p15:clr>
            <a:srgbClr val="FBAE40"/>
          </p15:clr>
        </p15:guide>
        <p15:guide id="2" orient="horz" pos="164">
          <p15:clr>
            <a:srgbClr val="FBAE40"/>
          </p15:clr>
        </p15:guide>
        <p15:guide id="3" orient="horz" pos="4065"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bschluss und Kontakt">
    <p:spTree>
      <p:nvGrpSpPr>
        <p:cNvPr id="1" name=""/>
        <p:cNvGrpSpPr/>
        <p:nvPr/>
      </p:nvGrpSpPr>
      <p:grpSpPr>
        <a:xfrm>
          <a:off x="0" y="0"/>
          <a:ext cx="0" cy="0"/>
          <a:chOff x="0" y="0"/>
          <a:chExt cx="0" cy="0"/>
        </a:xfrm>
      </p:grpSpPr>
      <p:grpSp>
        <p:nvGrpSpPr>
          <p:cNvPr id="9" name="Gruppieren 8">
            <a:extLst>
              <a:ext uri="{FF2B5EF4-FFF2-40B4-BE49-F238E27FC236}">
                <a16:creationId xmlns:a16="http://schemas.microsoft.com/office/drawing/2014/main" id="{80146B12-F13A-3E2B-6981-7A409F665EBA}"/>
              </a:ext>
              <a:ext uri="{C183D7F6-B498-43B3-948B-1728B52AA6E4}">
                <adec:decorative xmlns:adec="http://schemas.microsoft.com/office/drawing/2017/decorative" val="1"/>
              </a:ext>
            </a:extLst>
          </p:cNvPr>
          <p:cNvGrpSpPr/>
          <p:nvPr userDrawn="1"/>
        </p:nvGrpSpPr>
        <p:grpSpPr bwMode="gray">
          <a:xfrm>
            <a:off x="7536160" y="908098"/>
            <a:ext cx="4392488" cy="3817046"/>
            <a:chOff x="7392143" y="620688"/>
            <a:chExt cx="4295800" cy="3733025"/>
          </a:xfrm>
        </p:grpSpPr>
        <p:sp>
          <p:nvSpPr>
            <p:cNvPr id="10" name="Titel 13">
              <a:extLst>
                <a:ext uri="{FF2B5EF4-FFF2-40B4-BE49-F238E27FC236}">
                  <a16:creationId xmlns:a16="http://schemas.microsoft.com/office/drawing/2014/main" id="{2066A9E2-F75C-9F61-086B-9CAEFB10E29F}"/>
                </a:ext>
              </a:extLst>
            </p:cNvPr>
            <p:cNvSpPr txBox="1">
              <a:spLocks/>
            </p:cNvSpPr>
            <p:nvPr/>
          </p:nvSpPr>
          <p:spPr bwMode="gray">
            <a:xfrm>
              <a:off x="7392143" y="2625521"/>
              <a:ext cx="725355" cy="755577"/>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1" name="Titel 13">
              <a:extLst>
                <a:ext uri="{FF2B5EF4-FFF2-40B4-BE49-F238E27FC236}">
                  <a16:creationId xmlns:a16="http://schemas.microsoft.com/office/drawing/2014/main" id="{807E8EF6-4B78-2D4D-BAB6-4732C7DC7CA9}"/>
                </a:ext>
              </a:extLst>
            </p:cNvPr>
            <p:cNvSpPr txBox="1">
              <a:spLocks/>
            </p:cNvSpPr>
            <p:nvPr/>
          </p:nvSpPr>
          <p:spPr bwMode="gray">
            <a:xfrm>
              <a:off x="8367985" y="2451385"/>
              <a:ext cx="1826236" cy="1902328"/>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2" name="Titel 13">
              <a:extLst>
                <a:ext uri="{FF2B5EF4-FFF2-40B4-BE49-F238E27FC236}">
                  <a16:creationId xmlns:a16="http://schemas.microsoft.com/office/drawing/2014/main" id="{44C4C5F8-FB1E-D273-ABEE-59C9B2C606AB}"/>
                </a:ext>
              </a:extLst>
            </p:cNvPr>
            <p:cNvSpPr txBox="1">
              <a:spLocks/>
            </p:cNvSpPr>
            <p:nvPr/>
          </p:nvSpPr>
          <p:spPr bwMode="gray">
            <a:xfrm>
              <a:off x="7392143" y="1225974"/>
              <a:ext cx="1124103" cy="1170940"/>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3" name="Titel 13">
              <a:extLst>
                <a:ext uri="{FF2B5EF4-FFF2-40B4-BE49-F238E27FC236}">
                  <a16:creationId xmlns:a16="http://schemas.microsoft.com/office/drawing/2014/main" id="{8895D62F-AC6C-39E9-E968-9C9DD70B24CD}"/>
                </a:ext>
              </a:extLst>
            </p:cNvPr>
            <p:cNvSpPr txBox="1">
              <a:spLocks/>
            </p:cNvSpPr>
            <p:nvPr/>
          </p:nvSpPr>
          <p:spPr bwMode="gray">
            <a:xfrm>
              <a:off x="7997429" y="1571851"/>
              <a:ext cx="1297042" cy="1351085"/>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4" name="Titel 13">
              <a:extLst>
                <a:ext uri="{FF2B5EF4-FFF2-40B4-BE49-F238E27FC236}">
                  <a16:creationId xmlns:a16="http://schemas.microsoft.com/office/drawing/2014/main" id="{8FBDE68F-40CF-704A-8FCB-5CAD8EFFAA84}"/>
                </a:ext>
              </a:extLst>
            </p:cNvPr>
            <p:cNvSpPr txBox="1">
              <a:spLocks/>
            </p:cNvSpPr>
            <p:nvPr/>
          </p:nvSpPr>
          <p:spPr bwMode="gray">
            <a:xfrm>
              <a:off x="8256838" y="620688"/>
              <a:ext cx="691755" cy="720579"/>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5" name="Titel 13">
              <a:extLst>
                <a:ext uri="{FF2B5EF4-FFF2-40B4-BE49-F238E27FC236}">
                  <a16:creationId xmlns:a16="http://schemas.microsoft.com/office/drawing/2014/main" id="{798938D2-DAFA-9145-D2D5-71F123C27187}"/>
                </a:ext>
              </a:extLst>
            </p:cNvPr>
            <p:cNvSpPr txBox="1">
              <a:spLocks/>
            </p:cNvSpPr>
            <p:nvPr/>
          </p:nvSpPr>
          <p:spPr bwMode="gray">
            <a:xfrm>
              <a:off x="8775179" y="793627"/>
              <a:ext cx="951639" cy="991292"/>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6" name="Titel 13">
              <a:extLst>
                <a:ext uri="{FF2B5EF4-FFF2-40B4-BE49-F238E27FC236}">
                  <a16:creationId xmlns:a16="http://schemas.microsoft.com/office/drawing/2014/main" id="{28778CF2-96CB-3EED-7363-147FFE26489A}"/>
                </a:ext>
              </a:extLst>
            </p:cNvPr>
            <p:cNvSpPr txBox="1">
              <a:spLocks/>
            </p:cNvSpPr>
            <p:nvPr/>
          </p:nvSpPr>
          <p:spPr bwMode="gray">
            <a:xfrm>
              <a:off x="9467410" y="1038197"/>
              <a:ext cx="1642919" cy="1711376"/>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7" name="Titel 13">
              <a:extLst>
                <a:ext uri="{FF2B5EF4-FFF2-40B4-BE49-F238E27FC236}">
                  <a16:creationId xmlns:a16="http://schemas.microsoft.com/office/drawing/2014/main" id="{F27A2AA0-6E44-66E5-395B-A21DA2DE6D42}"/>
                </a:ext>
              </a:extLst>
            </p:cNvPr>
            <p:cNvSpPr txBox="1">
              <a:spLocks/>
            </p:cNvSpPr>
            <p:nvPr/>
          </p:nvSpPr>
          <p:spPr bwMode="gray">
            <a:xfrm>
              <a:off x="9813287" y="2090668"/>
              <a:ext cx="913117" cy="951164"/>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8" name="Titel 13">
              <a:extLst>
                <a:ext uri="{FF2B5EF4-FFF2-40B4-BE49-F238E27FC236}">
                  <a16:creationId xmlns:a16="http://schemas.microsoft.com/office/drawing/2014/main" id="{C7055918-0E70-B034-9820-95B8B906E20B}"/>
                </a:ext>
              </a:extLst>
            </p:cNvPr>
            <p:cNvSpPr txBox="1">
              <a:spLocks/>
            </p:cNvSpPr>
            <p:nvPr/>
          </p:nvSpPr>
          <p:spPr bwMode="gray">
            <a:xfrm>
              <a:off x="11023858" y="1225974"/>
              <a:ext cx="664085" cy="691756"/>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grpSp>
      <p:sp>
        <p:nvSpPr>
          <p:cNvPr id="6" name="Topline">
            <a:extLst>
              <a:ext uri="{FF2B5EF4-FFF2-40B4-BE49-F238E27FC236}">
                <a16:creationId xmlns:a16="http://schemas.microsoft.com/office/drawing/2014/main" id="{C7050113-4006-19DB-B564-30690108E137}"/>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2" name="Titel 1">
            <a:extLst>
              <a:ext uri="{FF2B5EF4-FFF2-40B4-BE49-F238E27FC236}">
                <a16:creationId xmlns:a16="http://schemas.microsoft.com/office/drawing/2014/main" id="{95F5EA0C-AD02-1069-6BEE-966D04DE8CAE}"/>
              </a:ext>
            </a:extLst>
          </p:cNvPr>
          <p:cNvSpPr>
            <a:spLocks noGrp="1"/>
          </p:cNvSpPr>
          <p:nvPr>
            <p:ph type="title" hasCustomPrompt="1"/>
          </p:nvPr>
        </p:nvSpPr>
        <p:spPr bwMode="gray">
          <a:xfrm>
            <a:off x="695325" y="908050"/>
            <a:ext cx="5616575" cy="1872000"/>
          </a:xfrm>
        </p:spPr>
        <p:txBody>
          <a:bodyPr anchor="b" anchorCtr="0"/>
          <a:lstStyle>
            <a:lvl1pPr>
              <a:defRPr sz="4400"/>
            </a:lvl1pPr>
          </a:lstStyle>
          <a:p>
            <a:r>
              <a:rPr lang="de-DE" dirty="0" err="1"/>
              <a:t>Abschlussbotschaft</a:t>
            </a:r>
            <a:r>
              <a:rPr lang="de-DE" dirty="0"/>
              <a:t> hinzufügen</a:t>
            </a:r>
          </a:p>
        </p:txBody>
      </p:sp>
      <p:sp>
        <p:nvSpPr>
          <p:cNvPr id="5" name="Rechteck: diagonal liegende Ecken abgerundet 4">
            <a:extLst>
              <a:ext uri="{FF2B5EF4-FFF2-40B4-BE49-F238E27FC236}">
                <a16:creationId xmlns:a16="http://schemas.microsoft.com/office/drawing/2014/main" id="{D0E2FD61-C071-96AA-3DF1-AE3E79F58DE4}"/>
              </a:ext>
              <a:ext uri="{C183D7F6-B498-43B3-948B-1728B52AA6E4}">
                <adec:decorative xmlns:adec="http://schemas.microsoft.com/office/drawing/2017/decorative" val="1"/>
              </a:ext>
            </a:extLst>
          </p:cNvPr>
          <p:cNvSpPr/>
          <p:nvPr userDrawn="1"/>
        </p:nvSpPr>
        <p:spPr bwMode="gray">
          <a:xfrm>
            <a:off x="334962" y="3537012"/>
            <a:ext cx="9361488" cy="2771972"/>
          </a:xfrm>
          <a:prstGeom prst="round2DiagRect">
            <a:avLst>
              <a:gd name="adj1" fmla="val 14462"/>
              <a:gd name="adj2" fmla="val 0"/>
            </a:avLst>
          </a:prstGeom>
          <a:gradFill>
            <a:gsLst>
              <a:gs pos="0">
                <a:srgbClr val="9B348E"/>
              </a:gs>
              <a:gs pos="43000">
                <a:schemeClr val="bg2"/>
              </a:gs>
            </a:gsLst>
            <a:lin ang="132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sp>
        <p:nvSpPr>
          <p:cNvPr id="8" name="Name">
            <a:extLst>
              <a:ext uri="{FF2B5EF4-FFF2-40B4-BE49-F238E27FC236}">
                <a16:creationId xmlns:a16="http://schemas.microsoft.com/office/drawing/2014/main" id="{1A200081-5830-3962-E5B1-8ADCED7C1627}"/>
              </a:ext>
            </a:extLst>
          </p:cNvPr>
          <p:cNvSpPr>
            <a:spLocks noGrp="1"/>
          </p:cNvSpPr>
          <p:nvPr>
            <p:ph type="body" sz="quarter" idx="27" hasCustomPrompt="1"/>
          </p:nvPr>
        </p:nvSpPr>
        <p:spPr bwMode="gray">
          <a:xfrm>
            <a:off x="710109" y="3897052"/>
            <a:ext cx="5601791" cy="540060"/>
          </a:xfrm>
        </p:spPr>
        <p:txBody>
          <a:bodyPr/>
          <a:lstStyle>
            <a:lvl1pPr>
              <a:lnSpc>
                <a:spcPct val="100000"/>
              </a:lnSpc>
              <a:spcAft>
                <a:spcPts val="0"/>
              </a:spcAft>
              <a:defRPr sz="3200" b="0">
                <a:solidFill>
                  <a:schemeClr val="bg1"/>
                </a:solidFill>
                <a:latin typeface="+mj-lt"/>
              </a:defRPr>
            </a:lvl1pPr>
            <a:lvl2pPr>
              <a:lnSpc>
                <a:spcPct val="100000"/>
              </a:lnSpc>
              <a:spcAft>
                <a:spcPts val="0"/>
              </a:spcAft>
              <a:defRPr sz="3200" b="0">
                <a:solidFill>
                  <a:schemeClr val="bg1"/>
                </a:solidFill>
                <a:latin typeface="+mj-lt"/>
              </a:defRPr>
            </a:lvl2pPr>
            <a:lvl3pPr marL="0" indent="0">
              <a:lnSpc>
                <a:spcPct val="100000"/>
              </a:lnSpc>
              <a:spcAft>
                <a:spcPts val="0"/>
              </a:spcAft>
              <a:buFontTx/>
              <a:buNone/>
              <a:defRPr sz="3200" b="0">
                <a:solidFill>
                  <a:schemeClr val="bg1"/>
                </a:solidFill>
                <a:latin typeface="+mj-lt"/>
              </a:defRPr>
            </a:lvl3pPr>
            <a:lvl4pPr marL="0" indent="0">
              <a:lnSpc>
                <a:spcPct val="100000"/>
              </a:lnSpc>
              <a:spcAft>
                <a:spcPts val="0"/>
              </a:spcAft>
              <a:buFontTx/>
              <a:buNone/>
              <a:defRPr sz="3200" b="0">
                <a:solidFill>
                  <a:schemeClr val="bg1"/>
                </a:solidFill>
                <a:latin typeface="+mj-lt"/>
              </a:defRPr>
            </a:lvl4pPr>
            <a:lvl5pPr marL="0" indent="0">
              <a:lnSpc>
                <a:spcPct val="100000"/>
              </a:lnSpc>
              <a:spcAft>
                <a:spcPts val="0"/>
              </a:spcAft>
              <a:buFontTx/>
              <a:buNone/>
              <a:defRPr sz="3200" b="0">
                <a:solidFill>
                  <a:schemeClr val="bg1"/>
                </a:solidFill>
                <a:latin typeface="+mj-lt"/>
              </a:defRPr>
            </a:lvl5pPr>
            <a:lvl6pPr marL="0" indent="0">
              <a:lnSpc>
                <a:spcPct val="100000"/>
              </a:lnSpc>
              <a:spcAft>
                <a:spcPts val="0"/>
              </a:spcAft>
              <a:buFontTx/>
              <a:buNone/>
              <a:defRPr sz="3200" b="0">
                <a:solidFill>
                  <a:schemeClr val="bg1"/>
                </a:solidFill>
                <a:latin typeface="+mj-lt"/>
              </a:defRPr>
            </a:lvl6pPr>
            <a:lvl7pPr marL="0" indent="0">
              <a:lnSpc>
                <a:spcPct val="100000"/>
              </a:lnSpc>
              <a:spcAft>
                <a:spcPts val="0"/>
              </a:spcAft>
              <a:buFontTx/>
              <a:buNone/>
              <a:defRPr sz="3200" b="0">
                <a:solidFill>
                  <a:schemeClr val="bg1"/>
                </a:solidFill>
                <a:latin typeface="+mj-lt"/>
              </a:defRPr>
            </a:lvl7pPr>
            <a:lvl8pPr marL="0" indent="0">
              <a:lnSpc>
                <a:spcPct val="100000"/>
              </a:lnSpc>
              <a:spcAft>
                <a:spcPts val="0"/>
              </a:spcAft>
              <a:buFontTx/>
              <a:buNone/>
              <a:defRPr sz="3200" b="0">
                <a:solidFill>
                  <a:schemeClr val="bg1"/>
                </a:solidFill>
                <a:latin typeface="+mj-lt"/>
              </a:defRPr>
            </a:lvl8pPr>
            <a:lvl9pPr marL="0" indent="0">
              <a:lnSpc>
                <a:spcPct val="100000"/>
              </a:lnSpc>
              <a:spcAft>
                <a:spcPts val="0"/>
              </a:spcAft>
              <a:buFontTx/>
              <a:buNone/>
              <a:defRPr sz="3200" b="0">
                <a:solidFill>
                  <a:schemeClr val="bg1"/>
                </a:solidFill>
                <a:latin typeface="+mj-lt"/>
              </a:defRPr>
            </a:lvl9pPr>
          </a:lstStyle>
          <a:p>
            <a:pPr lvl="0"/>
            <a:r>
              <a:rPr lang="de-DE" dirty="0"/>
              <a:t>Name hinzufügen</a:t>
            </a:r>
          </a:p>
          <a:p>
            <a:pPr lvl="0"/>
            <a:endParaRPr lang="de-DE" dirty="0"/>
          </a:p>
        </p:txBody>
      </p:sp>
      <p:sp>
        <p:nvSpPr>
          <p:cNvPr id="23" name="Funktion">
            <a:extLst>
              <a:ext uri="{FF2B5EF4-FFF2-40B4-BE49-F238E27FC236}">
                <a16:creationId xmlns:a16="http://schemas.microsoft.com/office/drawing/2014/main" id="{D9E5C0E2-E123-AC6F-BA9D-28F7A4C3848C}"/>
              </a:ext>
            </a:extLst>
          </p:cNvPr>
          <p:cNvSpPr>
            <a:spLocks noGrp="1"/>
          </p:cNvSpPr>
          <p:nvPr>
            <p:ph type="body" sz="quarter" idx="28" hasCustomPrompt="1"/>
          </p:nvPr>
        </p:nvSpPr>
        <p:spPr bwMode="gray">
          <a:xfrm>
            <a:off x="710109" y="4545124"/>
            <a:ext cx="5601791" cy="360000"/>
          </a:xfrm>
        </p:spPr>
        <p:txBody>
          <a:bodyPr/>
          <a:lstStyle>
            <a:lvl1pPr>
              <a:lnSpc>
                <a:spcPct val="100000"/>
              </a:lnSpc>
              <a:spcAft>
                <a:spcPts val="0"/>
              </a:spcAft>
              <a:defRPr sz="2000">
                <a:solidFill>
                  <a:schemeClr val="bg1"/>
                </a:solidFill>
                <a:latin typeface="+mj-lt"/>
              </a:defRPr>
            </a:lvl1pPr>
            <a:lvl2pPr>
              <a:lnSpc>
                <a:spcPct val="100000"/>
              </a:lnSpc>
              <a:spcAft>
                <a:spcPts val="0"/>
              </a:spcAft>
              <a:defRPr sz="2000">
                <a:solidFill>
                  <a:schemeClr val="bg1"/>
                </a:solidFill>
                <a:latin typeface="+mj-lt"/>
              </a:defRPr>
            </a:lvl2pPr>
            <a:lvl3pPr marL="0" indent="0">
              <a:lnSpc>
                <a:spcPct val="100000"/>
              </a:lnSpc>
              <a:spcAft>
                <a:spcPts val="0"/>
              </a:spcAft>
              <a:buFontTx/>
              <a:buNone/>
              <a:defRPr sz="2000">
                <a:solidFill>
                  <a:schemeClr val="bg1"/>
                </a:solidFill>
                <a:latin typeface="+mj-lt"/>
              </a:defRPr>
            </a:lvl3pPr>
            <a:lvl4pPr marL="0" indent="0">
              <a:lnSpc>
                <a:spcPct val="100000"/>
              </a:lnSpc>
              <a:spcAft>
                <a:spcPts val="0"/>
              </a:spcAft>
              <a:buFontTx/>
              <a:buNone/>
              <a:defRPr sz="2000">
                <a:solidFill>
                  <a:schemeClr val="bg1"/>
                </a:solidFill>
                <a:latin typeface="+mj-lt"/>
              </a:defRPr>
            </a:lvl4pPr>
            <a:lvl5pPr marL="0" indent="0">
              <a:lnSpc>
                <a:spcPct val="100000"/>
              </a:lnSpc>
              <a:spcAft>
                <a:spcPts val="0"/>
              </a:spcAft>
              <a:buFontTx/>
              <a:buNone/>
              <a:defRPr sz="2000">
                <a:solidFill>
                  <a:schemeClr val="bg1"/>
                </a:solidFill>
                <a:latin typeface="+mj-lt"/>
              </a:defRPr>
            </a:lvl5pPr>
            <a:lvl6pPr marL="0" indent="0">
              <a:lnSpc>
                <a:spcPct val="100000"/>
              </a:lnSpc>
              <a:spcAft>
                <a:spcPts val="0"/>
              </a:spcAft>
              <a:buFontTx/>
              <a:buNone/>
              <a:defRPr sz="2000">
                <a:solidFill>
                  <a:schemeClr val="bg1"/>
                </a:solidFill>
                <a:latin typeface="+mj-lt"/>
              </a:defRPr>
            </a:lvl6pPr>
            <a:lvl7pPr marL="0" indent="0">
              <a:lnSpc>
                <a:spcPct val="100000"/>
              </a:lnSpc>
              <a:spcAft>
                <a:spcPts val="0"/>
              </a:spcAft>
              <a:buFontTx/>
              <a:buNone/>
              <a:defRPr sz="2000">
                <a:solidFill>
                  <a:schemeClr val="bg1"/>
                </a:solidFill>
                <a:latin typeface="+mj-lt"/>
              </a:defRPr>
            </a:lvl7pPr>
            <a:lvl8pPr marL="0" indent="0">
              <a:lnSpc>
                <a:spcPct val="100000"/>
              </a:lnSpc>
              <a:spcAft>
                <a:spcPts val="0"/>
              </a:spcAft>
              <a:buFontTx/>
              <a:buNone/>
              <a:defRPr sz="2000">
                <a:solidFill>
                  <a:schemeClr val="bg1"/>
                </a:solidFill>
                <a:latin typeface="+mj-lt"/>
              </a:defRPr>
            </a:lvl8pPr>
            <a:lvl9pPr marL="0" indent="0">
              <a:lnSpc>
                <a:spcPct val="100000"/>
              </a:lnSpc>
              <a:spcAft>
                <a:spcPts val="0"/>
              </a:spcAft>
              <a:buFontTx/>
              <a:buNone/>
              <a:defRPr sz="2000">
                <a:solidFill>
                  <a:schemeClr val="bg1"/>
                </a:solidFill>
                <a:latin typeface="+mj-lt"/>
              </a:defRPr>
            </a:lvl9pPr>
          </a:lstStyle>
          <a:p>
            <a:pPr lvl="0"/>
            <a:r>
              <a:rPr lang="de-DE" dirty="0"/>
              <a:t>Funktion hinzufügen</a:t>
            </a:r>
          </a:p>
        </p:txBody>
      </p:sp>
      <p:sp>
        <p:nvSpPr>
          <p:cNvPr id="24" name="Telefon">
            <a:extLst>
              <a:ext uri="{FF2B5EF4-FFF2-40B4-BE49-F238E27FC236}">
                <a16:creationId xmlns:a16="http://schemas.microsoft.com/office/drawing/2014/main" id="{A0AEC8A2-6BA3-3E40-3E27-52A8C2DC2B42}"/>
              </a:ext>
            </a:extLst>
          </p:cNvPr>
          <p:cNvSpPr>
            <a:spLocks noGrp="1"/>
          </p:cNvSpPr>
          <p:nvPr>
            <p:ph type="body" sz="quarter" idx="29" hasCustomPrompt="1"/>
          </p:nvPr>
        </p:nvSpPr>
        <p:spPr bwMode="gray">
          <a:xfrm>
            <a:off x="710109" y="5265204"/>
            <a:ext cx="5601791" cy="720000"/>
          </a:xfrm>
        </p:spPr>
        <p:txBody>
          <a:bodyPr/>
          <a:lstStyle>
            <a:lvl1pPr>
              <a:lnSpc>
                <a:spcPct val="100000"/>
              </a:lnSpc>
              <a:spcAft>
                <a:spcPts val="0"/>
              </a:spcAft>
              <a:tabLst>
                <a:tab pos="1073150" algn="l"/>
              </a:tabLst>
              <a:defRPr sz="1600">
                <a:solidFill>
                  <a:schemeClr val="bg1"/>
                </a:solidFill>
                <a:latin typeface="+mn-lt"/>
              </a:defRPr>
            </a:lvl1pPr>
            <a:lvl2pPr>
              <a:lnSpc>
                <a:spcPct val="100000"/>
              </a:lnSpc>
              <a:spcAft>
                <a:spcPts val="0"/>
              </a:spcAft>
              <a:tabLst>
                <a:tab pos="1435100" algn="l"/>
              </a:tabLst>
              <a:defRPr sz="1600">
                <a:solidFill>
                  <a:schemeClr val="bg1"/>
                </a:solidFill>
                <a:latin typeface="+mn-lt"/>
              </a:defRPr>
            </a:lvl2pPr>
            <a:lvl3pPr marL="0" indent="0">
              <a:lnSpc>
                <a:spcPct val="100000"/>
              </a:lnSpc>
              <a:spcAft>
                <a:spcPts val="0"/>
              </a:spcAft>
              <a:buFontTx/>
              <a:buNone/>
              <a:tabLst>
                <a:tab pos="1435100" algn="l"/>
              </a:tabLst>
              <a:defRPr sz="1600">
                <a:solidFill>
                  <a:schemeClr val="bg1"/>
                </a:solidFill>
                <a:latin typeface="+mn-lt"/>
              </a:defRPr>
            </a:lvl3pPr>
            <a:lvl4pPr marL="0" indent="0">
              <a:lnSpc>
                <a:spcPct val="100000"/>
              </a:lnSpc>
              <a:spcAft>
                <a:spcPts val="0"/>
              </a:spcAft>
              <a:buFontTx/>
              <a:buNone/>
              <a:tabLst>
                <a:tab pos="1435100" algn="l"/>
              </a:tabLst>
              <a:defRPr sz="1600">
                <a:solidFill>
                  <a:schemeClr val="bg1"/>
                </a:solidFill>
                <a:latin typeface="+mn-lt"/>
              </a:defRPr>
            </a:lvl4pPr>
            <a:lvl5pPr marL="0" indent="0">
              <a:lnSpc>
                <a:spcPct val="100000"/>
              </a:lnSpc>
              <a:spcAft>
                <a:spcPts val="0"/>
              </a:spcAft>
              <a:buFontTx/>
              <a:buNone/>
              <a:tabLst>
                <a:tab pos="1435100" algn="l"/>
              </a:tabLst>
              <a:defRPr sz="1600">
                <a:solidFill>
                  <a:schemeClr val="bg1"/>
                </a:solidFill>
                <a:latin typeface="+mn-lt"/>
              </a:defRPr>
            </a:lvl5pPr>
            <a:lvl6pPr marL="0" indent="0">
              <a:lnSpc>
                <a:spcPct val="100000"/>
              </a:lnSpc>
              <a:spcAft>
                <a:spcPts val="0"/>
              </a:spcAft>
              <a:buFontTx/>
              <a:buNone/>
              <a:tabLst>
                <a:tab pos="1435100" algn="l"/>
              </a:tabLst>
              <a:defRPr sz="1600">
                <a:solidFill>
                  <a:schemeClr val="bg1"/>
                </a:solidFill>
                <a:latin typeface="+mn-lt"/>
              </a:defRPr>
            </a:lvl6pPr>
            <a:lvl7pPr marL="0" indent="0">
              <a:lnSpc>
                <a:spcPct val="100000"/>
              </a:lnSpc>
              <a:spcAft>
                <a:spcPts val="0"/>
              </a:spcAft>
              <a:buFontTx/>
              <a:buNone/>
              <a:tabLst>
                <a:tab pos="1435100" algn="l"/>
              </a:tabLst>
              <a:defRPr sz="1600">
                <a:solidFill>
                  <a:schemeClr val="bg1"/>
                </a:solidFill>
                <a:latin typeface="+mn-lt"/>
              </a:defRPr>
            </a:lvl7pPr>
            <a:lvl8pPr marL="0" indent="0">
              <a:lnSpc>
                <a:spcPct val="100000"/>
              </a:lnSpc>
              <a:spcAft>
                <a:spcPts val="0"/>
              </a:spcAft>
              <a:buFontTx/>
              <a:buNone/>
              <a:tabLst>
                <a:tab pos="1435100" algn="l"/>
              </a:tabLst>
              <a:defRPr sz="1600">
                <a:solidFill>
                  <a:schemeClr val="bg1"/>
                </a:solidFill>
                <a:latin typeface="+mn-lt"/>
              </a:defRPr>
            </a:lvl8pPr>
            <a:lvl9pPr marL="0" indent="0">
              <a:lnSpc>
                <a:spcPct val="100000"/>
              </a:lnSpc>
              <a:spcAft>
                <a:spcPts val="0"/>
              </a:spcAft>
              <a:buFontTx/>
              <a:buNone/>
              <a:tabLst>
                <a:tab pos="1435100" algn="l"/>
              </a:tabLst>
              <a:defRPr sz="1600">
                <a:solidFill>
                  <a:schemeClr val="bg1"/>
                </a:solidFill>
                <a:latin typeface="+mn-lt"/>
              </a:defRPr>
            </a:lvl9pPr>
          </a:lstStyle>
          <a:p>
            <a:pPr lvl="0"/>
            <a:r>
              <a:rPr lang="de-DE" dirty="0"/>
              <a:t>Telefonnummer und E-Mail hinzufügen</a:t>
            </a:r>
          </a:p>
        </p:txBody>
      </p:sp>
      <p:sp>
        <p:nvSpPr>
          <p:cNvPr id="21" name="Bildplatzhalter 39">
            <a:extLst>
              <a:ext uri="{FF2B5EF4-FFF2-40B4-BE49-F238E27FC236}">
                <a16:creationId xmlns:a16="http://schemas.microsoft.com/office/drawing/2014/main" id="{4E2D2F07-99F7-CEAC-707E-A9AB2AF2DE63}"/>
              </a:ext>
              <a:ext uri="{C183D7F6-B498-43B3-948B-1728B52AA6E4}">
                <adec:decorative xmlns:adec="http://schemas.microsoft.com/office/drawing/2017/decorative" val="1"/>
              </a:ext>
            </a:extLst>
          </p:cNvPr>
          <p:cNvSpPr>
            <a:spLocks noGrp="1" noChangeAspect="1"/>
          </p:cNvSpPr>
          <p:nvPr>
            <p:ph type="pic" sz="quarter" idx="16"/>
          </p:nvPr>
        </p:nvSpPr>
        <p:spPr bwMode="gray">
          <a:xfrm>
            <a:off x="6888336" y="2241116"/>
            <a:ext cx="2232000" cy="2232000"/>
          </a:xfrm>
          <a:prstGeom prst="round2DiagRect">
            <a:avLst/>
          </a:prstGeom>
          <a:noFill/>
          <a:ln w="12700">
            <a:solidFill>
              <a:schemeClr val="bg2"/>
            </a:solidFill>
          </a:ln>
        </p:spPr>
        <p:txBody>
          <a:bodyPr/>
          <a:lstStyle>
            <a:lvl1pPr>
              <a:defRPr sz="800">
                <a:noFill/>
              </a:defRPr>
            </a:lvl1pPr>
          </a:lstStyle>
          <a:p>
            <a:r>
              <a:rPr lang="de-DE"/>
              <a:t>Bild durch Klicken auf Symbol hinzufügen</a:t>
            </a:r>
            <a:endParaRPr lang="de-DE" dirty="0"/>
          </a:p>
        </p:txBody>
      </p:sp>
      <p:sp>
        <p:nvSpPr>
          <p:cNvPr id="3" name="Foliennummernplatzhalter 2">
            <a:extLst>
              <a:ext uri="{FF2B5EF4-FFF2-40B4-BE49-F238E27FC236}">
                <a16:creationId xmlns:a16="http://schemas.microsoft.com/office/drawing/2014/main" id="{EE34BFBB-E70E-600E-D4F1-0CA5EBBD997E}"/>
              </a:ext>
            </a:extLst>
          </p:cNvPr>
          <p:cNvSpPr>
            <a:spLocks noGrp="1"/>
          </p:cNvSpPr>
          <p:nvPr>
            <p:ph type="sldNum" sz="quarter" idx="10"/>
          </p:nvPr>
        </p:nvSpPr>
        <p:spPr bwMode="gray"/>
        <p:txBody>
          <a:bodyPr/>
          <a:lstStyle/>
          <a:p>
            <a:r>
              <a:rPr lang="de-DE" dirty="0"/>
              <a:t>Seite </a:t>
            </a:r>
            <a:fld id="{DC907883-A228-4E41-A7BF-33DDF6A01B2A}" type="slidenum">
              <a:rPr lang="de-DE" smtClean="0"/>
              <a:pPr/>
              <a:t>‹Nr.›</a:t>
            </a:fld>
            <a:endParaRPr lang="de-DE" dirty="0"/>
          </a:p>
        </p:txBody>
      </p:sp>
      <p:sp>
        <p:nvSpPr>
          <p:cNvPr id="7" name="Datumsplatzhalter 6">
            <a:extLst>
              <a:ext uri="{FF2B5EF4-FFF2-40B4-BE49-F238E27FC236}">
                <a16:creationId xmlns:a16="http://schemas.microsoft.com/office/drawing/2014/main" id="{5C67DFBD-A45A-A491-66AC-BFBDA1A8322E}"/>
              </a:ext>
            </a:extLst>
          </p:cNvPr>
          <p:cNvSpPr>
            <a:spLocks noGrp="1"/>
          </p:cNvSpPr>
          <p:nvPr>
            <p:ph type="dt" sz="half" idx="30"/>
          </p:nvPr>
        </p:nvSpPr>
        <p:spPr bwMode="gray"/>
        <p:txBody>
          <a:bodyPr/>
          <a:lstStyle/>
          <a:p>
            <a:r>
              <a:rPr lang="de-DE"/>
              <a:t>Intern, TT.MM.JJJJ</a:t>
            </a:r>
            <a:endParaRPr lang="de-DE" sz="800" dirty="0"/>
          </a:p>
        </p:txBody>
      </p:sp>
    </p:spTree>
    <p:extLst>
      <p:ext uri="{BB962C8B-B14F-4D97-AF65-F5344CB8AC3E}">
        <p14:creationId xmlns:p14="http://schemas.microsoft.com/office/powerpoint/2010/main" val="3433483392"/>
      </p:ext>
    </p:extLst>
  </p:cSld>
  <p:clrMapOvr>
    <a:masterClrMapping/>
  </p:clrMapOvr>
  <p:transition>
    <p:fade/>
  </p:transition>
  <p:extLst>
    <p:ext uri="{DCECCB84-F9BA-43D5-87BE-67443E8EF086}">
      <p15:sldGuideLst xmlns:p15="http://schemas.microsoft.com/office/powerpoint/2012/main">
        <p15:guide id="1" pos="5518">
          <p15:clr>
            <a:srgbClr val="FBAE40"/>
          </p15:clr>
        </p15:guide>
        <p15:guide id="2" pos="3976">
          <p15:clr>
            <a:srgbClr val="FBAE40"/>
          </p15:clr>
        </p15:guide>
        <p15:guide id="3" pos="211">
          <p15:clr>
            <a:srgbClr val="FBAE40"/>
          </p15:clr>
        </p15:guide>
        <p15:guide id="4" pos="4339">
          <p15:clr>
            <a:srgbClr val="FBAE40"/>
          </p15:clr>
        </p15:guide>
        <p15:guide id="5" pos="610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bschluss und zwei Kontakte">
    <p:spTree>
      <p:nvGrpSpPr>
        <p:cNvPr id="1" name=""/>
        <p:cNvGrpSpPr/>
        <p:nvPr/>
      </p:nvGrpSpPr>
      <p:grpSpPr>
        <a:xfrm>
          <a:off x="0" y="0"/>
          <a:ext cx="0" cy="0"/>
          <a:chOff x="0" y="0"/>
          <a:chExt cx="0" cy="0"/>
        </a:xfrm>
      </p:grpSpPr>
      <p:grpSp>
        <p:nvGrpSpPr>
          <p:cNvPr id="9" name="Gruppieren 8">
            <a:extLst>
              <a:ext uri="{FF2B5EF4-FFF2-40B4-BE49-F238E27FC236}">
                <a16:creationId xmlns:a16="http://schemas.microsoft.com/office/drawing/2014/main" id="{80146B12-F13A-3E2B-6981-7A409F665EBA}"/>
              </a:ext>
              <a:ext uri="{C183D7F6-B498-43B3-948B-1728B52AA6E4}">
                <adec:decorative xmlns:adec="http://schemas.microsoft.com/office/drawing/2017/decorative" val="1"/>
              </a:ext>
            </a:extLst>
          </p:cNvPr>
          <p:cNvGrpSpPr/>
          <p:nvPr userDrawn="1"/>
        </p:nvGrpSpPr>
        <p:grpSpPr bwMode="gray">
          <a:xfrm>
            <a:off x="7536160" y="908098"/>
            <a:ext cx="4392488" cy="3817046"/>
            <a:chOff x="7392143" y="620688"/>
            <a:chExt cx="4295800" cy="3733025"/>
          </a:xfrm>
        </p:grpSpPr>
        <p:sp>
          <p:nvSpPr>
            <p:cNvPr id="10" name="Titel 13">
              <a:extLst>
                <a:ext uri="{FF2B5EF4-FFF2-40B4-BE49-F238E27FC236}">
                  <a16:creationId xmlns:a16="http://schemas.microsoft.com/office/drawing/2014/main" id="{2066A9E2-F75C-9F61-086B-9CAEFB10E29F}"/>
                </a:ext>
              </a:extLst>
            </p:cNvPr>
            <p:cNvSpPr txBox="1">
              <a:spLocks/>
            </p:cNvSpPr>
            <p:nvPr/>
          </p:nvSpPr>
          <p:spPr bwMode="gray">
            <a:xfrm>
              <a:off x="7392143" y="2625521"/>
              <a:ext cx="725355" cy="755577"/>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1" name="Titel 13">
              <a:extLst>
                <a:ext uri="{FF2B5EF4-FFF2-40B4-BE49-F238E27FC236}">
                  <a16:creationId xmlns:a16="http://schemas.microsoft.com/office/drawing/2014/main" id="{807E8EF6-4B78-2D4D-BAB6-4732C7DC7CA9}"/>
                </a:ext>
              </a:extLst>
            </p:cNvPr>
            <p:cNvSpPr txBox="1">
              <a:spLocks/>
            </p:cNvSpPr>
            <p:nvPr/>
          </p:nvSpPr>
          <p:spPr bwMode="gray">
            <a:xfrm>
              <a:off x="8367985" y="2451385"/>
              <a:ext cx="1826236" cy="1902328"/>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2" name="Titel 13">
              <a:extLst>
                <a:ext uri="{FF2B5EF4-FFF2-40B4-BE49-F238E27FC236}">
                  <a16:creationId xmlns:a16="http://schemas.microsoft.com/office/drawing/2014/main" id="{44C4C5F8-FB1E-D273-ABEE-59C9B2C606AB}"/>
                </a:ext>
              </a:extLst>
            </p:cNvPr>
            <p:cNvSpPr txBox="1">
              <a:spLocks/>
            </p:cNvSpPr>
            <p:nvPr/>
          </p:nvSpPr>
          <p:spPr bwMode="gray">
            <a:xfrm>
              <a:off x="7392143" y="1225974"/>
              <a:ext cx="1124103" cy="1170940"/>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3" name="Titel 13">
              <a:extLst>
                <a:ext uri="{FF2B5EF4-FFF2-40B4-BE49-F238E27FC236}">
                  <a16:creationId xmlns:a16="http://schemas.microsoft.com/office/drawing/2014/main" id="{8895D62F-AC6C-39E9-E968-9C9DD70B24CD}"/>
                </a:ext>
              </a:extLst>
            </p:cNvPr>
            <p:cNvSpPr txBox="1">
              <a:spLocks/>
            </p:cNvSpPr>
            <p:nvPr/>
          </p:nvSpPr>
          <p:spPr bwMode="gray">
            <a:xfrm>
              <a:off x="7997429" y="1571851"/>
              <a:ext cx="1297042" cy="1351085"/>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4" name="Titel 13">
              <a:extLst>
                <a:ext uri="{FF2B5EF4-FFF2-40B4-BE49-F238E27FC236}">
                  <a16:creationId xmlns:a16="http://schemas.microsoft.com/office/drawing/2014/main" id="{8FBDE68F-40CF-704A-8FCB-5CAD8EFFAA84}"/>
                </a:ext>
              </a:extLst>
            </p:cNvPr>
            <p:cNvSpPr txBox="1">
              <a:spLocks/>
            </p:cNvSpPr>
            <p:nvPr/>
          </p:nvSpPr>
          <p:spPr bwMode="gray">
            <a:xfrm>
              <a:off x="8256838" y="620688"/>
              <a:ext cx="691755" cy="720579"/>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5" name="Titel 13">
              <a:extLst>
                <a:ext uri="{FF2B5EF4-FFF2-40B4-BE49-F238E27FC236}">
                  <a16:creationId xmlns:a16="http://schemas.microsoft.com/office/drawing/2014/main" id="{798938D2-DAFA-9145-D2D5-71F123C27187}"/>
                </a:ext>
              </a:extLst>
            </p:cNvPr>
            <p:cNvSpPr txBox="1">
              <a:spLocks/>
            </p:cNvSpPr>
            <p:nvPr/>
          </p:nvSpPr>
          <p:spPr bwMode="gray">
            <a:xfrm>
              <a:off x="8775179" y="793627"/>
              <a:ext cx="951639" cy="991292"/>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6" name="Titel 13">
              <a:extLst>
                <a:ext uri="{FF2B5EF4-FFF2-40B4-BE49-F238E27FC236}">
                  <a16:creationId xmlns:a16="http://schemas.microsoft.com/office/drawing/2014/main" id="{28778CF2-96CB-3EED-7363-147FFE26489A}"/>
                </a:ext>
              </a:extLst>
            </p:cNvPr>
            <p:cNvSpPr txBox="1">
              <a:spLocks/>
            </p:cNvSpPr>
            <p:nvPr/>
          </p:nvSpPr>
          <p:spPr bwMode="gray">
            <a:xfrm>
              <a:off x="9467410" y="1038197"/>
              <a:ext cx="1642919" cy="1711376"/>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7" name="Titel 13">
              <a:extLst>
                <a:ext uri="{FF2B5EF4-FFF2-40B4-BE49-F238E27FC236}">
                  <a16:creationId xmlns:a16="http://schemas.microsoft.com/office/drawing/2014/main" id="{F27A2AA0-6E44-66E5-395B-A21DA2DE6D42}"/>
                </a:ext>
              </a:extLst>
            </p:cNvPr>
            <p:cNvSpPr txBox="1">
              <a:spLocks/>
            </p:cNvSpPr>
            <p:nvPr/>
          </p:nvSpPr>
          <p:spPr bwMode="gray">
            <a:xfrm>
              <a:off x="9813287" y="2090668"/>
              <a:ext cx="913117" cy="951164"/>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8" name="Titel 13">
              <a:extLst>
                <a:ext uri="{FF2B5EF4-FFF2-40B4-BE49-F238E27FC236}">
                  <a16:creationId xmlns:a16="http://schemas.microsoft.com/office/drawing/2014/main" id="{C7055918-0E70-B034-9820-95B8B906E20B}"/>
                </a:ext>
              </a:extLst>
            </p:cNvPr>
            <p:cNvSpPr txBox="1">
              <a:spLocks/>
            </p:cNvSpPr>
            <p:nvPr/>
          </p:nvSpPr>
          <p:spPr bwMode="gray">
            <a:xfrm>
              <a:off x="11023858" y="1225974"/>
              <a:ext cx="664085" cy="691756"/>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grpSp>
      <p:sp>
        <p:nvSpPr>
          <p:cNvPr id="6" name="Topline">
            <a:extLst>
              <a:ext uri="{FF2B5EF4-FFF2-40B4-BE49-F238E27FC236}">
                <a16:creationId xmlns:a16="http://schemas.microsoft.com/office/drawing/2014/main" id="{C7050113-4006-19DB-B564-30690108E137}"/>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2" name="Titel 1">
            <a:extLst>
              <a:ext uri="{FF2B5EF4-FFF2-40B4-BE49-F238E27FC236}">
                <a16:creationId xmlns:a16="http://schemas.microsoft.com/office/drawing/2014/main" id="{95F5EA0C-AD02-1069-6BEE-966D04DE8CAE}"/>
              </a:ext>
            </a:extLst>
          </p:cNvPr>
          <p:cNvSpPr>
            <a:spLocks noGrp="1"/>
          </p:cNvSpPr>
          <p:nvPr>
            <p:ph type="title" hasCustomPrompt="1"/>
          </p:nvPr>
        </p:nvSpPr>
        <p:spPr bwMode="gray">
          <a:xfrm>
            <a:off x="695325" y="908050"/>
            <a:ext cx="5616575" cy="1872000"/>
          </a:xfrm>
        </p:spPr>
        <p:txBody>
          <a:bodyPr anchor="b" anchorCtr="0"/>
          <a:lstStyle>
            <a:lvl1pPr>
              <a:defRPr sz="4400"/>
            </a:lvl1pPr>
          </a:lstStyle>
          <a:p>
            <a:r>
              <a:rPr lang="de-DE" dirty="0" err="1"/>
              <a:t>Abschlussbotschaft</a:t>
            </a:r>
            <a:r>
              <a:rPr lang="de-DE" dirty="0"/>
              <a:t> hinzufügen</a:t>
            </a:r>
          </a:p>
        </p:txBody>
      </p:sp>
      <p:sp>
        <p:nvSpPr>
          <p:cNvPr id="5" name="Rechteck: diagonal liegende Ecken abgerundet 4">
            <a:extLst>
              <a:ext uri="{FF2B5EF4-FFF2-40B4-BE49-F238E27FC236}">
                <a16:creationId xmlns:a16="http://schemas.microsoft.com/office/drawing/2014/main" id="{D0E2FD61-C071-96AA-3DF1-AE3E79F58DE4}"/>
              </a:ext>
              <a:ext uri="{C183D7F6-B498-43B3-948B-1728B52AA6E4}">
                <adec:decorative xmlns:adec="http://schemas.microsoft.com/office/drawing/2017/decorative" val="1"/>
              </a:ext>
            </a:extLst>
          </p:cNvPr>
          <p:cNvSpPr/>
          <p:nvPr userDrawn="1"/>
        </p:nvSpPr>
        <p:spPr bwMode="gray">
          <a:xfrm>
            <a:off x="334962" y="3537012"/>
            <a:ext cx="5256000" cy="2771972"/>
          </a:xfrm>
          <a:prstGeom prst="round2DiagRect">
            <a:avLst>
              <a:gd name="adj1" fmla="val 14462"/>
              <a:gd name="adj2" fmla="val 0"/>
            </a:avLst>
          </a:prstGeom>
          <a:gradFill>
            <a:gsLst>
              <a:gs pos="0">
                <a:srgbClr val="9B348E"/>
              </a:gs>
              <a:gs pos="36000">
                <a:schemeClr val="bg2"/>
              </a:gs>
            </a:gsLst>
            <a:lin ang="132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sp>
        <p:nvSpPr>
          <p:cNvPr id="8" name="Name">
            <a:extLst>
              <a:ext uri="{FF2B5EF4-FFF2-40B4-BE49-F238E27FC236}">
                <a16:creationId xmlns:a16="http://schemas.microsoft.com/office/drawing/2014/main" id="{1A200081-5830-3962-E5B1-8ADCED7C1627}"/>
              </a:ext>
            </a:extLst>
          </p:cNvPr>
          <p:cNvSpPr>
            <a:spLocks noGrp="1"/>
          </p:cNvSpPr>
          <p:nvPr>
            <p:ph type="body" sz="quarter" idx="27" hasCustomPrompt="1"/>
          </p:nvPr>
        </p:nvSpPr>
        <p:spPr bwMode="gray">
          <a:xfrm>
            <a:off x="710110" y="3897052"/>
            <a:ext cx="3369766" cy="540060"/>
          </a:xfrm>
        </p:spPr>
        <p:txBody>
          <a:bodyPr/>
          <a:lstStyle>
            <a:lvl1pPr>
              <a:lnSpc>
                <a:spcPct val="100000"/>
              </a:lnSpc>
              <a:spcAft>
                <a:spcPts val="0"/>
              </a:spcAft>
              <a:defRPr sz="2400" b="0">
                <a:solidFill>
                  <a:schemeClr val="bg1"/>
                </a:solidFill>
                <a:latin typeface="+mj-lt"/>
              </a:defRPr>
            </a:lvl1pPr>
            <a:lvl2pPr>
              <a:lnSpc>
                <a:spcPct val="100000"/>
              </a:lnSpc>
              <a:spcAft>
                <a:spcPts val="0"/>
              </a:spcAft>
              <a:defRPr sz="2400" b="0">
                <a:solidFill>
                  <a:schemeClr val="bg1"/>
                </a:solidFill>
                <a:latin typeface="+mj-lt"/>
              </a:defRPr>
            </a:lvl2pPr>
            <a:lvl3pPr marL="0" indent="0">
              <a:lnSpc>
                <a:spcPct val="100000"/>
              </a:lnSpc>
              <a:spcAft>
                <a:spcPts val="0"/>
              </a:spcAft>
              <a:buFontTx/>
              <a:buNone/>
              <a:defRPr sz="2400" b="0">
                <a:solidFill>
                  <a:schemeClr val="bg1"/>
                </a:solidFill>
                <a:latin typeface="+mj-lt"/>
              </a:defRPr>
            </a:lvl3pPr>
            <a:lvl4pPr marL="0" indent="0">
              <a:lnSpc>
                <a:spcPct val="100000"/>
              </a:lnSpc>
              <a:spcAft>
                <a:spcPts val="0"/>
              </a:spcAft>
              <a:buFontTx/>
              <a:buNone/>
              <a:defRPr sz="2400" b="0">
                <a:solidFill>
                  <a:schemeClr val="bg1"/>
                </a:solidFill>
                <a:latin typeface="+mj-lt"/>
              </a:defRPr>
            </a:lvl4pPr>
            <a:lvl5pPr marL="0" indent="0">
              <a:lnSpc>
                <a:spcPct val="100000"/>
              </a:lnSpc>
              <a:spcAft>
                <a:spcPts val="0"/>
              </a:spcAft>
              <a:buFontTx/>
              <a:buNone/>
              <a:defRPr sz="2400" b="0">
                <a:solidFill>
                  <a:schemeClr val="bg1"/>
                </a:solidFill>
                <a:latin typeface="+mj-lt"/>
              </a:defRPr>
            </a:lvl5pPr>
            <a:lvl6pPr marL="0" indent="0">
              <a:lnSpc>
                <a:spcPct val="100000"/>
              </a:lnSpc>
              <a:spcAft>
                <a:spcPts val="0"/>
              </a:spcAft>
              <a:buFontTx/>
              <a:buNone/>
              <a:defRPr sz="2400" b="0">
                <a:solidFill>
                  <a:schemeClr val="bg1"/>
                </a:solidFill>
                <a:latin typeface="+mj-lt"/>
              </a:defRPr>
            </a:lvl6pPr>
            <a:lvl7pPr marL="0" indent="0">
              <a:lnSpc>
                <a:spcPct val="100000"/>
              </a:lnSpc>
              <a:spcAft>
                <a:spcPts val="0"/>
              </a:spcAft>
              <a:buFontTx/>
              <a:buNone/>
              <a:defRPr sz="2400" b="0">
                <a:solidFill>
                  <a:schemeClr val="bg1"/>
                </a:solidFill>
                <a:latin typeface="+mj-lt"/>
              </a:defRPr>
            </a:lvl7pPr>
            <a:lvl8pPr marL="0" indent="0">
              <a:lnSpc>
                <a:spcPct val="100000"/>
              </a:lnSpc>
              <a:spcAft>
                <a:spcPts val="0"/>
              </a:spcAft>
              <a:buFontTx/>
              <a:buNone/>
              <a:defRPr sz="2400" b="0">
                <a:solidFill>
                  <a:schemeClr val="bg1"/>
                </a:solidFill>
                <a:latin typeface="+mj-lt"/>
              </a:defRPr>
            </a:lvl8pPr>
            <a:lvl9pPr marL="0" indent="0">
              <a:lnSpc>
                <a:spcPct val="100000"/>
              </a:lnSpc>
              <a:spcAft>
                <a:spcPts val="0"/>
              </a:spcAft>
              <a:buFontTx/>
              <a:buNone/>
              <a:defRPr sz="2400" b="0">
                <a:solidFill>
                  <a:schemeClr val="bg1"/>
                </a:solidFill>
                <a:latin typeface="+mj-lt"/>
              </a:defRPr>
            </a:lvl9pPr>
          </a:lstStyle>
          <a:p>
            <a:pPr lvl="0"/>
            <a:r>
              <a:rPr lang="de-DE" dirty="0"/>
              <a:t>Name hinzufügen</a:t>
            </a:r>
          </a:p>
        </p:txBody>
      </p:sp>
      <p:sp>
        <p:nvSpPr>
          <p:cNvPr id="23" name="Funktion">
            <a:extLst>
              <a:ext uri="{FF2B5EF4-FFF2-40B4-BE49-F238E27FC236}">
                <a16:creationId xmlns:a16="http://schemas.microsoft.com/office/drawing/2014/main" id="{D9E5C0E2-E123-AC6F-BA9D-28F7A4C3848C}"/>
              </a:ext>
            </a:extLst>
          </p:cNvPr>
          <p:cNvSpPr>
            <a:spLocks noGrp="1"/>
          </p:cNvSpPr>
          <p:nvPr>
            <p:ph type="body" sz="quarter" idx="28" hasCustomPrompt="1"/>
          </p:nvPr>
        </p:nvSpPr>
        <p:spPr bwMode="gray">
          <a:xfrm>
            <a:off x="710110" y="4545124"/>
            <a:ext cx="3369766" cy="360000"/>
          </a:xfrm>
        </p:spPr>
        <p:txBody>
          <a:bodyPr/>
          <a:lstStyle>
            <a:lvl1pPr>
              <a:lnSpc>
                <a:spcPct val="100000"/>
              </a:lnSpc>
              <a:spcAft>
                <a:spcPts val="0"/>
              </a:spcAft>
              <a:defRPr sz="1800">
                <a:solidFill>
                  <a:schemeClr val="bg1"/>
                </a:solidFill>
                <a:latin typeface="+mj-lt"/>
              </a:defRPr>
            </a:lvl1pPr>
            <a:lvl2pPr>
              <a:lnSpc>
                <a:spcPct val="100000"/>
              </a:lnSpc>
              <a:spcAft>
                <a:spcPts val="0"/>
              </a:spcAft>
              <a:defRPr sz="1800">
                <a:solidFill>
                  <a:schemeClr val="bg1"/>
                </a:solidFill>
                <a:latin typeface="+mj-lt"/>
              </a:defRPr>
            </a:lvl2pPr>
            <a:lvl3pPr marL="0" indent="0">
              <a:lnSpc>
                <a:spcPct val="100000"/>
              </a:lnSpc>
              <a:spcAft>
                <a:spcPts val="0"/>
              </a:spcAft>
              <a:buFontTx/>
              <a:buNone/>
              <a:defRPr sz="1800">
                <a:solidFill>
                  <a:schemeClr val="bg1"/>
                </a:solidFill>
                <a:latin typeface="+mj-lt"/>
              </a:defRPr>
            </a:lvl3pPr>
            <a:lvl4pPr marL="0" indent="0">
              <a:lnSpc>
                <a:spcPct val="100000"/>
              </a:lnSpc>
              <a:spcAft>
                <a:spcPts val="0"/>
              </a:spcAft>
              <a:buFontTx/>
              <a:buNone/>
              <a:defRPr sz="1800">
                <a:solidFill>
                  <a:schemeClr val="bg1"/>
                </a:solidFill>
                <a:latin typeface="+mj-lt"/>
              </a:defRPr>
            </a:lvl4pPr>
            <a:lvl5pPr marL="0" indent="0">
              <a:lnSpc>
                <a:spcPct val="100000"/>
              </a:lnSpc>
              <a:spcAft>
                <a:spcPts val="0"/>
              </a:spcAft>
              <a:buFontTx/>
              <a:buNone/>
              <a:defRPr sz="1800">
                <a:solidFill>
                  <a:schemeClr val="bg1"/>
                </a:solidFill>
                <a:latin typeface="+mj-lt"/>
              </a:defRPr>
            </a:lvl5pPr>
            <a:lvl6pPr marL="0" indent="0">
              <a:lnSpc>
                <a:spcPct val="100000"/>
              </a:lnSpc>
              <a:spcAft>
                <a:spcPts val="0"/>
              </a:spcAft>
              <a:buFontTx/>
              <a:buNone/>
              <a:defRPr sz="1800">
                <a:solidFill>
                  <a:schemeClr val="bg1"/>
                </a:solidFill>
                <a:latin typeface="+mj-lt"/>
              </a:defRPr>
            </a:lvl6pPr>
            <a:lvl7pPr marL="0" indent="0">
              <a:lnSpc>
                <a:spcPct val="100000"/>
              </a:lnSpc>
              <a:spcAft>
                <a:spcPts val="0"/>
              </a:spcAft>
              <a:buFontTx/>
              <a:buNone/>
              <a:defRPr sz="1800">
                <a:solidFill>
                  <a:schemeClr val="bg1"/>
                </a:solidFill>
                <a:latin typeface="+mj-lt"/>
              </a:defRPr>
            </a:lvl7pPr>
            <a:lvl8pPr marL="0" indent="0">
              <a:lnSpc>
                <a:spcPct val="100000"/>
              </a:lnSpc>
              <a:spcAft>
                <a:spcPts val="0"/>
              </a:spcAft>
              <a:buFontTx/>
              <a:buNone/>
              <a:defRPr sz="1800">
                <a:solidFill>
                  <a:schemeClr val="bg1"/>
                </a:solidFill>
                <a:latin typeface="+mj-lt"/>
              </a:defRPr>
            </a:lvl8pPr>
            <a:lvl9pPr marL="0" indent="0">
              <a:lnSpc>
                <a:spcPct val="100000"/>
              </a:lnSpc>
              <a:spcAft>
                <a:spcPts val="0"/>
              </a:spcAft>
              <a:buFontTx/>
              <a:buNone/>
              <a:defRPr sz="1800">
                <a:solidFill>
                  <a:schemeClr val="bg1"/>
                </a:solidFill>
                <a:latin typeface="+mj-lt"/>
              </a:defRPr>
            </a:lvl9pPr>
          </a:lstStyle>
          <a:p>
            <a:pPr lvl="0"/>
            <a:r>
              <a:rPr lang="de-DE" dirty="0"/>
              <a:t>Funktion hinzufügen</a:t>
            </a:r>
          </a:p>
        </p:txBody>
      </p:sp>
      <p:sp>
        <p:nvSpPr>
          <p:cNvPr id="24" name="Telefon">
            <a:extLst>
              <a:ext uri="{FF2B5EF4-FFF2-40B4-BE49-F238E27FC236}">
                <a16:creationId xmlns:a16="http://schemas.microsoft.com/office/drawing/2014/main" id="{A0AEC8A2-6BA3-3E40-3E27-52A8C2DC2B42}"/>
              </a:ext>
            </a:extLst>
          </p:cNvPr>
          <p:cNvSpPr>
            <a:spLocks noGrp="1"/>
          </p:cNvSpPr>
          <p:nvPr>
            <p:ph type="body" sz="quarter" idx="29" hasCustomPrompt="1"/>
          </p:nvPr>
        </p:nvSpPr>
        <p:spPr bwMode="gray">
          <a:xfrm>
            <a:off x="710110" y="5265204"/>
            <a:ext cx="4536000" cy="720000"/>
          </a:xfrm>
        </p:spPr>
        <p:txBody>
          <a:bodyPr/>
          <a:lstStyle>
            <a:lvl1pPr>
              <a:lnSpc>
                <a:spcPct val="100000"/>
              </a:lnSpc>
              <a:spcAft>
                <a:spcPts val="0"/>
              </a:spcAft>
              <a:tabLst>
                <a:tab pos="812800" algn="l"/>
              </a:tabLst>
              <a:defRPr sz="1600">
                <a:solidFill>
                  <a:schemeClr val="bg1"/>
                </a:solidFill>
                <a:latin typeface="+mn-lt"/>
              </a:defRPr>
            </a:lvl1pPr>
            <a:lvl2pPr>
              <a:lnSpc>
                <a:spcPct val="100000"/>
              </a:lnSpc>
              <a:spcAft>
                <a:spcPts val="0"/>
              </a:spcAft>
              <a:tabLst>
                <a:tab pos="1435100" algn="l"/>
              </a:tabLst>
              <a:defRPr sz="1600">
                <a:solidFill>
                  <a:schemeClr val="bg1"/>
                </a:solidFill>
                <a:latin typeface="+mn-lt"/>
              </a:defRPr>
            </a:lvl2pPr>
            <a:lvl3pPr marL="0" indent="0">
              <a:lnSpc>
                <a:spcPct val="100000"/>
              </a:lnSpc>
              <a:spcAft>
                <a:spcPts val="0"/>
              </a:spcAft>
              <a:buFontTx/>
              <a:buNone/>
              <a:tabLst>
                <a:tab pos="1435100" algn="l"/>
              </a:tabLst>
              <a:defRPr sz="1600">
                <a:solidFill>
                  <a:schemeClr val="bg1"/>
                </a:solidFill>
                <a:latin typeface="+mn-lt"/>
              </a:defRPr>
            </a:lvl3pPr>
            <a:lvl4pPr marL="0" indent="0">
              <a:lnSpc>
                <a:spcPct val="100000"/>
              </a:lnSpc>
              <a:spcAft>
                <a:spcPts val="0"/>
              </a:spcAft>
              <a:buFontTx/>
              <a:buNone/>
              <a:tabLst>
                <a:tab pos="1435100" algn="l"/>
              </a:tabLst>
              <a:defRPr sz="1600">
                <a:solidFill>
                  <a:schemeClr val="bg1"/>
                </a:solidFill>
                <a:latin typeface="+mn-lt"/>
              </a:defRPr>
            </a:lvl4pPr>
            <a:lvl5pPr marL="0" indent="0">
              <a:lnSpc>
                <a:spcPct val="100000"/>
              </a:lnSpc>
              <a:spcAft>
                <a:spcPts val="0"/>
              </a:spcAft>
              <a:buFontTx/>
              <a:buNone/>
              <a:tabLst>
                <a:tab pos="1435100" algn="l"/>
              </a:tabLst>
              <a:defRPr sz="1600">
                <a:solidFill>
                  <a:schemeClr val="bg1"/>
                </a:solidFill>
                <a:latin typeface="+mn-lt"/>
              </a:defRPr>
            </a:lvl5pPr>
            <a:lvl6pPr marL="0" indent="0">
              <a:lnSpc>
                <a:spcPct val="100000"/>
              </a:lnSpc>
              <a:spcAft>
                <a:spcPts val="0"/>
              </a:spcAft>
              <a:buFontTx/>
              <a:buNone/>
              <a:tabLst>
                <a:tab pos="1435100" algn="l"/>
              </a:tabLst>
              <a:defRPr sz="1600">
                <a:solidFill>
                  <a:schemeClr val="bg1"/>
                </a:solidFill>
                <a:latin typeface="+mn-lt"/>
              </a:defRPr>
            </a:lvl6pPr>
            <a:lvl7pPr marL="0" indent="0">
              <a:lnSpc>
                <a:spcPct val="100000"/>
              </a:lnSpc>
              <a:spcAft>
                <a:spcPts val="0"/>
              </a:spcAft>
              <a:buFontTx/>
              <a:buNone/>
              <a:tabLst>
                <a:tab pos="1435100" algn="l"/>
              </a:tabLst>
              <a:defRPr sz="1600">
                <a:solidFill>
                  <a:schemeClr val="bg1"/>
                </a:solidFill>
                <a:latin typeface="+mn-lt"/>
              </a:defRPr>
            </a:lvl7pPr>
            <a:lvl8pPr marL="0" indent="0">
              <a:lnSpc>
                <a:spcPct val="100000"/>
              </a:lnSpc>
              <a:spcAft>
                <a:spcPts val="0"/>
              </a:spcAft>
              <a:buFontTx/>
              <a:buNone/>
              <a:tabLst>
                <a:tab pos="1435100" algn="l"/>
              </a:tabLst>
              <a:defRPr sz="1600">
                <a:solidFill>
                  <a:schemeClr val="bg1"/>
                </a:solidFill>
                <a:latin typeface="+mn-lt"/>
              </a:defRPr>
            </a:lvl8pPr>
            <a:lvl9pPr marL="0" indent="0">
              <a:lnSpc>
                <a:spcPct val="100000"/>
              </a:lnSpc>
              <a:spcAft>
                <a:spcPts val="0"/>
              </a:spcAft>
              <a:buFontTx/>
              <a:buNone/>
              <a:tabLst>
                <a:tab pos="1435100" algn="l"/>
              </a:tabLst>
              <a:defRPr sz="1600">
                <a:solidFill>
                  <a:schemeClr val="bg1"/>
                </a:solidFill>
                <a:latin typeface="+mn-lt"/>
              </a:defRPr>
            </a:lvl9pPr>
          </a:lstStyle>
          <a:p>
            <a:pPr lvl="0"/>
            <a:r>
              <a:rPr lang="de-DE" dirty="0"/>
              <a:t>Telefonnummer und E-Mail hinzufügen</a:t>
            </a:r>
          </a:p>
        </p:txBody>
      </p:sp>
      <p:sp>
        <p:nvSpPr>
          <p:cNvPr id="21" name="Bildplatzhalter 39">
            <a:extLst>
              <a:ext uri="{FF2B5EF4-FFF2-40B4-BE49-F238E27FC236}">
                <a16:creationId xmlns:a16="http://schemas.microsoft.com/office/drawing/2014/main" id="{4E2D2F07-99F7-CEAC-707E-A9AB2AF2DE63}"/>
              </a:ext>
              <a:ext uri="{C183D7F6-B498-43B3-948B-1728B52AA6E4}">
                <adec:decorative xmlns:adec="http://schemas.microsoft.com/office/drawing/2017/decorative" val="1"/>
              </a:ext>
            </a:extLst>
          </p:cNvPr>
          <p:cNvSpPr>
            <a:spLocks noGrp="1" noChangeAspect="1"/>
          </p:cNvSpPr>
          <p:nvPr>
            <p:ph type="pic" sz="quarter" idx="16"/>
          </p:nvPr>
        </p:nvSpPr>
        <p:spPr bwMode="gray">
          <a:xfrm>
            <a:off x="4440239" y="3213399"/>
            <a:ext cx="1511745" cy="1511745"/>
          </a:xfrm>
          <a:prstGeom prst="round2DiagRect">
            <a:avLst/>
          </a:prstGeom>
          <a:noFill/>
          <a:ln w="12700">
            <a:solidFill>
              <a:schemeClr val="bg2"/>
            </a:solidFill>
          </a:ln>
        </p:spPr>
        <p:txBody>
          <a:bodyPr/>
          <a:lstStyle>
            <a:lvl1pPr>
              <a:defRPr sz="800">
                <a:noFill/>
              </a:defRPr>
            </a:lvl1pPr>
          </a:lstStyle>
          <a:p>
            <a:r>
              <a:rPr lang="de-DE"/>
              <a:t>Bild durch Klicken auf Symbol hinzufügen</a:t>
            </a:r>
            <a:endParaRPr lang="de-DE" dirty="0"/>
          </a:p>
        </p:txBody>
      </p:sp>
      <p:sp>
        <p:nvSpPr>
          <p:cNvPr id="29" name="Rechteck: diagonal liegende Ecken abgerundet 28">
            <a:extLst>
              <a:ext uri="{FF2B5EF4-FFF2-40B4-BE49-F238E27FC236}">
                <a16:creationId xmlns:a16="http://schemas.microsoft.com/office/drawing/2014/main" id="{9ED9F000-7DEF-EB6B-26C4-A5B18823361E}"/>
              </a:ext>
              <a:ext uri="{C183D7F6-B498-43B3-948B-1728B52AA6E4}">
                <adec:decorative xmlns:adec="http://schemas.microsoft.com/office/drawing/2017/decorative" val="1"/>
              </a:ext>
            </a:extLst>
          </p:cNvPr>
          <p:cNvSpPr/>
          <p:nvPr userDrawn="1"/>
        </p:nvSpPr>
        <p:spPr bwMode="gray">
          <a:xfrm>
            <a:off x="6312024" y="3537012"/>
            <a:ext cx="5256000" cy="2771972"/>
          </a:xfrm>
          <a:prstGeom prst="round2DiagRect">
            <a:avLst>
              <a:gd name="adj1" fmla="val 14462"/>
              <a:gd name="adj2" fmla="val 0"/>
            </a:avLst>
          </a:prstGeom>
          <a:gradFill>
            <a:gsLst>
              <a:gs pos="0">
                <a:srgbClr val="9B348E"/>
              </a:gs>
              <a:gs pos="36000">
                <a:schemeClr val="bg2"/>
              </a:gs>
            </a:gsLst>
            <a:lin ang="132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sp>
        <p:nvSpPr>
          <p:cNvPr id="30" name="Name">
            <a:extLst>
              <a:ext uri="{FF2B5EF4-FFF2-40B4-BE49-F238E27FC236}">
                <a16:creationId xmlns:a16="http://schemas.microsoft.com/office/drawing/2014/main" id="{3C30F3A2-3652-4EF2-BF7A-985306BD20F0}"/>
              </a:ext>
            </a:extLst>
          </p:cNvPr>
          <p:cNvSpPr>
            <a:spLocks noGrp="1"/>
          </p:cNvSpPr>
          <p:nvPr>
            <p:ph type="body" sz="quarter" idx="30" hasCustomPrompt="1"/>
          </p:nvPr>
        </p:nvSpPr>
        <p:spPr bwMode="gray">
          <a:xfrm>
            <a:off x="6687172" y="3897052"/>
            <a:ext cx="3369766" cy="540060"/>
          </a:xfrm>
        </p:spPr>
        <p:txBody>
          <a:bodyPr/>
          <a:lstStyle>
            <a:lvl1pPr>
              <a:lnSpc>
                <a:spcPct val="100000"/>
              </a:lnSpc>
              <a:spcAft>
                <a:spcPts val="0"/>
              </a:spcAft>
              <a:defRPr sz="2400" b="0">
                <a:solidFill>
                  <a:schemeClr val="bg1"/>
                </a:solidFill>
                <a:latin typeface="+mj-lt"/>
              </a:defRPr>
            </a:lvl1pPr>
            <a:lvl2pPr>
              <a:lnSpc>
                <a:spcPct val="100000"/>
              </a:lnSpc>
              <a:spcAft>
                <a:spcPts val="0"/>
              </a:spcAft>
              <a:defRPr sz="2400" b="0">
                <a:solidFill>
                  <a:schemeClr val="bg1"/>
                </a:solidFill>
                <a:latin typeface="+mj-lt"/>
              </a:defRPr>
            </a:lvl2pPr>
            <a:lvl3pPr marL="0" indent="0">
              <a:lnSpc>
                <a:spcPct val="100000"/>
              </a:lnSpc>
              <a:spcAft>
                <a:spcPts val="0"/>
              </a:spcAft>
              <a:buFontTx/>
              <a:buNone/>
              <a:defRPr sz="2400" b="0">
                <a:solidFill>
                  <a:schemeClr val="bg1"/>
                </a:solidFill>
                <a:latin typeface="+mj-lt"/>
              </a:defRPr>
            </a:lvl3pPr>
            <a:lvl4pPr marL="0" indent="0">
              <a:lnSpc>
                <a:spcPct val="100000"/>
              </a:lnSpc>
              <a:spcAft>
                <a:spcPts val="0"/>
              </a:spcAft>
              <a:buFontTx/>
              <a:buNone/>
              <a:defRPr sz="2400" b="0">
                <a:solidFill>
                  <a:schemeClr val="bg1"/>
                </a:solidFill>
                <a:latin typeface="+mj-lt"/>
              </a:defRPr>
            </a:lvl4pPr>
            <a:lvl5pPr marL="0" indent="0">
              <a:lnSpc>
                <a:spcPct val="100000"/>
              </a:lnSpc>
              <a:spcAft>
                <a:spcPts val="0"/>
              </a:spcAft>
              <a:buFontTx/>
              <a:buNone/>
              <a:defRPr sz="2400" b="0">
                <a:solidFill>
                  <a:schemeClr val="bg1"/>
                </a:solidFill>
                <a:latin typeface="+mj-lt"/>
              </a:defRPr>
            </a:lvl5pPr>
            <a:lvl6pPr marL="0" indent="0">
              <a:lnSpc>
                <a:spcPct val="100000"/>
              </a:lnSpc>
              <a:spcAft>
                <a:spcPts val="0"/>
              </a:spcAft>
              <a:buFontTx/>
              <a:buNone/>
              <a:defRPr sz="2400" b="0">
                <a:solidFill>
                  <a:schemeClr val="bg1"/>
                </a:solidFill>
                <a:latin typeface="+mj-lt"/>
              </a:defRPr>
            </a:lvl6pPr>
            <a:lvl7pPr marL="0" indent="0">
              <a:lnSpc>
                <a:spcPct val="100000"/>
              </a:lnSpc>
              <a:spcAft>
                <a:spcPts val="0"/>
              </a:spcAft>
              <a:buFontTx/>
              <a:buNone/>
              <a:defRPr sz="2400" b="0">
                <a:solidFill>
                  <a:schemeClr val="bg1"/>
                </a:solidFill>
                <a:latin typeface="+mj-lt"/>
              </a:defRPr>
            </a:lvl7pPr>
            <a:lvl8pPr marL="0" indent="0">
              <a:lnSpc>
                <a:spcPct val="100000"/>
              </a:lnSpc>
              <a:spcAft>
                <a:spcPts val="0"/>
              </a:spcAft>
              <a:buFontTx/>
              <a:buNone/>
              <a:defRPr sz="2400" b="0">
                <a:solidFill>
                  <a:schemeClr val="bg1"/>
                </a:solidFill>
                <a:latin typeface="+mj-lt"/>
              </a:defRPr>
            </a:lvl8pPr>
            <a:lvl9pPr marL="0" indent="0">
              <a:lnSpc>
                <a:spcPct val="100000"/>
              </a:lnSpc>
              <a:spcAft>
                <a:spcPts val="0"/>
              </a:spcAft>
              <a:buFontTx/>
              <a:buNone/>
              <a:defRPr sz="2400" b="0">
                <a:solidFill>
                  <a:schemeClr val="bg1"/>
                </a:solidFill>
                <a:latin typeface="+mj-lt"/>
              </a:defRPr>
            </a:lvl9pPr>
          </a:lstStyle>
          <a:p>
            <a:pPr lvl="0"/>
            <a:r>
              <a:rPr lang="de-DE" dirty="0"/>
              <a:t>Name hinzufügen</a:t>
            </a:r>
          </a:p>
        </p:txBody>
      </p:sp>
      <p:sp>
        <p:nvSpPr>
          <p:cNvPr id="32" name="Funktion">
            <a:extLst>
              <a:ext uri="{FF2B5EF4-FFF2-40B4-BE49-F238E27FC236}">
                <a16:creationId xmlns:a16="http://schemas.microsoft.com/office/drawing/2014/main" id="{B782E34C-EAA4-C5FD-E3C2-920C119A073F}"/>
              </a:ext>
            </a:extLst>
          </p:cNvPr>
          <p:cNvSpPr>
            <a:spLocks noGrp="1"/>
          </p:cNvSpPr>
          <p:nvPr>
            <p:ph type="body" sz="quarter" idx="32" hasCustomPrompt="1"/>
          </p:nvPr>
        </p:nvSpPr>
        <p:spPr bwMode="gray">
          <a:xfrm>
            <a:off x="6687172" y="4545124"/>
            <a:ext cx="3369766" cy="360000"/>
          </a:xfrm>
        </p:spPr>
        <p:txBody>
          <a:bodyPr/>
          <a:lstStyle>
            <a:lvl1pPr>
              <a:lnSpc>
                <a:spcPct val="100000"/>
              </a:lnSpc>
              <a:spcAft>
                <a:spcPts val="0"/>
              </a:spcAft>
              <a:defRPr sz="1800">
                <a:solidFill>
                  <a:schemeClr val="bg1"/>
                </a:solidFill>
                <a:latin typeface="+mj-lt"/>
              </a:defRPr>
            </a:lvl1pPr>
            <a:lvl2pPr>
              <a:lnSpc>
                <a:spcPct val="100000"/>
              </a:lnSpc>
              <a:spcAft>
                <a:spcPts val="0"/>
              </a:spcAft>
              <a:defRPr sz="1800">
                <a:solidFill>
                  <a:schemeClr val="bg1"/>
                </a:solidFill>
                <a:latin typeface="+mj-lt"/>
              </a:defRPr>
            </a:lvl2pPr>
            <a:lvl3pPr marL="0" indent="0">
              <a:lnSpc>
                <a:spcPct val="100000"/>
              </a:lnSpc>
              <a:spcAft>
                <a:spcPts val="0"/>
              </a:spcAft>
              <a:buFontTx/>
              <a:buNone/>
              <a:defRPr sz="1800">
                <a:solidFill>
                  <a:schemeClr val="bg1"/>
                </a:solidFill>
                <a:latin typeface="+mj-lt"/>
              </a:defRPr>
            </a:lvl3pPr>
            <a:lvl4pPr marL="0" indent="0">
              <a:lnSpc>
                <a:spcPct val="100000"/>
              </a:lnSpc>
              <a:spcAft>
                <a:spcPts val="0"/>
              </a:spcAft>
              <a:buFontTx/>
              <a:buNone/>
              <a:defRPr sz="1800">
                <a:solidFill>
                  <a:schemeClr val="bg1"/>
                </a:solidFill>
                <a:latin typeface="+mj-lt"/>
              </a:defRPr>
            </a:lvl4pPr>
            <a:lvl5pPr marL="0" indent="0">
              <a:lnSpc>
                <a:spcPct val="100000"/>
              </a:lnSpc>
              <a:spcAft>
                <a:spcPts val="0"/>
              </a:spcAft>
              <a:buFontTx/>
              <a:buNone/>
              <a:defRPr sz="1800">
                <a:solidFill>
                  <a:schemeClr val="bg1"/>
                </a:solidFill>
                <a:latin typeface="+mj-lt"/>
              </a:defRPr>
            </a:lvl5pPr>
            <a:lvl6pPr marL="0" indent="0">
              <a:lnSpc>
                <a:spcPct val="100000"/>
              </a:lnSpc>
              <a:spcAft>
                <a:spcPts val="0"/>
              </a:spcAft>
              <a:buFontTx/>
              <a:buNone/>
              <a:defRPr sz="1800">
                <a:solidFill>
                  <a:schemeClr val="bg1"/>
                </a:solidFill>
                <a:latin typeface="+mj-lt"/>
              </a:defRPr>
            </a:lvl6pPr>
            <a:lvl7pPr marL="0" indent="0">
              <a:lnSpc>
                <a:spcPct val="100000"/>
              </a:lnSpc>
              <a:spcAft>
                <a:spcPts val="0"/>
              </a:spcAft>
              <a:buFontTx/>
              <a:buNone/>
              <a:defRPr sz="1800">
                <a:solidFill>
                  <a:schemeClr val="bg1"/>
                </a:solidFill>
                <a:latin typeface="+mj-lt"/>
              </a:defRPr>
            </a:lvl7pPr>
            <a:lvl8pPr marL="0" indent="0">
              <a:lnSpc>
                <a:spcPct val="100000"/>
              </a:lnSpc>
              <a:spcAft>
                <a:spcPts val="0"/>
              </a:spcAft>
              <a:buFontTx/>
              <a:buNone/>
              <a:defRPr sz="1800">
                <a:solidFill>
                  <a:schemeClr val="bg1"/>
                </a:solidFill>
                <a:latin typeface="+mj-lt"/>
              </a:defRPr>
            </a:lvl8pPr>
            <a:lvl9pPr marL="0" indent="0">
              <a:lnSpc>
                <a:spcPct val="100000"/>
              </a:lnSpc>
              <a:spcAft>
                <a:spcPts val="0"/>
              </a:spcAft>
              <a:buFontTx/>
              <a:buNone/>
              <a:defRPr sz="1800">
                <a:solidFill>
                  <a:schemeClr val="bg1"/>
                </a:solidFill>
                <a:latin typeface="+mj-lt"/>
              </a:defRPr>
            </a:lvl9pPr>
          </a:lstStyle>
          <a:p>
            <a:pPr lvl="0"/>
            <a:r>
              <a:rPr lang="de-DE" dirty="0"/>
              <a:t>Funktion hinzufügen</a:t>
            </a:r>
          </a:p>
        </p:txBody>
      </p:sp>
      <p:sp>
        <p:nvSpPr>
          <p:cNvPr id="33" name="Telefon">
            <a:extLst>
              <a:ext uri="{FF2B5EF4-FFF2-40B4-BE49-F238E27FC236}">
                <a16:creationId xmlns:a16="http://schemas.microsoft.com/office/drawing/2014/main" id="{0A2B841B-7CC2-103F-9BC9-C3BF724A82DF}"/>
              </a:ext>
            </a:extLst>
          </p:cNvPr>
          <p:cNvSpPr>
            <a:spLocks noGrp="1"/>
          </p:cNvSpPr>
          <p:nvPr>
            <p:ph type="body" sz="quarter" idx="33" hasCustomPrompt="1"/>
          </p:nvPr>
        </p:nvSpPr>
        <p:spPr bwMode="gray">
          <a:xfrm>
            <a:off x="6687172" y="5265204"/>
            <a:ext cx="4536000" cy="720000"/>
          </a:xfrm>
        </p:spPr>
        <p:txBody>
          <a:bodyPr/>
          <a:lstStyle>
            <a:lvl1pPr>
              <a:lnSpc>
                <a:spcPct val="100000"/>
              </a:lnSpc>
              <a:spcAft>
                <a:spcPts val="0"/>
              </a:spcAft>
              <a:tabLst>
                <a:tab pos="1073150" algn="l"/>
              </a:tabLst>
              <a:defRPr sz="1600">
                <a:solidFill>
                  <a:schemeClr val="bg1"/>
                </a:solidFill>
                <a:latin typeface="+mn-lt"/>
              </a:defRPr>
            </a:lvl1pPr>
            <a:lvl2pPr>
              <a:lnSpc>
                <a:spcPct val="100000"/>
              </a:lnSpc>
              <a:spcAft>
                <a:spcPts val="0"/>
              </a:spcAft>
              <a:tabLst>
                <a:tab pos="1435100" algn="l"/>
              </a:tabLst>
              <a:defRPr sz="1600">
                <a:solidFill>
                  <a:schemeClr val="bg1"/>
                </a:solidFill>
                <a:latin typeface="+mn-lt"/>
              </a:defRPr>
            </a:lvl2pPr>
            <a:lvl3pPr marL="0" indent="0">
              <a:lnSpc>
                <a:spcPct val="100000"/>
              </a:lnSpc>
              <a:spcAft>
                <a:spcPts val="0"/>
              </a:spcAft>
              <a:buFontTx/>
              <a:buNone/>
              <a:tabLst>
                <a:tab pos="1435100" algn="l"/>
              </a:tabLst>
              <a:defRPr sz="1600">
                <a:solidFill>
                  <a:schemeClr val="bg1"/>
                </a:solidFill>
                <a:latin typeface="+mn-lt"/>
              </a:defRPr>
            </a:lvl3pPr>
            <a:lvl4pPr marL="0" indent="0">
              <a:lnSpc>
                <a:spcPct val="100000"/>
              </a:lnSpc>
              <a:spcAft>
                <a:spcPts val="0"/>
              </a:spcAft>
              <a:buFontTx/>
              <a:buNone/>
              <a:tabLst>
                <a:tab pos="1435100" algn="l"/>
              </a:tabLst>
              <a:defRPr sz="1600">
                <a:solidFill>
                  <a:schemeClr val="bg1"/>
                </a:solidFill>
                <a:latin typeface="+mn-lt"/>
              </a:defRPr>
            </a:lvl4pPr>
            <a:lvl5pPr marL="0" indent="0">
              <a:lnSpc>
                <a:spcPct val="100000"/>
              </a:lnSpc>
              <a:spcAft>
                <a:spcPts val="0"/>
              </a:spcAft>
              <a:buFontTx/>
              <a:buNone/>
              <a:tabLst>
                <a:tab pos="1435100" algn="l"/>
              </a:tabLst>
              <a:defRPr sz="1600">
                <a:solidFill>
                  <a:schemeClr val="bg1"/>
                </a:solidFill>
                <a:latin typeface="+mn-lt"/>
              </a:defRPr>
            </a:lvl5pPr>
            <a:lvl6pPr marL="0" indent="0">
              <a:lnSpc>
                <a:spcPct val="100000"/>
              </a:lnSpc>
              <a:spcAft>
                <a:spcPts val="0"/>
              </a:spcAft>
              <a:buFontTx/>
              <a:buNone/>
              <a:tabLst>
                <a:tab pos="1435100" algn="l"/>
              </a:tabLst>
              <a:defRPr sz="1600">
                <a:solidFill>
                  <a:schemeClr val="bg1"/>
                </a:solidFill>
                <a:latin typeface="+mn-lt"/>
              </a:defRPr>
            </a:lvl6pPr>
            <a:lvl7pPr marL="0" indent="0">
              <a:lnSpc>
                <a:spcPct val="100000"/>
              </a:lnSpc>
              <a:spcAft>
                <a:spcPts val="0"/>
              </a:spcAft>
              <a:buFontTx/>
              <a:buNone/>
              <a:tabLst>
                <a:tab pos="1435100" algn="l"/>
              </a:tabLst>
              <a:defRPr sz="1600">
                <a:solidFill>
                  <a:schemeClr val="bg1"/>
                </a:solidFill>
                <a:latin typeface="+mn-lt"/>
              </a:defRPr>
            </a:lvl7pPr>
            <a:lvl8pPr marL="0" indent="0">
              <a:lnSpc>
                <a:spcPct val="100000"/>
              </a:lnSpc>
              <a:spcAft>
                <a:spcPts val="0"/>
              </a:spcAft>
              <a:buFontTx/>
              <a:buNone/>
              <a:tabLst>
                <a:tab pos="1435100" algn="l"/>
              </a:tabLst>
              <a:defRPr sz="1600">
                <a:solidFill>
                  <a:schemeClr val="bg1"/>
                </a:solidFill>
                <a:latin typeface="+mn-lt"/>
              </a:defRPr>
            </a:lvl8pPr>
            <a:lvl9pPr marL="0" indent="0">
              <a:lnSpc>
                <a:spcPct val="100000"/>
              </a:lnSpc>
              <a:spcAft>
                <a:spcPts val="0"/>
              </a:spcAft>
              <a:buFontTx/>
              <a:buNone/>
              <a:tabLst>
                <a:tab pos="1435100" algn="l"/>
              </a:tabLst>
              <a:defRPr sz="1600">
                <a:solidFill>
                  <a:schemeClr val="bg1"/>
                </a:solidFill>
                <a:latin typeface="+mn-lt"/>
              </a:defRPr>
            </a:lvl9pPr>
          </a:lstStyle>
          <a:p>
            <a:pPr lvl="0"/>
            <a:r>
              <a:rPr lang="de-DE" dirty="0"/>
              <a:t>Telefonnummer und E-Mail hinzufügen</a:t>
            </a:r>
          </a:p>
        </p:txBody>
      </p:sp>
      <p:sp>
        <p:nvSpPr>
          <p:cNvPr id="31" name="Bildplatzhalter 39">
            <a:extLst>
              <a:ext uri="{FF2B5EF4-FFF2-40B4-BE49-F238E27FC236}">
                <a16:creationId xmlns:a16="http://schemas.microsoft.com/office/drawing/2014/main" id="{A5B593C3-D0E7-66DD-1E92-FC39D8AED790}"/>
              </a:ext>
              <a:ext uri="{C183D7F6-B498-43B3-948B-1728B52AA6E4}">
                <adec:decorative xmlns:adec="http://schemas.microsoft.com/office/drawing/2017/decorative" val="1"/>
              </a:ext>
            </a:extLst>
          </p:cNvPr>
          <p:cNvSpPr>
            <a:spLocks noGrp="1" noChangeAspect="1"/>
          </p:cNvSpPr>
          <p:nvPr>
            <p:ph type="pic" sz="quarter" idx="31"/>
          </p:nvPr>
        </p:nvSpPr>
        <p:spPr bwMode="gray">
          <a:xfrm>
            <a:off x="10417301" y="3213399"/>
            <a:ext cx="1511745" cy="1511745"/>
          </a:xfrm>
          <a:prstGeom prst="round2DiagRect">
            <a:avLst/>
          </a:prstGeom>
          <a:noFill/>
          <a:ln w="12700">
            <a:solidFill>
              <a:schemeClr val="bg2"/>
            </a:solidFill>
          </a:ln>
        </p:spPr>
        <p:txBody>
          <a:bodyPr/>
          <a:lstStyle>
            <a:lvl1pPr>
              <a:defRPr sz="800">
                <a:noFill/>
              </a:defRPr>
            </a:lvl1pPr>
          </a:lstStyle>
          <a:p>
            <a:r>
              <a:rPr lang="de-DE"/>
              <a:t>Bild durch Klicken auf Symbol hinzufügen</a:t>
            </a:r>
            <a:endParaRPr lang="de-DE" dirty="0"/>
          </a:p>
        </p:txBody>
      </p:sp>
      <p:sp>
        <p:nvSpPr>
          <p:cNvPr id="3" name="Foliennummernplatzhalter 2">
            <a:extLst>
              <a:ext uri="{FF2B5EF4-FFF2-40B4-BE49-F238E27FC236}">
                <a16:creationId xmlns:a16="http://schemas.microsoft.com/office/drawing/2014/main" id="{EE34BFBB-E70E-600E-D4F1-0CA5EBBD997E}"/>
              </a:ext>
            </a:extLst>
          </p:cNvPr>
          <p:cNvSpPr>
            <a:spLocks noGrp="1"/>
          </p:cNvSpPr>
          <p:nvPr>
            <p:ph type="sldNum" sz="quarter" idx="10"/>
          </p:nvPr>
        </p:nvSpPr>
        <p:spPr bwMode="gray"/>
        <p:txBody>
          <a:bodyPr/>
          <a:lstStyle/>
          <a:p>
            <a:r>
              <a:rPr lang="de-DE" dirty="0"/>
              <a:t>Seite </a:t>
            </a:r>
            <a:fld id="{DC907883-A228-4E41-A7BF-33DDF6A01B2A}" type="slidenum">
              <a:rPr lang="de-DE" smtClean="0"/>
              <a:pPr/>
              <a:t>‹Nr.›</a:t>
            </a:fld>
            <a:endParaRPr lang="de-DE" dirty="0"/>
          </a:p>
        </p:txBody>
      </p:sp>
      <p:sp>
        <p:nvSpPr>
          <p:cNvPr id="7" name="Datumsplatzhalter 6">
            <a:extLst>
              <a:ext uri="{FF2B5EF4-FFF2-40B4-BE49-F238E27FC236}">
                <a16:creationId xmlns:a16="http://schemas.microsoft.com/office/drawing/2014/main" id="{6F01196C-3F6B-1E5C-584A-50E95D6E56C4}"/>
              </a:ext>
            </a:extLst>
          </p:cNvPr>
          <p:cNvSpPr>
            <a:spLocks noGrp="1"/>
          </p:cNvSpPr>
          <p:nvPr>
            <p:ph type="dt" sz="half" idx="34"/>
          </p:nvPr>
        </p:nvSpPr>
        <p:spPr bwMode="gray"/>
        <p:txBody>
          <a:bodyPr/>
          <a:lstStyle/>
          <a:p>
            <a:r>
              <a:rPr lang="de-DE"/>
              <a:t>Intern, TT.MM.JJJJ</a:t>
            </a:r>
            <a:endParaRPr lang="de-DE" sz="800" dirty="0"/>
          </a:p>
        </p:txBody>
      </p:sp>
    </p:spTree>
    <p:extLst>
      <p:ext uri="{BB962C8B-B14F-4D97-AF65-F5344CB8AC3E}">
        <p14:creationId xmlns:p14="http://schemas.microsoft.com/office/powerpoint/2010/main" val="2170693992"/>
      </p:ext>
    </p:extLst>
  </p:cSld>
  <p:clrMapOvr>
    <a:masterClrMapping/>
  </p:clrMapOvr>
  <p:transition>
    <p:fade/>
  </p:transition>
  <p:extLst>
    <p:ext uri="{DCECCB84-F9BA-43D5-87BE-67443E8EF086}">
      <p15:sldGuideLst xmlns:p15="http://schemas.microsoft.com/office/powerpoint/2012/main">
        <p15:guide id="1" pos="2570">
          <p15:clr>
            <a:srgbClr val="FBAE40"/>
          </p15:clr>
        </p15:guide>
        <p15:guide id="3" pos="211">
          <p15:clr>
            <a:srgbClr val="FBAE40"/>
          </p15:clr>
        </p15:guide>
        <p15:guide id="6" pos="5155">
          <p15:clr>
            <a:srgbClr val="FBAE40"/>
          </p15:clr>
        </p15:guide>
        <p15:guide id="7" pos="4929">
          <p15:clr>
            <a:srgbClr val="FBAE40"/>
          </p15:clr>
        </p15:guide>
        <p15:guide id="8" pos="2797">
          <p15:clr>
            <a:srgbClr val="FBAE40"/>
          </p15:clr>
        </p15:guide>
        <p15:guide id="9" pos="3749">
          <p15:clr>
            <a:srgbClr val="FBAE40"/>
          </p15:clr>
        </p15:guide>
        <p15:guide id="10" pos="3976">
          <p15:clr>
            <a:srgbClr val="FBAE40"/>
          </p15:clr>
        </p15:guide>
        <p15:guide id="11" pos="751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bschluss und drei Kontakte">
    <p:spTree>
      <p:nvGrpSpPr>
        <p:cNvPr id="1" name=""/>
        <p:cNvGrpSpPr/>
        <p:nvPr/>
      </p:nvGrpSpPr>
      <p:grpSpPr>
        <a:xfrm>
          <a:off x="0" y="0"/>
          <a:ext cx="0" cy="0"/>
          <a:chOff x="0" y="0"/>
          <a:chExt cx="0" cy="0"/>
        </a:xfrm>
      </p:grpSpPr>
      <p:grpSp>
        <p:nvGrpSpPr>
          <p:cNvPr id="9" name="Gruppieren 8">
            <a:extLst>
              <a:ext uri="{FF2B5EF4-FFF2-40B4-BE49-F238E27FC236}">
                <a16:creationId xmlns:a16="http://schemas.microsoft.com/office/drawing/2014/main" id="{80146B12-F13A-3E2B-6981-7A409F665EBA}"/>
              </a:ext>
              <a:ext uri="{C183D7F6-B498-43B3-948B-1728B52AA6E4}">
                <adec:decorative xmlns:adec="http://schemas.microsoft.com/office/drawing/2017/decorative" val="1"/>
              </a:ext>
            </a:extLst>
          </p:cNvPr>
          <p:cNvGrpSpPr/>
          <p:nvPr userDrawn="1"/>
        </p:nvGrpSpPr>
        <p:grpSpPr bwMode="gray">
          <a:xfrm>
            <a:off x="7536160" y="908098"/>
            <a:ext cx="4392488" cy="3817046"/>
            <a:chOff x="7392143" y="620688"/>
            <a:chExt cx="4295800" cy="3733025"/>
          </a:xfrm>
        </p:grpSpPr>
        <p:sp>
          <p:nvSpPr>
            <p:cNvPr id="10" name="Titel 13">
              <a:extLst>
                <a:ext uri="{FF2B5EF4-FFF2-40B4-BE49-F238E27FC236}">
                  <a16:creationId xmlns:a16="http://schemas.microsoft.com/office/drawing/2014/main" id="{2066A9E2-F75C-9F61-086B-9CAEFB10E29F}"/>
                </a:ext>
              </a:extLst>
            </p:cNvPr>
            <p:cNvSpPr txBox="1">
              <a:spLocks/>
            </p:cNvSpPr>
            <p:nvPr/>
          </p:nvSpPr>
          <p:spPr bwMode="gray">
            <a:xfrm>
              <a:off x="7392143" y="2625521"/>
              <a:ext cx="725355" cy="755577"/>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1" name="Titel 13">
              <a:extLst>
                <a:ext uri="{FF2B5EF4-FFF2-40B4-BE49-F238E27FC236}">
                  <a16:creationId xmlns:a16="http://schemas.microsoft.com/office/drawing/2014/main" id="{807E8EF6-4B78-2D4D-BAB6-4732C7DC7CA9}"/>
                </a:ext>
              </a:extLst>
            </p:cNvPr>
            <p:cNvSpPr txBox="1">
              <a:spLocks/>
            </p:cNvSpPr>
            <p:nvPr/>
          </p:nvSpPr>
          <p:spPr bwMode="gray">
            <a:xfrm>
              <a:off x="8367985" y="2451385"/>
              <a:ext cx="1826236" cy="1902328"/>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2" name="Titel 13">
              <a:extLst>
                <a:ext uri="{FF2B5EF4-FFF2-40B4-BE49-F238E27FC236}">
                  <a16:creationId xmlns:a16="http://schemas.microsoft.com/office/drawing/2014/main" id="{44C4C5F8-FB1E-D273-ABEE-59C9B2C606AB}"/>
                </a:ext>
              </a:extLst>
            </p:cNvPr>
            <p:cNvSpPr txBox="1">
              <a:spLocks/>
            </p:cNvSpPr>
            <p:nvPr/>
          </p:nvSpPr>
          <p:spPr bwMode="gray">
            <a:xfrm>
              <a:off x="7392143" y="1225974"/>
              <a:ext cx="1124103" cy="1170940"/>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3" name="Titel 13">
              <a:extLst>
                <a:ext uri="{FF2B5EF4-FFF2-40B4-BE49-F238E27FC236}">
                  <a16:creationId xmlns:a16="http://schemas.microsoft.com/office/drawing/2014/main" id="{8895D62F-AC6C-39E9-E968-9C9DD70B24CD}"/>
                </a:ext>
              </a:extLst>
            </p:cNvPr>
            <p:cNvSpPr txBox="1">
              <a:spLocks/>
            </p:cNvSpPr>
            <p:nvPr/>
          </p:nvSpPr>
          <p:spPr bwMode="gray">
            <a:xfrm>
              <a:off x="7997429" y="1571851"/>
              <a:ext cx="1297042" cy="1351085"/>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4" name="Titel 13">
              <a:extLst>
                <a:ext uri="{FF2B5EF4-FFF2-40B4-BE49-F238E27FC236}">
                  <a16:creationId xmlns:a16="http://schemas.microsoft.com/office/drawing/2014/main" id="{8FBDE68F-40CF-704A-8FCB-5CAD8EFFAA84}"/>
                </a:ext>
              </a:extLst>
            </p:cNvPr>
            <p:cNvSpPr txBox="1">
              <a:spLocks/>
            </p:cNvSpPr>
            <p:nvPr/>
          </p:nvSpPr>
          <p:spPr bwMode="gray">
            <a:xfrm>
              <a:off x="8256838" y="620688"/>
              <a:ext cx="691755" cy="720579"/>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5" name="Titel 13">
              <a:extLst>
                <a:ext uri="{FF2B5EF4-FFF2-40B4-BE49-F238E27FC236}">
                  <a16:creationId xmlns:a16="http://schemas.microsoft.com/office/drawing/2014/main" id="{798938D2-DAFA-9145-D2D5-71F123C27187}"/>
                </a:ext>
              </a:extLst>
            </p:cNvPr>
            <p:cNvSpPr txBox="1">
              <a:spLocks/>
            </p:cNvSpPr>
            <p:nvPr/>
          </p:nvSpPr>
          <p:spPr bwMode="gray">
            <a:xfrm>
              <a:off x="8775179" y="793627"/>
              <a:ext cx="951639" cy="991292"/>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6" name="Titel 13">
              <a:extLst>
                <a:ext uri="{FF2B5EF4-FFF2-40B4-BE49-F238E27FC236}">
                  <a16:creationId xmlns:a16="http://schemas.microsoft.com/office/drawing/2014/main" id="{28778CF2-96CB-3EED-7363-147FFE26489A}"/>
                </a:ext>
              </a:extLst>
            </p:cNvPr>
            <p:cNvSpPr txBox="1">
              <a:spLocks/>
            </p:cNvSpPr>
            <p:nvPr/>
          </p:nvSpPr>
          <p:spPr bwMode="gray">
            <a:xfrm>
              <a:off x="9467410" y="1038197"/>
              <a:ext cx="1642919" cy="1711376"/>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7" name="Titel 13">
              <a:extLst>
                <a:ext uri="{FF2B5EF4-FFF2-40B4-BE49-F238E27FC236}">
                  <a16:creationId xmlns:a16="http://schemas.microsoft.com/office/drawing/2014/main" id="{F27A2AA0-6E44-66E5-395B-A21DA2DE6D42}"/>
                </a:ext>
              </a:extLst>
            </p:cNvPr>
            <p:cNvSpPr txBox="1">
              <a:spLocks/>
            </p:cNvSpPr>
            <p:nvPr/>
          </p:nvSpPr>
          <p:spPr bwMode="gray">
            <a:xfrm>
              <a:off x="9813287" y="2090668"/>
              <a:ext cx="913117" cy="951164"/>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18" name="Titel 13">
              <a:extLst>
                <a:ext uri="{FF2B5EF4-FFF2-40B4-BE49-F238E27FC236}">
                  <a16:creationId xmlns:a16="http://schemas.microsoft.com/office/drawing/2014/main" id="{C7055918-0E70-B034-9820-95B8B906E20B}"/>
                </a:ext>
              </a:extLst>
            </p:cNvPr>
            <p:cNvSpPr txBox="1">
              <a:spLocks/>
            </p:cNvSpPr>
            <p:nvPr/>
          </p:nvSpPr>
          <p:spPr bwMode="gray">
            <a:xfrm>
              <a:off x="11023858" y="1225974"/>
              <a:ext cx="664085" cy="691756"/>
            </a:xfrm>
            <a:prstGeom prst="round2DiagRect">
              <a:avLst>
                <a:gd name="adj1" fmla="val 17774"/>
                <a:gd name="adj2" fmla="val 0"/>
              </a:avLst>
            </a:prstGeom>
            <a:noFill/>
            <a:ln w="12700">
              <a:solidFill>
                <a:srgbClr val="EE0000">
                  <a:alpha val="6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grpSp>
      <p:sp>
        <p:nvSpPr>
          <p:cNvPr id="6" name="Topline">
            <a:extLst>
              <a:ext uri="{FF2B5EF4-FFF2-40B4-BE49-F238E27FC236}">
                <a16:creationId xmlns:a16="http://schemas.microsoft.com/office/drawing/2014/main" id="{C7050113-4006-19DB-B564-30690108E137}"/>
              </a:ext>
            </a:extLst>
          </p:cNvPr>
          <p:cNvSpPr>
            <a:spLocks noGrp="1"/>
          </p:cNvSpPr>
          <p:nvPr>
            <p:ph type="body" sz="quarter" idx="26" hasCustomPrompt="1"/>
          </p:nvPr>
        </p:nvSpPr>
        <p:spPr bwMode="gray">
          <a:xfrm>
            <a:off x="695401" y="548680"/>
            <a:ext cx="10296000" cy="288000"/>
          </a:xfrm>
        </p:spPr>
        <p:txBody>
          <a:bodyPr anchor="b"/>
          <a:lstStyle>
            <a:lvl1pPr marL="0" indent="0">
              <a:spcAft>
                <a:spcPts val="0"/>
              </a:spcAft>
              <a:buFontTx/>
              <a:buNone/>
              <a:defRPr sz="1400">
                <a:solidFill>
                  <a:schemeClr val="bg2"/>
                </a:solidFill>
                <a:latin typeface="+mn-lt"/>
              </a:defRPr>
            </a:lvl1pPr>
            <a:lvl2pPr marL="0" indent="0">
              <a:spcAft>
                <a:spcPts val="0"/>
              </a:spcAft>
              <a:buFontTx/>
              <a:buNone/>
              <a:defRPr sz="1400">
                <a:solidFill>
                  <a:schemeClr val="bg2"/>
                </a:solidFill>
                <a:latin typeface="+mn-lt"/>
              </a:defRPr>
            </a:lvl2pPr>
            <a:lvl3pPr marL="0" indent="0">
              <a:spcAft>
                <a:spcPts val="0"/>
              </a:spcAft>
              <a:buFontTx/>
              <a:buNone/>
              <a:defRPr sz="1400">
                <a:solidFill>
                  <a:schemeClr val="bg2"/>
                </a:solidFill>
                <a:latin typeface="+mn-lt"/>
              </a:defRPr>
            </a:lvl3pPr>
            <a:lvl4pPr marL="0" indent="0">
              <a:spcAft>
                <a:spcPts val="0"/>
              </a:spcAft>
              <a:buFontTx/>
              <a:buNone/>
              <a:defRPr sz="1400">
                <a:solidFill>
                  <a:schemeClr val="bg2"/>
                </a:solidFill>
                <a:latin typeface="+mn-lt"/>
              </a:defRPr>
            </a:lvl4pPr>
            <a:lvl5pPr marL="0" indent="0">
              <a:spcAft>
                <a:spcPts val="0"/>
              </a:spcAft>
              <a:buFontTx/>
              <a:buNone/>
              <a:defRPr sz="1400">
                <a:solidFill>
                  <a:schemeClr val="bg2"/>
                </a:solidFill>
                <a:latin typeface="+mn-lt"/>
              </a:defRPr>
            </a:lvl5pPr>
            <a:lvl6pPr marL="0" indent="0">
              <a:spcAft>
                <a:spcPts val="0"/>
              </a:spcAft>
              <a:buFontTx/>
              <a:buNone/>
              <a:defRPr sz="1400">
                <a:solidFill>
                  <a:schemeClr val="bg2"/>
                </a:solidFill>
                <a:latin typeface="+mn-lt"/>
              </a:defRPr>
            </a:lvl6pPr>
            <a:lvl7pPr marL="0" indent="0">
              <a:spcAft>
                <a:spcPts val="0"/>
              </a:spcAft>
              <a:buFontTx/>
              <a:buNone/>
              <a:defRPr sz="1400">
                <a:solidFill>
                  <a:schemeClr val="bg2"/>
                </a:solidFill>
                <a:latin typeface="+mn-lt"/>
              </a:defRPr>
            </a:lvl7pPr>
            <a:lvl8pPr marL="0" indent="0">
              <a:spcAft>
                <a:spcPts val="0"/>
              </a:spcAft>
              <a:buFontTx/>
              <a:buNone/>
              <a:defRPr sz="1400">
                <a:solidFill>
                  <a:schemeClr val="bg2"/>
                </a:solidFill>
                <a:latin typeface="+mn-lt"/>
              </a:defRPr>
            </a:lvl8pPr>
            <a:lvl9pPr marL="0" indent="0">
              <a:spcAft>
                <a:spcPts val="0"/>
              </a:spcAft>
              <a:buFontTx/>
              <a:buNone/>
              <a:defRPr sz="1400">
                <a:solidFill>
                  <a:schemeClr val="bg2"/>
                </a:solidFill>
                <a:latin typeface="+mn-lt"/>
              </a:defRPr>
            </a:lvl9pPr>
          </a:lstStyle>
          <a:p>
            <a:pPr lvl="0"/>
            <a:r>
              <a:rPr lang="de-DE" dirty="0"/>
              <a:t>Optionale </a:t>
            </a:r>
            <a:r>
              <a:rPr lang="de-DE" dirty="0" err="1"/>
              <a:t>Topline</a:t>
            </a:r>
            <a:r>
              <a:rPr lang="de-DE" dirty="0"/>
              <a:t> hinzufügen</a:t>
            </a:r>
          </a:p>
        </p:txBody>
      </p:sp>
      <p:sp>
        <p:nvSpPr>
          <p:cNvPr id="2" name="Titel 1">
            <a:extLst>
              <a:ext uri="{FF2B5EF4-FFF2-40B4-BE49-F238E27FC236}">
                <a16:creationId xmlns:a16="http://schemas.microsoft.com/office/drawing/2014/main" id="{95F5EA0C-AD02-1069-6BEE-966D04DE8CAE}"/>
              </a:ext>
            </a:extLst>
          </p:cNvPr>
          <p:cNvSpPr>
            <a:spLocks noGrp="1"/>
          </p:cNvSpPr>
          <p:nvPr>
            <p:ph type="title" hasCustomPrompt="1"/>
          </p:nvPr>
        </p:nvSpPr>
        <p:spPr bwMode="gray">
          <a:xfrm>
            <a:off x="695325" y="908050"/>
            <a:ext cx="5616575" cy="1872000"/>
          </a:xfrm>
        </p:spPr>
        <p:txBody>
          <a:bodyPr anchor="b" anchorCtr="0"/>
          <a:lstStyle>
            <a:lvl1pPr>
              <a:defRPr sz="4400"/>
            </a:lvl1pPr>
          </a:lstStyle>
          <a:p>
            <a:r>
              <a:rPr lang="de-DE" dirty="0" err="1"/>
              <a:t>Abschlussbotschaft</a:t>
            </a:r>
            <a:r>
              <a:rPr lang="de-DE" dirty="0"/>
              <a:t> hinzufügen</a:t>
            </a:r>
          </a:p>
        </p:txBody>
      </p:sp>
      <p:sp>
        <p:nvSpPr>
          <p:cNvPr id="5" name="Rechteck: diagonal liegende Ecken abgerundet 4">
            <a:extLst>
              <a:ext uri="{FF2B5EF4-FFF2-40B4-BE49-F238E27FC236}">
                <a16:creationId xmlns:a16="http://schemas.microsoft.com/office/drawing/2014/main" id="{D0E2FD61-C071-96AA-3DF1-AE3E79F58DE4}"/>
              </a:ext>
              <a:ext uri="{C183D7F6-B498-43B3-948B-1728B52AA6E4}">
                <adec:decorative xmlns:adec="http://schemas.microsoft.com/office/drawing/2017/decorative" val="1"/>
              </a:ext>
            </a:extLst>
          </p:cNvPr>
          <p:cNvSpPr/>
          <p:nvPr userDrawn="1"/>
        </p:nvSpPr>
        <p:spPr bwMode="gray">
          <a:xfrm>
            <a:off x="334962" y="3537012"/>
            <a:ext cx="3492786" cy="2771972"/>
          </a:xfrm>
          <a:prstGeom prst="round2DiagRect">
            <a:avLst>
              <a:gd name="adj1" fmla="val 14462"/>
              <a:gd name="adj2" fmla="val 0"/>
            </a:avLst>
          </a:prstGeom>
          <a:gradFill>
            <a:gsLst>
              <a:gs pos="0">
                <a:srgbClr val="9B348E"/>
              </a:gs>
              <a:gs pos="26000">
                <a:schemeClr val="bg2"/>
              </a:gs>
            </a:gsLst>
            <a:lin ang="132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sp>
        <p:nvSpPr>
          <p:cNvPr id="8" name="Name">
            <a:extLst>
              <a:ext uri="{FF2B5EF4-FFF2-40B4-BE49-F238E27FC236}">
                <a16:creationId xmlns:a16="http://schemas.microsoft.com/office/drawing/2014/main" id="{1A200081-5830-3962-E5B1-8ADCED7C1627}"/>
              </a:ext>
            </a:extLst>
          </p:cNvPr>
          <p:cNvSpPr>
            <a:spLocks noGrp="1"/>
          </p:cNvSpPr>
          <p:nvPr>
            <p:ph type="body" sz="quarter" idx="27" hasCustomPrompt="1"/>
          </p:nvPr>
        </p:nvSpPr>
        <p:spPr bwMode="gray">
          <a:xfrm>
            <a:off x="710110" y="4149080"/>
            <a:ext cx="2808000" cy="540060"/>
          </a:xfrm>
        </p:spPr>
        <p:txBody>
          <a:bodyPr/>
          <a:lstStyle>
            <a:lvl1pPr>
              <a:lnSpc>
                <a:spcPct val="100000"/>
              </a:lnSpc>
              <a:spcAft>
                <a:spcPts val="0"/>
              </a:spcAft>
              <a:defRPr sz="1800" b="0">
                <a:solidFill>
                  <a:schemeClr val="bg1"/>
                </a:solidFill>
                <a:latin typeface="+mj-lt"/>
              </a:defRPr>
            </a:lvl1pPr>
            <a:lvl2pPr>
              <a:lnSpc>
                <a:spcPct val="100000"/>
              </a:lnSpc>
              <a:spcAft>
                <a:spcPts val="0"/>
              </a:spcAft>
              <a:defRPr sz="1800" b="0">
                <a:solidFill>
                  <a:schemeClr val="bg1"/>
                </a:solidFill>
                <a:latin typeface="+mj-lt"/>
              </a:defRPr>
            </a:lvl2pPr>
            <a:lvl3pPr marL="0" indent="0">
              <a:lnSpc>
                <a:spcPct val="100000"/>
              </a:lnSpc>
              <a:spcAft>
                <a:spcPts val="0"/>
              </a:spcAft>
              <a:buFontTx/>
              <a:buNone/>
              <a:defRPr sz="1800" b="0">
                <a:solidFill>
                  <a:schemeClr val="bg1"/>
                </a:solidFill>
                <a:latin typeface="+mj-lt"/>
              </a:defRPr>
            </a:lvl3pPr>
            <a:lvl4pPr marL="0" indent="0">
              <a:lnSpc>
                <a:spcPct val="100000"/>
              </a:lnSpc>
              <a:spcAft>
                <a:spcPts val="0"/>
              </a:spcAft>
              <a:buFontTx/>
              <a:buNone/>
              <a:defRPr sz="1800" b="0">
                <a:solidFill>
                  <a:schemeClr val="bg1"/>
                </a:solidFill>
                <a:latin typeface="+mj-lt"/>
              </a:defRPr>
            </a:lvl4pPr>
            <a:lvl5pPr marL="0" indent="0">
              <a:lnSpc>
                <a:spcPct val="100000"/>
              </a:lnSpc>
              <a:spcAft>
                <a:spcPts val="0"/>
              </a:spcAft>
              <a:buFontTx/>
              <a:buNone/>
              <a:defRPr sz="1800" b="0">
                <a:solidFill>
                  <a:schemeClr val="bg1"/>
                </a:solidFill>
                <a:latin typeface="+mj-lt"/>
              </a:defRPr>
            </a:lvl5pPr>
            <a:lvl6pPr marL="0" indent="0">
              <a:lnSpc>
                <a:spcPct val="100000"/>
              </a:lnSpc>
              <a:spcAft>
                <a:spcPts val="0"/>
              </a:spcAft>
              <a:buFontTx/>
              <a:buNone/>
              <a:defRPr sz="1800" b="0">
                <a:solidFill>
                  <a:schemeClr val="bg1"/>
                </a:solidFill>
                <a:latin typeface="+mj-lt"/>
              </a:defRPr>
            </a:lvl6pPr>
            <a:lvl7pPr marL="0" indent="0">
              <a:lnSpc>
                <a:spcPct val="100000"/>
              </a:lnSpc>
              <a:spcAft>
                <a:spcPts val="0"/>
              </a:spcAft>
              <a:buFontTx/>
              <a:buNone/>
              <a:defRPr sz="1800" b="0">
                <a:solidFill>
                  <a:schemeClr val="bg1"/>
                </a:solidFill>
                <a:latin typeface="+mj-lt"/>
              </a:defRPr>
            </a:lvl7pPr>
            <a:lvl8pPr marL="0" indent="0">
              <a:lnSpc>
                <a:spcPct val="100000"/>
              </a:lnSpc>
              <a:spcAft>
                <a:spcPts val="0"/>
              </a:spcAft>
              <a:buFontTx/>
              <a:buNone/>
              <a:defRPr sz="1800" b="0">
                <a:solidFill>
                  <a:schemeClr val="bg1"/>
                </a:solidFill>
                <a:latin typeface="+mj-lt"/>
              </a:defRPr>
            </a:lvl8pPr>
            <a:lvl9pPr marL="0" indent="0">
              <a:lnSpc>
                <a:spcPct val="100000"/>
              </a:lnSpc>
              <a:spcAft>
                <a:spcPts val="0"/>
              </a:spcAft>
              <a:buFontTx/>
              <a:buNone/>
              <a:defRPr sz="1800" b="0">
                <a:solidFill>
                  <a:schemeClr val="bg1"/>
                </a:solidFill>
                <a:latin typeface="+mj-lt"/>
              </a:defRPr>
            </a:lvl9pPr>
          </a:lstStyle>
          <a:p>
            <a:pPr lvl="0"/>
            <a:r>
              <a:rPr lang="de-DE" dirty="0"/>
              <a:t>Name hinzufügen</a:t>
            </a:r>
          </a:p>
        </p:txBody>
      </p:sp>
      <p:sp>
        <p:nvSpPr>
          <p:cNvPr id="23" name="Funktion">
            <a:extLst>
              <a:ext uri="{FF2B5EF4-FFF2-40B4-BE49-F238E27FC236}">
                <a16:creationId xmlns:a16="http://schemas.microsoft.com/office/drawing/2014/main" id="{D9E5C0E2-E123-AC6F-BA9D-28F7A4C3848C}"/>
              </a:ext>
            </a:extLst>
          </p:cNvPr>
          <p:cNvSpPr>
            <a:spLocks noGrp="1"/>
          </p:cNvSpPr>
          <p:nvPr>
            <p:ph type="body" sz="quarter" idx="28" hasCustomPrompt="1"/>
          </p:nvPr>
        </p:nvSpPr>
        <p:spPr bwMode="gray">
          <a:xfrm>
            <a:off x="710110" y="4797152"/>
            <a:ext cx="2808000" cy="360000"/>
          </a:xfrm>
        </p:spPr>
        <p:txBody>
          <a:bodyPr/>
          <a:lstStyle>
            <a:lvl1pPr>
              <a:lnSpc>
                <a:spcPct val="100000"/>
              </a:lnSpc>
              <a:spcAft>
                <a:spcPts val="0"/>
              </a:spcAft>
              <a:defRPr sz="1400">
                <a:solidFill>
                  <a:schemeClr val="bg1"/>
                </a:solidFill>
                <a:latin typeface="+mj-lt"/>
              </a:defRPr>
            </a:lvl1pPr>
            <a:lvl2pPr>
              <a:lnSpc>
                <a:spcPct val="100000"/>
              </a:lnSpc>
              <a:spcAft>
                <a:spcPts val="0"/>
              </a:spcAft>
              <a:defRPr sz="1400">
                <a:solidFill>
                  <a:schemeClr val="bg1"/>
                </a:solidFill>
                <a:latin typeface="+mj-lt"/>
              </a:defRPr>
            </a:lvl2pPr>
            <a:lvl3pPr marL="0" indent="0">
              <a:lnSpc>
                <a:spcPct val="100000"/>
              </a:lnSpc>
              <a:spcAft>
                <a:spcPts val="0"/>
              </a:spcAft>
              <a:buFontTx/>
              <a:buNone/>
              <a:defRPr sz="1400">
                <a:solidFill>
                  <a:schemeClr val="bg1"/>
                </a:solidFill>
                <a:latin typeface="+mj-lt"/>
              </a:defRPr>
            </a:lvl3pPr>
            <a:lvl4pPr marL="0" indent="0">
              <a:lnSpc>
                <a:spcPct val="100000"/>
              </a:lnSpc>
              <a:spcAft>
                <a:spcPts val="0"/>
              </a:spcAft>
              <a:buFontTx/>
              <a:buNone/>
              <a:defRPr sz="1400">
                <a:solidFill>
                  <a:schemeClr val="bg1"/>
                </a:solidFill>
                <a:latin typeface="+mj-lt"/>
              </a:defRPr>
            </a:lvl4pPr>
            <a:lvl5pPr marL="0" indent="0">
              <a:lnSpc>
                <a:spcPct val="100000"/>
              </a:lnSpc>
              <a:spcAft>
                <a:spcPts val="0"/>
              </a:spcAft>
              <a:buFontTx/>
              <a:buNone/>
              <a:defRPr sz="1400">
                <a:solidFill>
                  <a:schemeClr val="bg1"/>
                </a:solidFill>
                <a:latin typeface="+mj-lt"/>
              </a:defRPr>
            </a:lvl5pPr>
            <a:lvl6pPr marL="0" indent="0">
              <a:lnSpc>
                <a:spcPct val="100000"/>
              </a:lnSpc>
              <a:spcAft>
                <a:spcPts val="0"/>
              </a:spcAft>
              <a:buFontTx/>
              <a:buNone/>
              <a:defRPr sz="1400">
                <a:solidFill>
                  <a:schemeClr val="bg1"/>
                </a:solidFill>
                <a:latin typeface="+mj-lt"/>
              </a:defRPr>
            </a:lvl6pPr>
            <a:lvl7pPr marL="0" indent="0">
              <a:lnSpc>
                <a:spcPct val="100000"/>
              </a:lnSpc>
              <a:spcAft>
                <a:spcPts val="0"/>
              </a:spcAft>
              <a:buFontTx/>
              <a:buNone/>
              <a:defRPr sz="1400">
                <a:solidFill>
                  <a:schemeClr val="bg1"/>
                </a:solidFill>
                <a:latin typeface="+mj-lt"/>
              </a:defRPr>
            </a:lvl7pPr>
            <a:lvl8pPr marL="0" indent="0">
              <a:lnSpc>
                <a:spcPct val="100000"/>
              </a:lnSpc>
              <a:spcAft>
                <a:spcPts val="0"/>
              </a:spcAft>
              <a:buFontTx/>
              <a:buNone/>
              <a:defRPr sz="1400">
                <a:solidFill>
                  <a:schemeClr val="bg1"/>
                </a:solidFill>
                <a:latin typeface="+mj-lt"/>
              </a:defRPr>
            </a:lvl8pPr>
            <a:lvl9pPr marL="0" indent="0">
              <a:lnSpc>
                <a:spcPct val="100000"/>
              </a:lnSpc>
              <a:spcAft>
                <a:spcPts val="0"/>
              </a:spcAft>
              <a:buFontTx/>
              <a:buNone/>
              <a:defRPr sz="1400">
                <a:solidFill>
                  <a:schemeClr val="bg1"/>
                </a:solidFill>
                <a:latin typeface="+mj-lt"/>
              </a:defRPr>
            </a:lvl9pPr>
          </a:lstStyle>
          <a:p>
            <a:pPr lvl="0"/>
            <a:r>
              <a:rPr lang="de-DE" dirty="0"/>
              <a:t>Funktion hinzufügen</a:t>
            </a:r>
          </a:p>
        </p:txBody>
      </p:sp>
      <p:sp>
        <p:nvSpPr>
          <p:cNvPr id="24" name="Telefon">
            <a:extLst>
              <a:ext uri="{FF2B5EF4-FFF2-40B4-BE49-F238E27FC236}">
                <a16:creationId xmlns:a16="http://schemas.microsoft.com/office/drawing/2014/main" id="{A0AEC8A2-6BA3-3E40-3E27-52A8C2DC2B42}"/>
              </a:ext>
            </a:extLst>
          </p:cNvPr>
          <p:cNvSpPr>
            <a:spLocks noGrp="1"/>
          </p:cNvSpPr>
          <p:nvPr>
            <p:ph type="body" sz="quarter" idx="29" hasCustomPrompt="1"/>
          </p:nvPr>
        </p:nvSpPr>
        <p:spPr bwMode="gray">
          <a:xfrm>
            <a:off x="710110" y="5265204"/>
            <a:ext cx="2808000" cy="720000"/>
          </a:xfrm>
        </p:spPr>
        <p:txBody>
          <a:bodyPr/>
          <a:lstStyle>
            <a:lvl1pPr>
              <a:lnSpc>
                <a:spcPct val="100000"/>
              </a:lnSpc>
              <a:spcAft>
                <a:spcPts val="0"/>
              </a:spcAft>
              <a:tabLst>
                <a:tab pos="812800" algn="l"/>
              </a:tabLst>
              <a:defRPr sz="1200">
                <a:solidFill>
                  <a:schemeClr val="bg1"/>
                </a:solidFill>
                <a:latin typeface="+mn-lt"/>
              </a:defRPr>
            </a:lvl1pPr>
            <a:lvl2pPr>
              <a:lnSpc>
                <a:spcPct val="100000"/>
              </a:lnSpc>
              <a:spcAft>
                <a:spcPts val="0"/>
              </a:spcAft>
              <a:tabLst>
                <a:tab pos="1435100" algn="l"/>
              </a:tabLst>
              <a:defRPr sz="1200">
                <a:solidFill>
                  <a:schemeClr val="bg1"/>
                </a:solidFill>
                <a:latin typeface="+mn-lt"/>
              </a:defRPr>
            </a:lvl2pPr>
            <a:lvl3pPr marL="0" indent="0">
              <a:lnSpc>
                <a:spcPct val="100000"/>
              </a:lnSpc>
              <a:spcAft>
                <a:spcPts val="0"/>
              </a:spcAft>
              <a:buFontTx/>
              <a:buNone/>
              <a:tabLst>
                <a:tab pos="1435100" algn="l"/>
              </a:tabLst>
              <a:defRPr sz="1200">
                <a:solidFill>
                  <a:schemeClr val="bg1"/>
                </a:solidFill>
                <a:latin typeface="+mn-lt"/>
              </a:defRPr>
            </a:lvl3pPr>
            <a:lvl4pPr marL="0" indent="0">
              <a:lnSpc>
                <a:spcPct val="100000"/>
              </a:lnSpc>
              <a:spcAft>
                <a:spcPts val="0"/>
              </a:spcAft>
              <a:buFontTx/>
              <a:buNone/>
              <a:tabLst>
                <a:tab pos="1435100" algn="l"/>
              </a:tabLst>
              <a:defRPr sz="1200">
                <a:solidFill>
                  <a:schemeClr val="bg1"/>
                </a:solidFill>
                <a:latin typeface="+mn-lt"/>
              </a:defRPr>
            </a:lvl4pPr>
            <a:lvl5pPr marL="0" indent="0">
              <a:lnSpc>
                <a:spcPct val="100000"/>
              </a:lnSpc>
              <a:spcAft>
                <a:spcPts val="0"/>
              </a:spcAft>
              <a:buFontTx/>
              <a:buNone/>
              <a:tabLst>
                <a:tab pos="1435100" algn="l"/>
              </a:tabLst>
              <a:defRPr sz="1200">
                <a:solidFill>
                  <a:schemeClr val="bg1"/>
                </a:solidFill>
                <a:latin typeface="+mn-lt"/>
              </a:defRPr>
            </a:lvl5pPr>
            <a:lvl6pPr marL="0" indent="0">
              <a:lnSpc>
                <a:spcPct val="100000"/>
              </a:lnSpc>
              <a:spcAft>
                <a:spcPts val="0"/>
              </a:spcAft>
              <a:buFontTx/>
              <a:buNone/>
              <a:tabLst>
                <a:tab pos="1435100" algn="l"/>
              </a:tabLst>
              <a:defRPr sz="1200">
                <a:solidFill>
                  <a:schemeClr val="bg1"/>
                </a:solidFill>
                <a:latin typeface="+mn-lt"/>
              </a:defRPr>
            </a:lvl6pPr>
            <a:lvl7pPr marL="0" indent="0">
              <a:lnSpc>
                <a:spcPct val="100000"/>
              </a:lnSpc>
              <a:spcAft>
                <a:spcPts val="0"/>
              </a:spcAft>
              <a:buFontTx/>
              <a:buNone/>
              <a:tabLst>
                <a:tab pos="1435100" algn="l"/>
              </a:tabLst>
              <a:defRPr sz="1200">
                <a:solidFill>
                  <a:schemeClr val="bg1"/>
                </a:solidFill>
                <a:latin typeface="+mn-lt"/>
              </a:defRPr>
            </a:lvl7pPr>
            <a:lvl8pPr marL="0" indent="0">
              <a:lnSpc>
                <a:spcPct val="100000"/>
              </a:lnSpc>
              <a:spcAft>
                <a:spcPts val="0"/>
              </a:spcAft>
              <a:buFontTx/>
              <a:buNone/>
              <a:tabLst>
                <a:tab pos="1435100" algn="l"/>
              </a:tabLst>
              <a:defRPr sz="1200">
                <a:solidFill>
                  <a:schemeClr val="bg1"/>
                </a:solidFill>
                <a:latin typeface="+mn-lt"/>
              </a:defRPr>
            </a:lvl8pPr>
            <a:lvl9pPr marL="0" indent="0">
              <a:lnSpc>
                <a:spcPct val="100000"/>
              </a:lnSpc>
              <a:spcAft>
                <a:spcPts val="0"/>
              </a:spcAft>
              <a:buFontTx/>
              <a:buNone/>
              <a:tabLst>
                <a:tab pos="1435100" algn="l"/>
              </a:tabLst>
              <a:defRPr sz="1200">
                <a:solidFill>
                  <a:schemeClr val="bg1"/>
                </a:solidFill>
                <a:latin typeface="+mn-lt"/>
              </a:defRPr>
            </a:lvl9pPr>
          </a:lstStyle>
          <a:p>
            <a:pPr lvl="0"/>
            <a:r>
              <a:rPr lang="de-DE" dirty="0"/>
              <a:t>Telefonnummer und E-Mail hinzufügen</a:t>
            </a:r>
          </a:p>
        </p:txBody>
      </p:sp>
      <p:sp>
        <p:nvSpPr>
          <p:cNvPr id="21" name="Bildplatzhalter 39">
            <a:extLst>
              <a:ext uri="{FF2B5EF4-FFF2-40B4-BE49-F238E27FC236}">
                <a16:creationId xmlns:a16="http://schemas.microsoft.com/office/drawing/2014/main" id="{4E2D2F07-99F7-CEAC-707E-A9AB2AF2DE63}"/>
              </a:ext>
              <a:ext uri="{C183D7F6-B498-43B3-948B-1728B52AA6E4}">
                <adec:decorative xmlns:adec="http://schemas.microsoft.com/office/drawing/2017/decorative" val="1"/>
              </a:ext>
            </a:extLst>
          </p:cNvPr>
          <p:cNvSpPr>
            <a:spLocks noGrp="1" noChangeAspect="1"/>
          </p:cNvSpPr>
          <p:nvPr>
            <p:ph type="pic" sz="quarter" idx="16"/>
          </p:nvPr>
        </p:nvSpPr>
        <p:spPr bwMode="gray">
          <a:xfrm>
            <a:off x="3035660" y="3032956"/>
            <a:ext cx="1044215" cy="1044215"/>
          </a:xfrm>
          <a:prstGeom prst="round2DiagRect">
            <a:avLst/>
          </a:prstGeom>
          <a:noFill/>
          <a:ln w="12700">
            <a:solidFill>
              <a:schemeClr val="bg2"/>
            </a:solidFill>
          </a:ln>
        </p:spPr>
        <p:txBody>
          <a:bodyPr/>
          <a:lstStyle>
            <a:lvl1pPr>
              <a:defRPr sz="800">
                <a:noFill/>
              </a:defRPr>
            </a:lvl1pPr>
          </a:lstStyle>
          <a:p>
            <a:r>
              <a:rPr lang="de-DE"/>
              <a:t>Bild durch Klicken auf Symbol hinzufügen</a:t>
            </a:r>
            <a:endParaRPr lang="de-DE" dirty="0"/>
          </a:p>
        </p:txBody>
      </p:sp>
      <p:sp>
        <p:nvSpPr>
          <p:cNvPr id="7" name="Rechteck: diagonal liegende Ecken abgerundet 6">
            <a:extLst>
              <a:ext uri="{FF2B5EF4-FFF2-40B4-BE49-F238E27FC236}">
                <a16:creationId xmlns:a16="http://schemas.microsoft.com/office/drawing/2014/main" id="{332081AF-AE49-4F53-A351-7A6151D13F75}"/>
              </a:ext>
              <a:ext uri="{C183D7F6-B498-43B3-948B-1728B52AA6E4}">
                <adec:decorative xmlns:adec="http://schemas.microsoft.com/office/drawing/2017/decorative" val="1"/>
              </a:ext>
            </a:extLst>
          </p:cNvPr>
          <p:cNvSpPr/>
          <p:nvPr userDrawn="1"/>
        </p:nvSpPr>
        <p:spPr bwMode="gray">
          <a:xfrm>
            <a:off x="4259299" y="3537012"/>
            <a:ext cx="3492786" cy="2771972"/>
          </a:xfrm>
          <a:prstGeom prst="round2DiagRect">
            <a:avLst>
              <a:gd name="adj1" fmla="val 14462"/>
              <a:gd name="adj2" fmla="val 0"/>
            </a:avLst>
          </a:prstGeom>
          <a:gradFill>
            <a:gsLst>
              <a:gs pos="0">
                <a:srgbClr val="9B348E"/>
              </a:gs>
              <a:gs pos="26000">
                <a:schemeClr val="bg2"/>
              </a:gs>
            </a:gsLst>
            <a:lin ang="132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sp>
        <p:nvSpPr>
          <p:cNvPr id="20" name="Name">
            <a:extLst>
              <a:ext uri="{FF2B5EF4-FFF2-40B4-BE49-F238E27FC236}">
                <a16:creationId xmlns:a16="http://schemas.microsoft.com/office/drawing/2014/main" id="{528DF347-30C4-6665-DF13-54A7511D7496}"/>
              </a:ext>
            </a:extLst>
          </p:cNvPr>
          <p:cNvSpPr>
            <a:spLocks noGrp="1"/>
          </p:cNvSpPr>
          <p:nvPr>
            <p:ph type="body" sz="quarter" idx="31" hasCustomPrompt="1"/>
          </p:nvPr>
        </p:nvSpPr>
        <p:spPr bwMode="gray">
          <a:xfrm>
            <a:off x="4634447" y="4149080"/>
            <a:ext cx="2808000" cy="540060"/>
          </a:xfrm>
        </p:spPr>
        <p:txBody>
          <a:bodyPr/>
          <a:lstStyle>
            <a:lvl1pPr>
              <a:lnSpc>
                <a:spcPct val="100000"/>
              </a:lnSpc>
              <a:spcAft>
                <a:spcPts val="0"/>
              </a:spcAft>
              <a:defRPr sz="1800" b="0">
                <a:solidFill>
                  <a:schemeClr val="bg1"/>
                </a:solidFill>
                <a:latin typeface="+mj-lt"/>
              </a:defRPr>
            </a:lvl1pPr>
            <a:lvl2pPr>
              <a:lnSpc>
                <a:spcPct val="100000"/>
              </a:lnSpc>
              <a:spcAft>
                <a:spcPts val="0"/>
              </a:spcAft>
              <a:defRPr sz="1800" b="0">
                <a:solidFill>
                  <a:schemeClr val="bg1"/>
                </a:solidFill>
                <a:latin typeface="+mj-lt"/>
              </a:defRPr>
            </a:lvl2pPr>
            <a:lvl3pPr marL="0" indent="0">
              <a:lnSpc>
                <a:spcPct val="100000"/>
              </a:lnSpc>
              <a:spcAft>
                <a:spcPts val="0"/>
              </a:spcAft>
              <a:buFontTx/>
              <a:buNone/>
              <a:defRPr sz="1800" b="0">
                <a:solidFill>
                  <a:schemeClr val="bg1"/>
                </a:solidFill>
                <a:latin typeface="+mj-lt"/>
              </a:defRPr>
            </a:lvl3pPr>
            <a:lvl4pPr marL="0" indent="0">
              <a:lnSpc>
                <a:spcPct val="100000"/>
              </a:lnSpc>
              <a:spcAft>
                <a:spcPts val="0"/>
              </a:spcAft>
              <a:buFontTx/>
              <a:buNone/>
              <a:defRPr sz="1800" b="0">
                <a:solidFill>
                  <a:schemeClr val="bg1"/>
                </a:solidFill>
                <a:latin typeface="+mj-lt"/>
              </a:defRPr>
            </a:lvl4pPr>
            <a:lvl5pPr marL="0" indent="0">
              <a:lnSpc>
                <a:spcPct val="100000"/>
              </a:lnSpc>
              <a:spcAft>
                <a:spcPts val="0"/>
              </a:spcAft>
              <a:buFontTx/>
              <a:buNone/>
              <a:defRPr sz="1800" b="0">
                <a:solidFill>
                  <a:schemeClr val="bg1"/>
                </a:solidFill>
                <a:latin typeface="+mj-lt"/>
              </a:defRPr>
            </a:lvl5pPr>
            <a:lvl6pPr marL="0" indent="0">
              <a:lnSpc>
                <a:spcPct val="100000"/>
              </a:lnSpc>
              <a:spcAft>
                <a:spcPts val="0"/>
              </a:spcAft>
              <a:buFontTx/>
              <a:buNone/>
              <a:defRPr sz="1800" b="0">
                <a:solidFill>
                  <a:schemeClr val="bg1"/>
                </a:solidFill>
                <a:latin typeface="+mj-lt"/>
              </a:defRPr>
            </a:lvl6pPr>
            <a:lvl7pPr marL="0" indent="0">
              <a:lnSpc>
                <a:spcPct val="100000"/>
              </a:lnSpc>
              <a:spcAft>
                <a:spcPts val="0"/>
              </a:spcAft>
              <a:buFontTx/>
              <a:buNone/>
              <a:defRPr sz="1800" b="0">
                <a:solidFill>
                  <a:schemeClr val="bg1"/>
                </a:solidFill>
                <a:latin typeface="+mj-lt"/>
              </a:defRPr>
            </a:lvl7pPr>
            <a:lvl8pPr marL="0" indent="0">
              <a:lnSpc>
                <a:spcPct val="100000"/>
              </a:lnSpc>
              <a:spcAft>
                <a:spcPts val="0"/>
              </a:spcAft>
              <a:buFontTx/>
              <a:buNone/>
              <a:defRPr sz="1800" b="0">
                <a:solidFill>
                  <a:schemeClr val="bg1"/>
                </a:solidFill>
                <a:latin typeface="+mj-lt"/>
              </a:defRPr>
            </a:lvl8pPr>
            <a:lvl9pPr marL="0" indent="0">
              <a:lnSpc>
                <a:spcPct val="100000"/>
              </a:lnSpc>
              <a:spcAft>
                <a:spcPts val="0"/>
              </a:spcAft>
              <a:buFontTx/>
              <a:buNone/>
              <a:defRPr sz="1800" b="0">
                <a:solidFill>
                  <a:schemeClr val="bg1"/>
                </a:solidFill>
                <a:latin typeface="+mj-lt"/>
              </a:defRPr>
            </a:lvl9pPr>
          </a:lstStyle>
          <a:p>
            <a:pPr lvl="0"/>
            <a:r>
              <a:rPr lang="de-DE" dirty="0"/>
              <a:t>Name hinzufügen</a:t>
            </a:r>
          </a:p>
        </p:txBody>
      </p:sp>
      <p:sp>
        <p:nvSpPr>
          <p:cNvPr id="22" name="Funktion">
            <a:extLst>
              <a:ext uri="{FF2B5EF4-FFF2-40B4-BE49-F238E27FC236}">
                <a16:creationId xmlns:a16="http://schemas.microsoft.com/office/drawing/2014/main" id="{14A20B28-0838-4866-6B45-F1A57001050F}"/>
              </a:ext>
            </a:extLst>
          </p:cNvPr>
          <p:cNvSpPr>
            <a:spLocks noGrp="1"/>
          </p:cNvSpPr>
          <p:nvPr>
            <p:ph type="body" sz="quarter" idx="32" hasCustomPrompt="1"/>
          </p:nvPr>
        </p:nvSpPr>
        <p:spPr bwMode="gray">
          <a:xfrm>
            <a:off x="4634447" y="4797152"/>
            <a:ext cx="2808000" cy="360000"/>
          </a:xfrm>
        </p:spPr>
        <p:txBody>
          <a:bodyPr/>
          <a:lstStyle>
            <a:lvl1pPr>
              <a:lnSpc>
                <a:spcPct val="100000"/>
              </a:lnSpc>
              <a:spcAft>
                <a:spcPts val="0"/>
              </a:spcAft>
              <a:defRPr sz="1400">
                <a:solidFill>
                  <a:schemeClr val="bg1"/>
                </a:solidFill>
                <a:latin typeface="+mj-lt"/>
              </a:defRPr>
            </a:lvl1pPr>
            <a:lvl2pPr>
              <a:lnSpc>
                <a:spcPct val="100000"/>
              </a:lnSpc>
              <a:spcAft>
                <a:spcPts val="0"/>
              </a:spcAft>
              <a:defRPr sz="1400">
                <a:solidFill>
                  <a:schemeClr val="bg1"/>
                </a:solidFill>
                <a:latin typeface="+mj-lt"/>
              </a:defRPr>
            </a:lvl2pPr>
            <a:lvl3pPr marL="0" indent="0">
              <a:lnSpc>
                <a:spcPct val="100000"/>
              </a:lnSpc>
              <a:spcAft>
                <a:spcPts val="0"/>
              </a:spcAft>
              <a:buFontTx/>
              <a:buNone/>
              <a:defRPr sz="1400">
                <a:solidFill>
                  <a:schemeClr val="bg1"/>
                </a:solidFill>
                <a:latin typeface="+mj-lt"/>
              </a:defRPr>
            </a:lvl3pPr>
            <a:lvl4pPr marL="0" indent="0">
              <a:lnSpc>
                <a:spcPct val="100000"/>
              </a:lnSpc>
              <a:spcAft>
                <a:spcPts val="0"/>
              </a:spcAft>
              <a:buFontTx/>
              <a:buNone/>
              <a:defRPr sz="1400">
                <a:solidFill>
                  <a:schemeClr val="bg1"/>
                </a:solidFill>
                <a:latin typeface="+mj-lt"/>
              </a:defRPr>
            </a:lvl4pPr>
            <a:lvl5pPr marL="0" indent="0">
              <a:lnSpc>
                <a:spcPct val="100000"/>
              </a:lnSpc>
              <a:spcAft>
                <a:spcPts val="0"/>
              </a:spcAft>
              <a:buFontTx/>
              <a:buNone/>
              <a:defRPr sz="1400">
                <a:solidFill>
                  <a:schemeClr val="bg1"/>
                </a:solidFill>
                <a:latin typeface="+mj-lt"/>
              </a:defRPr>
            </a:lvl5pPr>
            <a:lvl6pPr marL="0" indent="0">
              <a:lnSpc>
                <a:spcPct val="100000"/>
              </a:lnSpc>
              <a:spcAft>
                <a:spcPts val="0"/>
              </a:spcAft>
              <a:buFontTx/>
              <a:buNone/>
              <a:defRPr sz="1400">
                <a:solidFill>
                  <a:schemeClr val="bg1"/>
                </a:solidFill>
                <a:latin typeface="+mj-lt"/>
              </a:defRPr>
            </a:lvl6pPr>
            <a:lvl7pPr marL="0" indent="0">
              <a:lnSpc>
                <a:spcPct val="100000"/>
              </a:lnSpc>
              <a:spcAft>
                <a:spcPts val="0"/>
              </a:spcAft>
              <a:buFontTx/>
              <a:buNone/>
              <a:defRPr sz="1400">
                <a:solidFill>
                  <a:schemeClr val="bg1"/>
                </a:solidFill>
                <a:latin typeface="+mj-lt"/>
              </a:defRPr>
            </a:lvl7pPr>
            <a:lvl8pPr marL="0" indent="0">
              <a:lnSpc>
                <a:spcPct val="100000"/>
              </a:lnSpc>
              <a:spcAft>
                <a:spcPts val="0"/>
              </a:spcAft>
              <a:buFontTx/>
              <a:buNone/>
              <a:defRPr sz="1400">
                <a:solidFill>
                  <a:schemeClr val="bg1"/>
                </a:solidFill>
                <a:latin typeface="+mj-lt"/>
              </a:defRPr>
            </a:lvl8pPr>
            <a:lvl9pPr marL="0" indent="0">
              <a:lnSpc>
                <a:spcPct val="100000"/>
              </a:lnSpc>
              <a:spcAft>
                <a:spcPts val="0"/>
              </a:spcAft>
              <a:buFontTx/>
              <a:buNone/>
              <a:defRPr sz="1400">
                <a:solidFill>
                  <a:schemeClr val="bg1"/>
                </a:solidFill>
                <a:latin typeface="+mj-lt"/>
              </a:defRPr>
            </a:lvl9pPr>
          </a:lstStyle>
          <a:p>
            <a:pPr lvl="0"/>
            <a:r>
              <a:rPr lang="de-DE" dirty="0"/>
              <a:t>Funktion hinzufügen</a:t>
            </a:r>
          </a:p>
        </p:txBody>
      </p:sp>
      <p:sp>
        <p:nvSpPr>
          <p:cNvPr id="25" name="Telefon">
            <a:extLst>
              <a:ext uri="{FF2B5EF4-FFF2-40B4-BE49-F238E27FC236}">
                <a16:creationId xmlns:a16="http://schemas.microsoft.com/office/drawing/2014/main" id="{37C9EAB7-B910-8ED3-0D0A-0DEDD25A2500}"/>
              </a:ext>
            </a:extLst>
          </p:cNvPr>
          <p:cNvSpPr>
            <a:spLocks noGrp="1"/>
          </p:cNvSpPr>
          <p:nvPr>
            <p:ph type="body" sz="quarter" idx="33" hasCustomPrompt="1"/>
          </p:nvPr>
        </p:nvSpPr>
        <p:spPr bwMode="gray">
          <a:xfrm>
            <a:off x="4634447" y="5265204"/>
            <a:ext cx="2808000" cy="720000"/>
          </a:xfrm>
        </p:spPr>
        <p:txBody>
          <a:bodyPr/>
          <a:lstStyle>
            <a:lvl1pPr>
              <a:lnSpc>
                <a:spcPct val="100000"/>
              </a:lnSpc>
              <a:spcAft>
                <a:spcPts val="0"/>
              </a:spcAft>
              <a:tabLst>
                <a:tab pos="812800" algn="l"/>
              </a:tabLst>
              <a:defRPr sz="1200">
                <a:solidFill>
                  <a:schemeClr val="bg1"/>
                </a:solidFill>
                <a:latin typeface="+mn-lt"/>
              </a:defRPr>
            </a:lvl1pPr>
            <a:lvl2pPr>
              <a:lnSpc>
                <a:spcPct val="100000"/>
              </a:lnSpc>
              <a:spcAft>
                <a:spcPts val="0"/>
              </a:spcAft>
              <a:tabLst>
                <a:tab pos="1435100" algn="l"/>
              </a:tabLst>
              <a:defRPr sz="1200">
                <a:solidFill>
                  <a:schemeClr val="bg1"/>
                </a:solidFill>
                <a:latin typeface="+mn-lt"/>
              </a:defRPr>
            </a:lvl2pPr>
            <a:lvl3pPr marL="0" indent="0">
              <a:lnSpc>
                <a:spcPct val="100000"/>
              </a:lnSpc>
              <a:spcAft>
                <a:spcPts val="0"/>
              </a:spcAft>
              <a:buFontTx/>
              <a:buNone/>
              <a:tabLst>
                <a:tab pos="1435100" algn="l"/>
              </a:tabLst>
              <a:defRPr sz="1200">
                <a:solidFill>
                  <a:schemeClr val="bg1"/>
                </a:solidFill>
                <a:latin typeface="+mn-lt"/>
              </a:defRPr>
            </a:lvl3pPr>
            <a:lvl4pPr marL="0" indent="0">
              <a:lnSpc>
                <a:spcPct val="100000"/>
              </a:lnSpc>
              <a:spcAft>
                <a:spcPts val="0"/>
              </a:spcAft>
              <a:buFontTx/>
              <a:buNone/>
              <a:tabLst>
                <a:tab pos="1435100" algn="l"/>
              </a:tabLst>
              <a:defRPr sz="1200">
                <a:solidFill>
                  <a:schemeClr val="bg1"/>
                </a:solidFill>
                <a:latin typeface="+mn-lt"/>
              </a:defRPr>
            </a:lvl4pPr>
            <a:lvl5pPr marL="0" indent="0">
              <a:lnSpc>
                <a:spcPct val="100000"/>
              </a:lnSpc>
              <a:spcAft>
                <a:spcPts val="0"/>
              </a:spcAft>
              <a:buFontTx/>
              <a:buNone/>
              <a:tabLst>
                <a:tab pos="1435100" algn="l"/>
              </a:tabLst>
              <a:defRPr sz="1200">
                <a:solidFill>
                  <a:schemeClr val="bg1"/>
                </a:solidFill>
                <a:latin typeface="+mn-lt"/>
              </a:defRPr>
            </a:lvl5pPr>
            <a:lvl6pPr marL="0" indent="0">
              <a:lnSpc>
                <a:spcPct val="100000"/>
              </a:lnSpc>
              <a:spcAft>
                <a:spcPts val="0"/>
              </a:spcAft>
              <a:buFontTx/>
              <a:buNone/>
              <a:tabLst>
                <a:tab pos="1435100" algn="l"/>
              </a:tabLst>
              <a:defRPr sz="1200">
                <a:solidFill>
                  <a:schemeClr val="bg1"/>
                </a:solidFill>
                <a:latin typeface="+mn-lt"/>
              </a:defRPr>
            </a:lvl6pPr>
            <a:lvl7pPr marL="0" indent="0">
              <a:lnSpc>
                <a:spcPct val="100000"/>
              </a:lnSpc>
              <a:spcAft>
                <a:spcPts val="0"/>
              </a:spcAft>
              <a:buFontTx/>
              <a:buNone/>
              <a:tabLst>
                <a:tab pos="1435100" algn="l"/>
              </a:tabLst>
              <a:defRPr sz="1200">
                <a:solidFill>
                  <a:schemeClr val="bg1"/>
                </a:solidFill>
                <a:latin typeface="+mn-lt"/>
              </a:defRPr>
            </a:lvl7pPr>
            <a:lvl8pPr marL="0" indent="0">
              <a:lnSpc>
                <a:spcPct val="100000"/>
              </a:lnSpc>
              <a:spcAft>
                <a:spcPts val="0"/>
              </a:spcAft>
              <a:buFontTx/>
              <a:buNone/>
              <a:tabLst>
                <a:tab pos="1435100" algn="l"/>
              </a:tabLst>
              <a:defRPr sz="1200">
                <a:solidFill>
                  <a:schemeClr val="bg1"/>
                </a:solidFill>
                <a:latin typeface="+mn-lt"/>
              </a:defRPr>
            </a:lvl8pPr>
            <a:lvl9pPr marL="0" indent="0">
              <a:lnSpc>
                <a:spcPct val="100000"/>
              </a:lnSpc>
              <a:spcAft>
                <a:spcPts val="0"/>
              </a:spcAft>
              <a:buFontTx/>
              <a:buNone/>
              <a:tabLst>
                <a:tab pos="1435100" algn="l"/>
              </a:tabLst>
              <a:defRPr sz="1200">
                <a:solidFill>
                  <a:schemeClr val="bg1"/>
                </a:solidFill>
                <a:latin typeface="+mn-lt"/>
              </a:defRPr>
            </a:lvl9pPr>
          </a:lstStyle>
          <a:p>
            <a:pPr lvl="0"/>
            <a:r>
              <a:rPr lang="de-DE" dirty="0"/>
              <a:t>Telefonnummer und E-Mail hinzufügen</a:t>
            </a:r>
          </a:p>
        </p:txBody>
      </p:sp>
      <p:sp>
        <p:nvSpPr>
          <p:cNvPr id="19" name="Bildplatzhalter 39">
            <a:extLst>
              <a:ext uri="{FF2B5EF4-FFF2-40B4-BE49-F238E27FC236}">
                <a16:creationId xmlns:a16="http://schemas.microsoft.com/office/drawing/2014/main" id="{84F08EF3-C451-D7B5-E29C-FDC43DA7A72E}"/>
              </a:ext>
              <a:ext uri="{C183D7F6-B498-43B3-948B-1728B52AA6E4}">
                <adec:decorative xmlns:adec="http://schemas.microsoft.com/office/drawing/2017/decorative" val="1"/>
              </a:ext>
            </a:extLst>
          </p:cNvPr>
          <p:cNvSpPr>
            <a:spLocks noGrp="1" noChangeAspect="1"/>
          </p:cNvSpPr>
          <p:nvPr>
            <p:ph type="pic" sz="quarter" idx="30"/>
          </p:nvPr>
        </p:nvSpPr>
        <p:spPr bwMode="gray">
          <a:xfrm>
            <a:off x="6959997" y="3032956"/>
            <a:ext cx="1044215" cy="1044215"/>
          </a:xfrm>
          <a:prstGeom prst="round2DiagRect">
            <a:avLst/>
          </a:prstGeom>
          <a:noFill/>
          <a:ln w="12700">
            <a:solidFill>
              <a:schemeClr val="bg2"/>
            </a:solidFill>
          </a:ln>
        </p:spPr>
        <p:txBody>
          <a:bodyPr/>
          <a:lstStyle>
            <a:lvl1pPr>
              <a:defRPr sz="800">
                <a:noFill/>
              </a:defRPr>
            </a:lvl1pPr>
          </a:lstStyle>
          <a:p>
            <a:r>
              <a:rPr lang="de-DE"/>
              <a:t>Bild durch Klicken auf Symbol hinzufügen</a:t>
            </a:r>
            <a:endParaRPr lang="de-DE" dirty="0"/>
          </a:p>
        </p:txBody>
      </p:sp>
      <p:sp>
        <p:nvSpPr>
          <p:cNvPr id="26" name="Rechteck: diagonal liegende Ecken abgerundet 25">
            <a:extLst>
              <a:ext uri="{FF2B5EF4-FFF2-40B4-BE49-F238E27FC236}">
                <a16:creationId xmlns:a16="http://schemas.microsoft.com/office/drawing/2014/main" id="{58F00852-7604-2BF5-0FA4-DDEB7E96A1E4}"/>
              </a:ext>
              <a:ext uri="{C183D7F6-B498-43B3-948B-1728B52AA6E4}">
                <adec:decorative xmlns:adec="http://schemas.microsoft.com/office/drawing/2017/decorative" val="1"/>
              </a:ext>
            </a:extLst>
          </p:cNvPr>
          <p:cNvSpPr/>
          <p:nvPr userDrawn="1"/>
        </p:nvSpPr>
        <p:spPr bwMode="gray">
          <a:xfrm>
            <a:off x="8183735" y="3573016"/>
            <a:ext cx="3492786" cy="2771972"/>
          </a:xfrm>
          <a:prstGeom prst="round2DiagRect">
            <a:avLst>
              <a:gd name="adj1" fmla="val 14462"/>
              <a:gd name="adj2" fmla="val 0"/>
            </a:avLst>
          </a:prstGeom>
          <a:gradFill>
            <a:gsLst>
              <a:gs pos="0">
                <a:srgbClr val="9B348E"/>
              </a:gs>
              <a:gs pos="26000">
                <a:schemeClr val="bg2"/>
              </a:gs>
            </a:gsLst>
            <a:lin ang="132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endParaRPr lang="de-DE" sz="2000" dirty="0" err="1">
              <a:solidFill>
                <a:schemeClr val="tx1"/>
              </a:solidFill>
            </a:endParaRPr>
          </a:p>
        </p:txBody>
      </p:sp>
      <p:sp>
        <p:nvSpPr>
          <p:cNvPr id="28" name="Name">
            <a:extLst>
              <a:ext uri="{FF2B5EF4-FFF2-40B4-BE49-F238E27FC236}">
                <a16:creationId xmlns:a16="http://schemas.microsoft.com/office/drawing/2014/main" id="{BE5877E7-24F8-1AA9-CFA8-80FBE266466A}"/>
              </a:ext>
            </a:extLst>
          </p:cNvPr>
          <p:cNvSpPr>
            <a:spLocks noGrp="1"/>
          </p:cNvSpPr>
          <p:nvPr>
            <p:ph type="body" sz="quarter" idx="35" hasCustomPrompt="1"/>
          </p:nvPr>
        </p:nvSpPr>
        <p:spPr bwMode="gray">
          <a:xfrm>
            <a:off x="8558883" y="4185084"/>
            <a:ext cx="2808000" cy="540060"/>
          </a:xfrm>
        </p:spPr>
        <p:txBody>
          <a:bodyPr/>
          <a:lstStyle>
            <a:lvl1pPr>
              <a:lnSpc>
                <a:spcPct val="100000"/>
              </a:lnSpc>
              <a:spcAft>
                <a:spcPts val="0"/>
              </a:spcAft>
              <a:defRPr sz="1800" b="0">
                <a:solidFill>
                  <a:schemeClr val="bg1"/>
                </a:solidFill>
                <a:latin typeface="+mj-lt"/>
              </a:defRPr>
            </a:lvl1pPr>
            <a:lvl2pPr>
              <a:lnSpc>
                <a:spcPct val="100000"/>
              </a:lnSpc>
              <a:spcAft>
                <a:spcPts val="0"/>
              </a:spcAft>
              <a:defRPr sz="1800" b="0">
                <a:solidFill>
                  <a:schemeClr val="bg1"/>
                </a:solidFill>
                <a:latin typeface="+mj-lt"/>
              </a:defRPr>
            </a:lvl2pPr>
            <a:lvl3pPr marL="0" indent="0">
              <a:lnSpc>
                <a:spcPct val="100000"/>
              </a:lnSpc>
              <a:spcAft>
                <a:spcPts val="0"/>
              </a:spcAft>
              <a:buFontTx/>
              <a:buNone/>
              <a:defRPr sz="1800" b="0">
                <a:solidFill>
                  <a:schemeClr val="bg1"/>
                </a:solidFill>
                <a:latin typeface="+mj-lt"/>
              </a:defRPr>
            </a:lvl3pPr>
            <a:lvl4pPr marL="0" indent="0">
              <a:lnSpc>
                <a:spcPct val="100000"/>
              </a:lnSpc>
              <a:spcAft>
                <a:spcPts val="0"/>
              </a:spcAft>
              <a:buFontTx/>
              <a:buNone/>
              <a:defRPr sz="1800" b="0">
                <a:solidFill>
                  <a:schemeClr val="bg1"/>
                </a:solidFill>
                <a:latin typeface="+mj-lt"/>
              </a:defRPr>
            </a:lvl4pPr>
            <a:lvl5pPr marL="0" indent="0">
              <a:lnSpc>
                <a:spcPct val="100000"/>
              </a:lnSpc>
              <a:spcAft>
                <a:spcPts val="0"/>
              </a:spcAft>
              <a:buFontTx/>
              <a:buNone/>
              <a:defRPr sz="1800" b="0">
                <a:solidFill>
                  <a:schemeClr val="bg1"/>
                </a:solidFill>
                <a:latin typeface="+mj-lt"/>
              </a:defRPr>
            </a:lvl5pPr>
            <a:lvl6pPr marL="0" indent="0">
              <a:lnSpc>
                <a:spcPct val="100000"/>
              </a:lnSpc>
              <a:spcAft>
                <a:spcPts val="0"/>
              </a:spcAft>
              <a:buFontTx/>
              <a:buNone/>
              <a:defRPr sz="1800" b="0">
                <a:solidFill>
                  <a:schemeClr val="bg1"/>
                </a:solidFill>
                <a:latin typeface="+mj-lt"/>
              </a:defRPr>
            </a:lvl6pPr>
            <a:lvl7pPr marL="0" indent="0">
              <a:lnSpc>
                <a:spcPct val="100000"/>
              </a:lnSpc>
              <a:spcAft>
                <a:spcPts val="0"/>
              </a:spcAft>
              <a:buFontTx/>
              <a:buNone/>
              <a:defRPr sz="1800" b="0">
                <a:solidFill>
                  <a:schemeClr val="bg1"/>
                </a:solidFill>
                <a:latin typeface="+mj-lt"/>
              </a:defRPr>
            </a:lvl7pPr>
            <a:lvl8pPr marL="0" indent="0">
              <a:lnSpc>
                <a:spcPct val="100000"/>
              </a:lnSpc>
              <a:spcAft>
                <a:spcPts val="0"/>
              </a:spcAft>
              <a:buFontTx/>
              <a:buNone/>
              <a:defRPr sz="1800" b="0">
                <a:solidFill>
                  <a:schemeClr val="bg1"/>
                </a:solidFill>
                <a:latin typeface="+mj-lt"/>
              </a:defRPr>
            </a:lvl8pPr>
            <a:lvl9pPr marL="0" indent="0">
              <a:lnSpc>
                <a:spcPct val="100000"/>
              </a:lnSpc>
              <a:spcAft>
                <a:spcPts val="0"/>
              </a:spcAft>
              <a:buFontTx/>
              <a:buNone/>
              <a:defRPr sz="1800" b="0">
                <a:solidFill>
                  <a:schemeClr val="bg1"/>
                </a:solidFill>
                <a:latin typeface="+mj-lt"/>
              </a:defRPr>
            </a:lvl9pPr>
          </a:lstStyle>
          <a:p>
            <a:pPr lvl="0"/>
            <a:r>
              <a:rPr lang="de-DE" dirty="0"/>
              <a:t>Name hinzufügen</a:t>
            </a:r>
          </a:p>
        </p:txBody>
      </p:sp>
      <p:sp>
        <p:nvSpPr>
          <p:cNvPr id="34" name="Funktion">
            <a:extLst>
              <a:ext uri="{FF2B5EF4-FFF2-40B4-BE49-F238E27FC236}">
                <a16:creationId xmlns:a16="http://schemas.microsoft.com/office/drawing/2014/main" id="{C7E843B6-0607-1C10-54F1-94825897BD06}"/>
              </a:ext>
            </a:extLst>
          </p:cNvPr>
          <p:cNvSpPr>
            <a:spLocks noGrp="1"/>
          </p:cNvSpPr>
          <p:nvPr>
            <p:ph type="body" sz="quarter" idx="36" hasCustomPrompt="1"/>
          </p:nvPr>
        </p:nvSpPr>
        <p:spPr bwMode="gray">
          <a:xfrm>
            <a:off x="8558883" y="4833156"/>
            <a:ext cx="2808000" cy="360000"/>
          </a:xfrm>
        </p:spPr>
        <p:txBody>
          <a:bodyPr/>
          <a:lstStyle>
            <a:lvl1pPr>
              <a:lnSpc>
                <a:spcPct val="100000"/>
              </a:lnSpc>
              <a:spcAft>
                <a:spcPts val="0"/>
              </a:spcAft>
              <a:defRPr sz="1400">
                <a:solidFill>
                  <a:schemeClr val="bg1"/>
                </a:solidFill>
                <a:latin typeface="+mj-lt"/>
              </a:defRPr>
            </a:lvl1pPr>
            <a:lvl2pPr>
              <a:lnSpc>
                <a:spcPct val="100000"/>
              </a:lnSpc>
              <a:spcAft>
                <a:spcPts val="0"/>
              </a:spcAft>
              <a:defRPr sz="1400">
                <a:solidFill>
                  <a:schemeClr val="bg1"/>
                </a:solidFill>
                <a:latin typeface="+mj-lt"/>
              </a:defRPr>
            </a:lvl2pPr>
            <a:lvl3pPr marL="0" indent="0">
              <a:lnSpc>
                <a:spcPct val="100000"/>
              </a:lnSpc>
              <a:spcAft>
                <a:spcPts val="0"/>
              </a:spcAft>
              <a:buFontTx/>
              <a:buNone/>
              <a:defRPr sz="1400">
                <a:solidFill>
                  <a:schemeClr val="bg1"/>
                </a:solidFill>
                <a:latin typeface="+mj-lt"/>
              </a:defRPr>
            </a:lvl3pPr>
            <a:lvl4pPr marL="0" indent="0">
              <a:lnSpc>
                <a:spcPct val="100000"/>
              </a:lnSpc>
              <a:spcAft>
                <a:spcPts val="0"/>
              </a:spcAft>
              <a:buFontTx/>
              <a:buNone/>
              <a:defRPr sz="1400">
                <a:solidFill>
                  <a:schemeClr val="bg1"/>
                </a:solidFill>
                <a:latin typeface="+mj-lt"/>
              </a:defRPr>
            </a:lvl4pPr>
            <a:lvl5pPr marL="0" indent="0">
              <a:lnSpc>
                <a:spcPct val="100000"/>
              </a:lnSpc>
              <a:spcAft>
                <a:spcPts val="0"/>
              </a:spcAft>
              <a:buFontTx/>
              <a:buNone/>
              <a:defRPr sz="1400">
                <a:solidFill>
                  <a:schemeClr val="bg1"/>
                </a:solidFill>
                <a:latin typeface="+mj-lt"/>
              </a:defRPr>
            </a:lvl5pPr>
            <a:lvl6pPr marL="0" indent="0">
              <a:lnSpc>
                <a:spcPct val="100000"/>
              </a:lnSpc>
              <a:spcAft>
                <a:spcPts val="0"/>
              </a:spcAft>
              <a:buFontTx/>
              <a:buNone/>
              <a:defRPr sz="1400">
                <a:solidFill>
                  <a:schemeClr val="bg1"/>
                </a:solidFill>
                <a:latin typeface="+mj-lt"/>
              </a:defRPr>
            </a:lvl6pPr>
            <a:lvl7pPr marL="0" indent="0">
              <a:lnSpc>
                <a:spcPct val="100000"/>
              </a:lnSpc>
              <a:spcAft>
                <a:spcPts val="0"/>
              </a:spcAft>
              <a:buFontTx/>
              <a:buNone/>
              <a:defRPr sz="1400">
                <a:solidFill>
                  <a:schemeClr val="bg1"/>
                </a:solidFill>
                <a:latin typeface="+mj-lt"/>
              </a:defRPr>
            </a:lvl7pPr>
            <a:lvl8pPr marL="0" indent="0">
              <a:lnSpc>
                <a:spcPct val="100000"/>
              </a:lnSpc>
              <a:spcAft>
                <a:spcPts val="0"/>
              </a:spcAft>
              <a:buFontTx/>
              <a:buNone/>
              <a:defRPr sz="1400">
                <a:solidFill>
                  <a:schemeClr val="bg1"/>
                </a:solidFill>
                <a:latin typeface="+mj-lt"/>
              </a:defRPr>
            </a:lvl8pPr>
            <a:lvl9pPr marL="0" indent="0">
              <a:lnSpc>
                <a:spcPct val="100000"/>
              </a:lnSpc>
              <a:spcAft>
                <a:spcPts val="0"/>
              </a:spcAft>
              <a:buFontTx/>
              <a:buNone/>
              <a:defRPr sz="1400">
                <a:solidFill>
                  <a:schemeClr val="bg1"/>
                </a:solidFill>
                <a:latin typeface="+mj-lt"/>
              </a:defRPr>
            </a:lvl9pPr>
          </a:lstStyle>
          <a:p>
            <a:pPr lvl="0"/>
            <a:r>
              <a:rPr lang="de-DE" dirty="0"/>
              <a:t>Funktion hinzufügen</a:t>
            </a:r>
          </a:p>
        </p:txBody>
      </p:sp>
      <p:sp>
        <p:nvSpPr>
          <p:cNvPr id="35" name="Telefon">
            <a:extLst>
              <a:ext uri="{FF2B5EF4-FFF2-40B4-BE49-F238E27FC236}">
                <a16:creationId xmlns:a16="http://schemas.microsoft.com/office/drawing/2014/main" id="{8AC6DD14-A7B9-0012-A768-ECD2CBD640F1}"/>
              </a:ext>
            </a:extLst>
          </p:cNvPr>
          <p:cNvSpPr>
            <a:spLocks noGrp="1"/>
          </p:cNvSpPr>
          <p:nvPr>
            <p:ph type="body" sz="quarter" idx="37" hasCustomPrompt="1"/>
          </p:nvPr>
        </p:nvSpPr>
        <p:spPr bwMode="gray">
          <a:xfrm>
            <a:off x="8558883" y="5301208"/>
            <a:ext cx="2808000" cy="720000"/>
          </a:xfrm>
        </p:spPr>
        <p:txBody>
          <a:bodyPr/>
          <a:lstStyle>
            <a:lvl1pPr>
              <a:lnSpc>
                <a:spcPct val="100000"/>
              </a:lnSpc>
              <a:spcAft>
                <a:spcPts val="0"/>
              </a:spcAft>
              <a:tabLst>
                <a:tab pos="812800" algn="l"/>
              </a:tabLst>
              <a:defRPr sz="1200">
                <a:solidFill>
                  <a:schemeClr val="bg1"/>
                </a:solidFill>
                <a:latin typeface="+mn-lt"/>
              </a:defRPr>
            </a:lvl1pPr>
            <a:lvl2pPr>
              <a:lnSpc>
                <a:spcPct val="100000"/>
              </a:lnSpc>
              <a:spcAft>
                <a:spcPts val="0"/>
              </a:spcAft>
              <a:tabLst>
                <a:tab pos="1435100" algn="l"/>
              </a:tabLst>
              <a:defRPr sz="1200">
                <a:solidFill>
                  <a:schemeClr val="bg1"/>
                </a:solidFill>
                <a:latin typeface="+mn-lt"/>
              </a:defRPr>
            </a:lvl2pPr>
            <a:lvl3pPr marL="0" indent="0">
              <a:lnSpc>
                <a:spcPct val="100000"/>
              </a:lnSpc>
              <a:spcAft>
                <a:spcPts val="0"/>
              </a:spcAft>
              <a:buFontTx/>
              <a:buNone/>
              <a:tabLst>
                <a:tab pos="1435100" algn="l"/>
              </a:tabLst>
              <a:defRPr sz="1200">
                <a:solidFill>
                  <a:schemeClr val="bg1"/>
                </a:solidFill>
                <a:latin typeface="+mn-lt"/>
              </a:defRPr>
            </a:lvl3pPr>
            <a:lvl4pPr marL="0" indent="0">
              <a:lnSpc>
                <a:spcPct val="100000"/>
              </a:lnSpc>
              <a:spcAft>
                <a:spcPts val="0"/>
              </a:spcAft>
              <a:buFontTx/>
              <a:buNone/>
              <a:tabLst>
                <a:tab pos="1435100" algn="l"/>
              </a:tabLst>
              <a:defRPr sz="1200">
                <a:solidFill>
                  <a:schemeClr val="bg1"/>
                </a:solidFill>
                <a:latin typeface="+mn-lt"/>
              </a:defRPr>
            </a:lvl4pPr>
            <a:lvl5pPr marL="0" indent="0">
              <a:lnSpc>
                <a:spcPct val="100000"/>
              </a:lnSpc>
              <a:spcAft>
                <a:spcPts val="0"/>
              </a:spcAft>
              <a:buFontTx/>
              <a:buNone/>
              <a:tabLst>
                <a:tab pos="1435100" algn="l"/>
              </a:tabLst>
              <a:defRPr sz="1200">
                <a:solidFill>
                  <a:schemeClr val="bg1"/>
                </a:solidFill>
                <a:latin typeface="+mn-lt"/>
              </a:defRPr>
            </a:lvl5pPr>
            <a:lvl6pPr marL="0" indent="0">
              <a:lnSpc>
                <a:spcPct val="100000"/>
              </a:lnSpc>
              <a:spcAft>
                <a:spcPts val="0"/>
              </a:spcAft>
              <a:buFontTx/>
              <a:buNone/>
              <a:tabLst>
                <a:tab pos="1435100" algn="l"/>
              </a:tabLst>
              <a:defRPr sz="1200">
                <a:solidFill>
                  <a:schemeClr val="bg1"/>
                </a:solidFill>
                <a:latin typeface="+mn-lt"/>
              </a:defRPr>
            </a:lvl6pPr>
            <a:lvl7pPr marL="0" indent="0">
              <a:lnSpc>
                <a:spcPct val="100000"/>
              </a:lnSpc>
              <a:spcAft>
                <a:spcPts val="0"/>
              </a:spcAft>
              <a:buFontTx/>
              <a:buNone/>
              <a:tabLst>
                <a:tab pos="1435100" algn="l"/>
              </a:tabLst>
              <a:defRPr sz="1200">
                <a:solidFill>
                  <a:schemeClr val="bg1"/>
                </a:solidFill>
                <a:latin typeface="+mn-lt"/>
              </a:defRPr>
            </a:lvl7pPr>
            <a:lvl8pPr marL="0" indent="0">
              <a:lnSpc>
                <a:spcPct val="100000"/>
              </a:lnSpc>
              <a:spcAft>
                <a:spcPts val="0"/>
              </a:spcAft>
              <a:buFontTx/>
              <a:buNone/>
              <a:tabLst>
                <a:tab pos="1435100" algn="l"/>
              </a:tabLst>
              <a:defRPr sz="1200">
                <a:solidFill>
                  <a:schemeClr val="bg1"/>
                </a:solidFill>
                <a:latin typeface="+mn-lt"/>
              </a:defRPr>
            </a:lvl8pPr>
            <a:lvl9pPr marL="0" indent="0">
              <a:lnSpc>
                <a:spcPct val="100000"/>
              </a:lnSpc>
              <a:spcAft>
                <a:spcPts val="0"/>
              </a:spcAft>
              <a:buFontTx/>
              <a:buNone/>
              <a:tabLst>
                <a:tab pos="1435100" algn="l"/>
              </a:tabLst>
              <a:defRPr sz="1200">
                <a:solidFill>
                  <a:schemeClr val="bg1"/>
                </a:solidFill>
                <a:latin typeface="+mn-lt"/>
              </a:defRPr>
            </a:lvl9pPr>
          </a:lstStyle>
          <a:p>
            <a:pPr lvl="0"/>
            <a:r>
              <a:rPr lang="de-DE" dirty="0"/>
              <a:t>Telefonnummer und E-Mail hinzufügen</a:t>
            </a:r>
          </a:p>
        </p:txBody>
      </p:sp>
      <p:sp>
        <p:nvSpPr>
          <p:cNvPr id="27" name="Bildplatzhalter 39">
            <a:extLst>
              <a:ext uri="{FF2B5EF4-FFF2-40B4-BE49-F238E27FC236}">
                <a16:creationId xmlns:a16="http://schemas.microsoft.com/office/drawing/2014/main" id="{324DCC54-877A-A8D8-B41C-D8A8C95DAF22}"/>
              </a:ext>
              <a:ext uri="{C183D7F6-B498-43B3-948B-1728B52AA6E4}">
                <adec:decorative xmlns:adec="http://schemas.microsoft.com/office/drawing/2017/decorative" val="1"/>
              </a:ext>
            </a:extLst>
          </p:cNvPr>
          <p:cNvSpPr>
            <a:spLocks noGrp="1" noChangeAspect="1"/>
          </p:cNvSpPr>
          <p:nvPr>
            <p:ph type="pic" sz="quarter" idx="34"/>
          </p:nvPr>
        </p:nvSpPr>
        <p:spPr bwMode="gray">
          <a:xfrm>
            <a:off x="10884433" y="3068960"/>
            <a:ext cx="1044215" cy="1044215"/>
          </a:xfrm>
          <a:prstGeom prst="round2DiagRect">
            <a:avLst/>
          </a:prstGeom>
          <a:noFill/>
          <a:ln w="12700">
            <a:solidFill>
              <a:schemeClr val="bg2"/>
            </a:solidFill>
          </a:ln>
        </p:spPr>
        <p:txBody>
          <a:bodyPr/>
          <a:lstStyle>
            <a:lvl1pPr>
              <a:defRPr sz="800">
                <a:noFill/>
              </a:defRPr>
            </a:lvl1pPr>
          </a:lstStyle>
          <a:p>
            <a:r>
              <a:rPr lang="de-DE"/>
              <a:t>Bild durch Klicken auf Symbol hinzufügen</a:t>
            </a:r>
            <a:endParaRPr lang="de-DE" dirty="0"/>
          </a:p>
        </p:txBody>
      </p:sp>
      <p:sp>
        <p:nvSpPr>
          <p:cNvPr id="3" name="Foliennummernplatzhalter 2">
            <a:extLst>
              <a:ext uri="{FF2B5EF4-FFF2-40B4-BE49-F238E27FC236}">
                <a16:creationId xmlns:a16="http://schemas.microsoft.com/office/drawing/2014/main" id="{EE34BFBB-E70E-600E-D4F1-0CA5EBBD997E}"/>
              </a:ext>
            </a:extLst>
          </p:cNvPr>
          <p:cNvSpPr>
            <a:spLocks noGrp="1"/>
          </p:cNvSpPr>
          <p:nvPr>
            <p:ph type="sldNum" sz="quarter" idx="10"/>
          </p:nvPr>
        </p:nvSpPr>
        <p:spPr bwMode="gray"/>
        <p:txBody>
          <a:bodyPr/>
          <a:lstStyle/>
          <a:p>
            <a:r>
              <a:rPr lang="de-DE" dirty="0"/>
              <a:t>Seite </a:t>
            </a:r>
            <a:fld id="{DC907883-A228-4E41-A7BF-33DDF6A01B2A}" type="slidenum">
              <a:rPr lang="de-DE" smtClean="0"/>
              <a:pPr/>
              <a:t>‹Nr.›</a:t>
            </a:fld>
            <a:endParaRPr lang="de-DE" dirty="0"/>
          </a:p>
        </p:txBody>
      </p:sp>
      <p:sp>
        <p:nvSpPr>
          <p:cNvPr id="29" name="Datumsplatzhalter 28">
            <a:extLst>
              <a:ext uri="{FF2B5EF4-FFF2-40B4-BE49-F238E27FC236}">
                <a16:creationId xmlns:a16="http://schemas.microsoft.com/office/drawing/2014/main" id="{8DD6C711-1E2F-4114-AA8C-80D22C7AC1A6}"/>
              </a:ext>
            </a:extLst>
          </p:cNvPr>
          <p:cNvSpPr>
            <a:spLocks noGrp="1"/>
          </p:cNvSpPr>
          <p:nvPr>
            <p:ph type="dt" sz="half" idx="38"/>
          </p:nvPr>
        </p:nvSpPr>
        <p:spPr bwMode="gray"/>
        <p:txBody>
          <a:bodyPr/>
          <a:lstStyle/>
          <a:p>
            <a:r>
              <a:rPr lang="de-DE"/>
              <a:t>Intern, TT.MM.JJJJ</a:t>
            </a:r>
            <a:endParaRPr lang="de-DE" sz="800" dirty="0"/>
          </a:p>
        </p:txBody>
      </p:sp>
    </p:spTree>
    <p:extLst>
      <p:ext uri="{BB962C8B-B14F-4D97-AF65-F5344CB8AC3E}">
        <p14:creationId xmlns:p14="http://schemas.microsoft.com/office/powerpoint/2010/main" val="3071037303"/>
      </p:ext>
    </p:extLst>
  </p:cSld>
  <p:clrMapOvr>
    <a:masterClrMapping/>
  </p:clrMapOvr>
  <p:transition>
    <p:fade/>
  </p:transition>
  <p:extLst>
    <p:ext uri="{DCECCB84-F9BA-43D5-87BE-67443E8EF086}">
      <p15:sldGuideLst xmlns:p15="http://schemas.microsoft.com/office/powerpoint/2012/main">
        <p15:guide id="1" pos="2570">
          <p15:clr>
            <a:srgbClr val="FBAE40"/>
          </p15:clr>
        </p15:guide>
        <p15:guide id="3" pos="211">
          <p15:clr>
            <a:srgbClr val="FBAE40"/>
          </p15:clr>
        </p15:guide>
        <p15:guide id="6" pos="5155">
          <p15:clr>
            <a:srgbClr val="FBAE40"/>
          </p15:clr>
        </p15:guide>
        <p15:guide id="7" pos="4929">
          <p15:clr>
            <a:srgbClr val="FBAE40"/>
          </p15:clr>
        </p15:guide>
        <p15:guide id="8" pos="2797">
          <p15:clr>
            <a:srgbClr val="FBAE40"/>
          </p15:clr>
        </p15:guide>
        <p15:guide id="9" pos="3749">
          <p15:clr>
            <a:srgbClr val="FBAE40"/>
          </p15:clr>
        </p15:guide>
        <p15:guide id="10" pos="3976">
          <p15:clr>
            <a:srgbClr val="FBAE40"/>
          </p15:clr>
        </p15:guide>
        <p15:guide id="11" pos="751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ackup">
    <p:bg>
      <p:bgPr>
        <a:solidFill>
          <a:schemeClr val="bg1"/>
        </a:solidFill>
        <a:effectLst/>
      </p:bgPr>
    </p:bg>
    <p:spTree>
      <p:nvGrpSpPr>
        <p:cNvPr id="1" name=""/>
        <p:cNvGrpSpPr/>
        <p:nvPr/>
      </p:nvGrpSpPr>
      <p:grpSpPr>
        <a:xfrm>
          <a:off x="0" y="0"/>
          <a:ext cx="0" cy="0"/>
          <a:chOff x="0" y="0"/>
          <a:chExt cx="0" cy="0"/>
        </a:xfrm>
      </p:grpSpPr>
      <p:grpSp>
        <p:nvGrpSpPr>
          <p:cNvPr id="28" name="Gruppieren 27">
            <a:extLst>
              <a:ext uri="{FF2B5EF4-FFF2-40B4-BE49-F238E27FC236}">
                <a16:creationId xmlns:a16="http://schemas.microsoft.com/office/drawing/2014/main" id="{60DE7BF4-2A5B-CBA0-7D62-ACF0BDF71E65}"/>
              </a:ext>
              <a:ext uri="{C183D7F6-B498-43B3-948B-1728B52AA6E4}">
                <adec:decorative xmlns:adec="http://schemas.microsoft.com/office/drawing/2017/decorative" val="1"/>
              </a:ext>
            </a:extLst>
          </p:cNvPr>
          <p:cNvGrpSpPr/>
          <p:nvPr userDrawn="1"/>
        </p:nvGrpSpPr>
        <p:grpSpPr bwMode="gray">
          <a:xfrm>
            <a:off x="6960096" y="764704"/>
            <a:ext cx="4295800" cy="3733025"/>
            <a:chOff x="7392143" y="620688"/>
            <a:chExt cx="4295800" cy="3733025"/>
          </a:xfrm>
        </p:grpSpPr>
        <p:sp>
          <p:nvSpPr>
            <p:cNvPr id="29" name="Titel 13">
              <a:extLst>
                <a:ext uri="{FF2B5EF4-FFF2-40B4-BE49-F238E27FC236}">
                  <a16:creationId xmlns:a16="http://schemas.microsoft.com/office/drawing/2014/main" id="{143F6D16-6151-0966-110E-00FE549D941B}"/>
                </a:ext>
              </a:extLst>
            </p:cNvPr>
            <p:cNvSpPr txBox="1">
              <a:spLocks/>
            </p:cNvSpPr>
            <p:nvPr/>
          </p:nvSpPr>
          <p:spPr bwMode="gray">
            <a:xfrm>
              <a:off x="7392143" y="2625521"/>
              <a:ext cx="725355" cy="755577"/>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0" name="Titel 13">
              <a:extLst>
                <a:ext uri="{FF2B5EF4-FFF2-40B4-BE49-F238E27FC236}">
                  <a16:creationId xmlns:a16="http://schemas.microsoft.com/office/drawing/2014/main" id="{8344A1BA-DF2C-0D96-8127-20064B05B444}"/>
                </a:ext>
              </a:extLst>
            </p:cNvPr>
            <p:cNvSpPr txBox="1">
              <a:spLocks/>
            </p:cNvSpPr>
            <p:nvPr/>
          </p:nvSpPr>
          <p:spPr bwMode="gray">
            <a:xfrm>
              <a:off x="8367985" y="2451385"/>
              <a:ext cx="1826236" cy="1902328"/>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1" name="Titel 13">
              <a:extLst>
                <a:ext uri="{FF2B5EF4-FFF2-40B4-BE49-F238E27FC236}">
                  <a16:creationId xmlns:a16="http://schemas.microsoft.com/office/drawing/2014/main" id="{2EC0A292-38B8-AE58-352B-B50FF221170D}"/>
                </a:ext>
              </a:extLst>
            </p:cNvPr>
            <p:cNvSpPr txBox="1">
              <a:spLocks/>
            </p:cNvSpPr>
            <p:nvPr/>
          </p:nvSpPr>
          <p:spPr bwMode="gray">
            <a:xfrm>
              <a:off x="7392143" y="1225974"/>
              <a:ext cx="1124103" cy="1170940"/>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2" name="Titel 13">
              <a:extLst>
                <a:ext uri="{FF2B5EF4-FFF2-40B4-BE49-F238E27FC236}">
                  <a16:creationId xmlns:a16="http://schemas.microsoft.com/office/drawing/2014/main" id="{57AFB644-9D7B-4091-B1D4-CE0B85D4260D}"/>
                </a:ext>
              </a:extLst>
            </p:cNvPr>
            <p:cNvSpPr txBox="1">
              <a:spLocks/>
            </p:cNvSpPr>
            <p:nvPr/>
          </p:nvSpPr>
          <p:spPr bwMode="gray">
            <a:xfrm>
              <a:off x="7997429" y="1571851"/>
              <a:ext cx="1297042" cy="1351085"/>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3" name="Titel 13">
              <a:extLst>
                <a:ext uri="{FF2B5EF4-FFF2-40B4-BE49-F238E27FC236}">
                  <a16:creationId xmlns:a16="http://schemas.microsoft.com/office/drawing/2014/main" id="{E81C45BB-602D-7127-F200-0A6BF32AA9CE}"/>
                </a:ext>
              </a:extLst>
            </p:cNvPr>
            <p:cNvSpPr txBox="1">
              <a:spLocks/>
            </p:cNvSpPr>
            <p:nvPr/>
          </p:nvSpPr>
          <p:spPr bwMode="gray">
            <a:xfrm>
              <a:off x="8256838" y="620688"/>
              <a:ext cx="691755" cy="720579"/>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4" name="Titel 13">
              <a:extLst>
                <a:ext uri="{FF2B5EF4-FFF2-40B4-BE49-F238E27FC236}">
                  <a16:creationId xmlns:a16="http://schemas.microsoft.com/office/drawing/2014/main" id="{88705C76-EDF8-82B0-49FB-591BCB5E6AAB}"/>
                </a:ext>
              </a:extLst>
            </p:cNvPr>
            <p:cNvSpPr txBox="1">
              <a:spLocks/>
            </p:cNvSpPr>
            <p:nvPr/>
          </p:nvSpPr>
          <p:spPr bwMode="gray">
            <a:xfrm>
              <a:off x="8775179" y="793627"/>
              <a:ext cx="951639" cy="991292"/>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5" name="Titel 13">
              <a:extLst>
                <a:ext uri="{FF2B5EF4-FFF2-40B4-BE49-F238E27FC236}">
                  <a16:creationId xmlns:a16="http://schemas.microsoft.com/office/drawing/2014/main" id="{446680A8-E025-66BD-E141-D8FBA3BD60CF}"/>
                </a:ext>
              </a:extLst>
            </p:cNvPr>
            <p:cNvSpPr txBox="1">
              <a:spLocks/>
            </p:cNvSpPr>
            <p:nvPr/>
          </p:nvSpPr>
          <p:spPr bwMode="gray">
            <a:xfrm>
              <a:off x="9467410" y="1038197"/>
              <a:ext cx="1642919" cy="1711376"/>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6" name="Titel 13">
              <a:extLst>
                <a:ext uri="{FF2B5EF4-FFF2-40B4-BE49-F238E27FC236}">
                  <a16:creationId xmlns:a16="http://schemas.microsoft.com/office/drawing/2014/main" id="{9CA4D635-82E2-E43B-C305-D78D6B8BBDC8}"/>
                </a:ext>
              </a:extLst>
            </p:cNvPr>
            <p:cNvSpPr txBox="1">
              <a:spLocks/>
            </p:cNvSpPr>
            <p:nvPr/>
          </p:nvSpPr>
          <p:spPr bwMode="gray">
            <a:xfrm>
              <a:off x="9813287" y="2090668"/>
              <a:ext cx="913117" cy="951164"/>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7" name="Titel 13">
              <a:extLst>
                <a:ext uri="{FF2B5EF4-FFF2-40B4-BE49-F238E27FC236}">
                  <a16:creationId xmlns:a16="http://schemas.microsoft.com/office/drawing/2014/main" id="{F76B7C93-5D29-CEA6-9B3E-11B57859B635}"/>
                </a:ext>
              </a:extLst>
            </p:cNvPr>
            <p:cNvSpPr txBox="1">
              <a:spLocks/>
            </p:cNvSpPr>
            <p:nvPr/>
          </p:nvSpPr>
          <p:spPr bwMode="gray">
            <a:xfrm>
              <a:off x="11023858" y="1225974"/>
              <a:ext cx="664085" cy="691756"/>
            </a:xfrm>
            <a:prstGeom prst="round2DiagRect">
              <a:avLst>
                <a:gd name="adj1" fmla="val 17774"/>
                <a:gd name="adj2" fmla="val 0"/>
              </a:avLst>
            </a:prstGeom>
            <a:noFill/>
            <a:ln w="12700">
              <a:solidFill>
                <a:srgbClr val="EE0000">
                  <a:alpha val="70000"/>
                </a:srgbClr>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grpSp>
      <p:sp>
        <p:nvSpPr>
          <p:cNvPr id="2" name="Titel 1">
            <a:extLst>
              <a:ext uri="{FF2B5EF4-FFF2-40B4-BE49-F238E27FC236}">
                <a16:creationId xmlns:a16="http://schemas.microsoft.com/office/drawing/2014/main" id="{4B560F0C-8AF8-6A48-694E-A3317BC0D006}"/>
              </a:ext>
            </a:extLst>
          </p:cNvPr>
          <p:cNvSpPr>
            <a:spLocks noGrp="1"/>
          </p:cNvSpPr>
          <p:nvPr>
            <p:ph type="title" hasCustomPrompt="1"/>
          </p:nvPr>
        </p:nvSpPr>
        <p:spPr>
          <a:xfrm>
            <a:off x="695325" y="3503736"/>
            <a:ext cx="7560000" cy="1687418"/>
          </a:xfrm>
          <a:prstGeom prst="round2DiagRect">
            <a:avLst/>
          </a:prstGeom>
          <a:ln w="12700">
            <a:solidFill>
              <a:schemeClr val="bg2"/>
            </a:solidFill>
          </a:ln>
        </p:spPr>
        <p:txBody>
          <a:bodyPr lIns="468000" tIns="216000" rIns="360000" bIns="252000" anchor="b" anchorCtr="0">
            <a:spAutoFit/>
          </a:bodyPr>
          <a:lstStyle>
            <a:lvl1pPr>
              <a:defRPr/>
            </a:lvl1pPr>
          </a:lstStyle>
          <a:p>
            <a:r>
              <a:rPr lang="de-DE" dirty="0"/>
              <a:t>Titel für Backup oder Anhang einfügen</a:t>
            </a:r>
          </a:p>
        </p:txBody>
      </p:sp>
      <p:sp>
        <p:nvSpPr>
          <p:cNvPr id="5" name="Datumsplatzhalter 4">
            <a:extLst>
              <a:ext uri="{FF2B5EF4-FFF2-40B4-BE49-F238E27FC236}">
                <a16:creationId xmlns:a16="http://schemas.microsoft.com/office/drawing/2014/main" id="{EC19F589-A23B-8049-CCC0-780172FEB407}"/>
              </a:ext>
            </a:extLst>
          </p:cNvPr>
          <p:cNvSpPr>
            <a:spLocks noGrp="1"/>
          </p:cNvSpPr>
          <p:nvPr>
            <p:ph type="dt" sz="half" idx="15"/>
          </p:nvPr>
        </p:nvSpPr>
        <p:spPr bwMode="gray"/>
        <p:txBody>
          <a:bodyPr/>
          <a:lstStyle/>
          <a:p>
            <a:r>
              <a:rPr lang="de-DE"/>
              <a:t>Intern, TT.MM.JJJJ</a:t>
            </a:r>
            <a:endParaRPr lang="de-DE" sz="800" dirty="0"/>
          </a:p>
        </p:txBody>
      </p:sp>
      <p:sp>
        <p:nvSpPr>
          <p:cNvPr id="7" name="Foliennummernplatzhalter 6">
            <a:extLst>
              <a:ext uri="{FF2B5EF4-FFF2-40B4-BE49-F238E27FC236}">
                <a16:creationId xmlns:a16="http://schemas.microsoft.com/office/drawing/2014/main" id="{BFEE1DD0-22ED-7CB7-F48F-065A34725E85}"/>
              </a:ext>
            </a:extLst>
          </p:cNvPr>
          <p:cNvSpPr>
            <a:spLocks noGrp="1"/>
          </p:cNvSpPr>
          <p:nvPr>
            <p:ph type="sldNum" sz="quarter" idx="17"/>
          </p:nvPr>
        </p:nvSpPr>
        <p:spPr bwMode="gray"/>
        <p:txBody>
          <a:bodyPr/>
          <a:lstStyle/>
          <a:p>
            <a:r>
              <a:rPr lang="de-DE"/>
              <a:t>Seite </a:t>
            </a:r>
            <a:fld id="{DC907883-A228-4E41-A7BF-33DDF6A01B2A}" type="slidenum">
              <a:rPr lang="de-DE" smtClean="0"/>
              <a:pPr/>
              <a:t>‹Nr.›</a:t>
            </a:fld>
            <a:endParaRPr lang="de-DE" dirty="0"/>
          </a:p>
        </p:txBody>
      </p:sp>
    </p:spTree>
    <p:extLst>
      <p:ext uri="{BB962C8B-B14F-4D97-AF65-F5344CB8AC3E}">
        <p14:creationId xmlns:p14="http://schemas.microsoft.com/office/powerpoint/2010/main" val="2539214728"/>
      </p:ext>
    </p:extLst>
  </p:cSld>
  <p:clrMapOvr>
    <a:masterClrMapping/>
  </p:clrMapOvr>
  <p:transition>
    <p:fade/>
  </p:transition>
  <p:extLst>
    <p:ext uri="{DCECCB84-F9BA-43D5-87BE-67443E8EF086}">
      <p15:sldGuideLst xmlns:p15="http://schemas.microsoft.com/office/powerpoint/2012/main">
        <p15:guide id="1" pos="4929">
          <p15:clr>
            <a:srgbClr val="FBAE40"/>
          </p15:clr>
        </p15:guide>
        <p15:guide id="2" pos="80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DD4AA44D-7A0E-029C-7549-B380F1F15948}"/>
              </a:ext>
            </a:extLst>
          </p:cNvPr>
          <p:cNvSpPr>
            <a:spLocks noGrp="1"/>
          </p:cNvSpPr>
          <p:nvPr>
            <p:ph type="sldNum" sz="quarter" idx="10"/>
          </p:nvPr>
        </p:nvSpPr>
        <p:spPr bwMode="gray"/>
        <p:txBody>
          <a:bodyPr/>
          <a:lstStyle/>
          <a:p>
            <a:r>
              <a:rPr lang="de-DE" dirty="0"/>
              <a:t>Seite </a:t>
            </a:r>
            <a:fld id="{DC907883-A228-4E41-A7BF-33DDF6A01B2A}" type="slidenum">
              <a:rPr lang="de-DE" smtClean="0"/>
              <a:pPr/>
              <a:t>‹Nr.›</a:t>
            </a:fld>
            <a:endParaRPr lang="de-DE" dirty="0"/>
          </a:p>
        </p:txBody>
      </p:sp>
      <p:sp>
        <p:nvSpPr>
          <p:cNvPr id="5" name="Textfeld 4">
            <a:extLst>
              <a:ext uri="{FF2B5EF4-FFF2-40B4-BE49-F238E27FC236}">
                <a16:creationId xmlns:a16="http://schemas.microsoft.com/office/drawing/2014/main" id="{7BEFCA51-91E2-5A15-814D-419E25F5C473}"/>
              </a:ext>
            </a:extLst>
          </p:cNvPr>
          <p:cNvSpPr txBox="1"/>
          <p:nvPr userDrawn="1"/>
        </p:nvSpPr>
        <p:spPr bwMode="gray">
          <a:xfrm>
            <a:off x="695325" y="2205038"/>
            <a:ext cx="10872788" cy="4103687"/>
          </a:xfrm>
          <a:prstGeom prst="rect">
            <a:avLst/>
          </a:prstGeom>
          <a:noFill/>
          <a:extLst>
            <a:ext uri="{909E8E84-426E-40DD-AFC4-6F175D3DCCD1}">
              <a14:hiddenFill xmlns:a14="http://schemas.microsoft.com/office/drawing/2010/main">
                <a:solidFill>
                  <a:srgbClr val="FFFFFF">
                    <a:alpha val="0"/>
                  </a:srgbClr>
                </a:solidFill>
              </a14:hiddenFill>
            </a:ext>
          </a:extLst>
        </p:spPr>
        <p:txBody>
          <a:bodyPr vert="horz" wrap="square" lIns="0" tIns="0" rIns="0" bIns="0" rtlCol="0" anchor="t" anchorCtr="0">
            <a:noAutofit/>
          </a:bodyPr>
          <a:lstStyle/>
          <a:p>
            <a:pPr algn="l">
              <a:tabLst>
                <a:tab pos="2057400" algn="l"/>
              </a:tabLst>
            </a:pPr>
            <a:r>
              <a:rPr lang="de-DE" b="0" dirty="0">
                <a:latin typeface="+mn-lt"/>
              </a:rPr>
              <a:t>Sensitivitätsstufe: 	</a:t>
            </a:r>
            <a:br>
              <a:rPr lang="de-DE" b="0" dirty="0">
                <a:latin typeface="+mj-lt"/>
              </a:rPr>
            </a:br>
            <a:r>
              <a:rPr lang="de-DE" b="0" dirty="0">
                <a:latin typeface="+mn-lt"/>
              </a:rPr>
              <a:t>Verwendung für:</a:t>
            </a:r>
            <a:endParaRPr lang="de-DE" b="0" dirty="0">
              <a:latin typeface="Sparkasse Head" panose="020B0804050602020204" pitchFamily="34" charset="0"/>
            </a:endParaRPr>
          </a:p>
          <a:p>
            <a:pPr algn="l">
              <a:tabLst>
                <a:tab pos="2057400" algn="l"/>
              </a:tabLst>
            </a:pPr>
            <a:endParaRPr lang="de-DE" b="0" dirty="0">
              <a:latin typeface="+mj-lt"/>
            </a:endParaRPr>
          </a:p>
          <a:p>
            <a:pPr algn="l">
              <a:tabLst>
                <a:tab pos="2057400" algn="l"/>
              </a:tabLst>
            </a:pPr>
            <a:endParaRPr lang="de-DE" b="0" dirty="0">
              <a:latin typeface="+mn-lt"/>
            </a:endParaRPr>
          </a:p>
          <a:p>
            <a:pPr algn="l">
              <a:tabLst>
                <a:tab pos="2057400" algn="l"/>
              </a:tabLst>
            </a:pPr>
            <a:r>
              <a:rPr lang="de-DE" b="0" dirty="0">
                <a:latin typeface="+mn-lt"/>
              </a:rPr>
              <a:t>Das Dokument ist ausschließlich für den oben beschriebenen Adressatenkreis vorgesehen. Eine darüber hinausgehende Nutzung (Weitergabe) erfordert die ausdrückliche Zustimmung der Finanz Informatik.</a:t>
            </a:r>
          </a:p>
          <a:p>
            <a:pPr lvl="5" algn="l">
              <a:tabLst>
                <a:tab pos="2057400" algn="l"/>
              </a:tabLst>
            </a:pPr>
            <a:endParaRPr lang="de-DE" b="0" dirty="0">
              <a:latin typeface="+mj-lt"/>
            </a:endParaRPr>
          </a:p>
          <a:p>
            <a:pPr lvl="5" algn="l">
              <a:tabLst>
                <a:tab pos="2057400" algn="l"/>
              </a:tabLst>
            </a:pPr>
            <a:endParaRPr lang="de-DE" b="0" dirty="0">
              <a:latin typeface="+mj-lt"/>
            </a:endParaRPr>
          </a:p>
          <a:p>
            <a:pPr lvl="5" algn="l">
              <a:tabLst>
                <a:tab pos="2057400" algn="l"/>
              </a:tabLst>
            </a:pPr>
            <a:r>
              <a:rPr lang="de-DE" sz="1400" b="0" dirty="0">
                <a:latin typeface="+mj-lt"/>
              </a:rPr>
              <a:t>Hinweis zur Kennzeichnungspflicht von KI-generierten Inhalten</a:t>
            </a:r>
          </a:p>
          <a:p>
            <a:pPr lvl="6" algn="l">
              <a:spcAft>
                <a:spcPts val="0"/>
              </a:spcAft>
              <a:tabLst>
                <a:tab pos="2057400" algn="l"/>
              </a:tabLst>
            </a:pPr>
            <a:r>
              <a:rPr lang="de-DE" sz="1200" b="0" dirty="0">
                <a:latin typeface="+mn-lt"/>
              </a:rPr>
              <a:t>Alle in Präsentationen verwendeten KI-generierten Inhalte müssen verpflichtend als solche gekennzeichnet werden.</a:t>
            </a:r>
          </a:p>
          <a:p>
            <a:pPr lvl="6" algn="l">
              <a:spcAft>
                <a:spcPts val="0"/>
              </a:spcAft>
              <a:tabLst>
                <a:tab pos="2057400" algn="l"/>
              </a:tabLst>
            </a:pPr>
            <a:r>
              <a:rPr lang="de-DE" sz="1200" b="0" dirty="0">
                <a:latin typeface="+mj-lt"/>
              </a:rPr>
              <a:t>Fotobibliothek: </a:t>
            </a:r>
            <a:r>
              <a:rPr lang="de-DE" sz="1200" b="0" dirty="0">
                <a:latin typeface="+mn-lt"/>
              </a:rPr>
              <a:t>Sämtliche Fotos, die von einer KI entweder komplett oder zum Teil erstellt wurden, sind bereits entsprechend gekennzeichnet.</a:t>
            </a:r>
          </a:p>
          <a:p>
            <a:pPr lvl="6" algn="l">
              <a:spcAft>
                <a:spcPts val="0"/>
              </a:spcAft>
              <a:tabLst>
                <a:tab pos="2057400" algn="l"/>
              </a:tabLst>
            </a:pPr>
            <a:r>
              <a:rPr lang="de-DE" sz="1200" b="0" dirty="0">
                <a:latin typeface="+mj-lt"/>
              </a:rPr>
              <a:t>Eigenes Bildmaterial: </a:t>
            </a:r>
            <a:r>
              <a:rPr lang="de-DE" sz="1200" b="0" dirty="0">
                <a:latin typeface="+mn-lt"/>
              </a:rPr>
              <a:t>Bei der Nutzung von selbst generierten, zugekauften oder anderweitig beschafften KI Medien liegt die Kennzeichnungspflicht bei denjenigen, die das Material einsetzen. Nutzen Sie hierfür bitte die in dieser Vorlage bereitgestellten Kopiervorlagen, sofern das Material noch nicht gekennzeichnet wurde.</a:t>
            </a:r>
          </a:p>
        </p:txBody>
      </p:sp>
      <p:sp>
        <p:nvSpPr>
          <p:cNvPr id="9" name="Textfeld 8">
            <a:extLst>
              <a:ext uri="{FF2B5EF4-FFF2-40B4-BE49-F238E27FC236}">
                <a16:creationId xmlns:a16="http://schemas.microsoft.com/office/drawing/2014/main" id="{77C4F7C4-2E49-B9C7-A1B0-6C317F9BCE61}"/>
              </a:ext>
            </a:extLst>
          </p:cNvPr>
          <p:cNvSpPr txBox="1"/>
          <p:nvPr userDrawn="1"/>
        </p:nvSpPr>
        <p:spPr bwMode="gray">
          <a:xfrm>
            <a:off x="731403" y="908720"/>
            <a:ext cx="10836709" cy="646331"/>
          </a:xfrm>
          <a:prstGeom prst="rect">
            <a:avLst/>
          </a:prstGeom>
          <a:noFill/>
          <a:extLst>
            <a:ext uri="{909E8E84-426E-40DD-AFC4-6F175D3DCCD1}">
              <a14:hiddenFill xmlns:a14="http://schemas.microsoft.com/office/drawing/2010/main">
                <a:solidFill>
                  <a:srgbClr val="FFFFFF">
                    <a:alpha val="0"/>
                  </a:srgbClr>
                </a:solidFill>
              </a14:hiddenFill>
            </a:ext>
          </a:extLst>
        </p:spPr>
        <p:txBody>
          <a:bodyPr wrap="square" lIns="0" tIns="0" rIns="0" bIns="0">
            <a:noAutofit/>
          </a:bodyPr>
          <a:lstStyle/>
          <a:p>
            <a:r>
              <a:rPr kumimoji="0" lang="de-DE" sz="3600" b="0" i="0" u="none" strike="noStrike" kern="1200" cap="none" spc="0" normalizeH="0" baseline="0" noProof="0" dirty="0">
                <a:ln>
                  <a:noFill/>
                </a:ln>
                <a:solidFill>
                  <a:schemeClr val="bg2"/>
                </a:solidFill>
                <a:effectLst/>
                <a:uLnTx/>
                <a:uFillTx/>
                <a:latin typeface="Sparkasse Head"/>
                <a:ea typeface="+mj-ea"/>
                <a:cs typeface="+mj-cs"/>
              </a:rPr>
              <a:t>Disclaimer</a:t>
            </a:r>
            <a:endParaRPr lang="de-DE" dirty="0">
              <a:solidFill>
                <a:schemeClr val="bg2"/>
              </a:solidFill>
            </a:endParaRPr>
          </a:p>
        </p:txBody>
      </p:sp>
      <p:sp>
        <p:nvSpPr>
          <p:cNvPr id="2" name="Datumsplatzhalter 1">
            <a:extLst>
              <a:ext uri="{FF2B5EF4-FFF2-40B4-BE49-F238E27FC236}">
                <a16:creationId xmlns:a16="http://schemas.microsoft.com/office/drawing/2014/main" id="{AE08C684-BFE1-101A-972A-D092CAE34382}"/>
              </a:ext>
            </a:extLst>
          </p:cNvPr>
          <p:cNvSpPr>
            <a:spLocks noGrp="1"/>
          </p:cNvSpPr>
          <p:nvPr>
            <p:ph type="dt" sz="half" idx="14"/>
          </p:nvPr>
        </p:nvSpPr>
        <p:spPr bwMode="gray">
          <a:xfrm>
            <a:off x="2749425" y="2204864"/>
            <a:ext cx="8823600" cy="288000"/>
          </a:xfrm>
        </p:spPr>
        <p:txBody>
          <a:bodyPr anchor="ctr" anchorCtr="0"/>
          <a:lstStyle>
            <a:lvl1pPr>
              <a:defRPr sz="1800">
                <a:latin typeface="+mj-lt"/>
              </a:defRPr>
            </a:lvl1pPr>
          </a:lstStyle>
          <a:p>
            <a:r>
              <a:rPr lang="de-DE"/>
              <a:t>Intern, TT.MM.JJJJ</a:t>
            </a:r>
            <a:endParaRPr lang="de-DE" dirty="0">
              <a:latin typeface="+mj-lt"/>
            </a:endParaRPr>
          </a:p>
        </p:txBody>
      </p:sp>
      <p:sp>
        <p:nvSpPr>
          <p:cNvPr id="4" name="Fußzeilenplatzhalter 3">
            <a:extLst>
              <a:ext uri="{FF2B5EF4-FFF2-40B4-BE49-F238E27FC236}">
                <a16:creationId xmlns:a16="http://schemas.microsoft.com/office/drawing/2014/main" id="{B26AB11E-550A-3191-5516-AA5B77E62A6F}"/>
              </a:ext>
            </a:extLst>
          </p:cNvPr>
          <p:cNvSpPr>
            <a:spLocks noGrp="1"/>
          </p:cNvSpPr>
          <p:nvPr>
            <p:ph type="ftr" sz="quarter" idx="11"/>
          </p:nvPr>
        </p:nvSpPr>
        <p:spPr bwMode="gray">
          <a:xfrm>
            <a:off x="2745555" y="2500516"/>
            <a:ext cx="8823600" cy="936000"/>
          </a:xfrm>
          <a:prstGeom prst="rect">
            <a:avLst/>
          </a:prstGeom>
        </p:spPr>
        <p:txBody>
          <a:bodyPr wrap="square" lIns="0" tIns="0" rIns="0" bIns="0" anchor="t"/>
          <a:lstStyle>
            <a:lvl1pPr>
              <a:defRPr sz="1800">
                <a:latin typeface="+mj-lt"/>
              </a:defRPr>
            </a:lvl1pPr>
          </a:lstStyle>
          <a:p>
            <a:r>
              <a:rPr lang="de-DE">
                <a:latin typeface="+mj-lt"/>
              </a:rPr>
              <a:t>Finanz Informatik (FI)</a:t>
            </a:r>
            <a:endParaRPr lang="de-DE" dirty="0">
              <a:latin typeface="+mj-lt"/>
            </a:endParaRPr>
          </a:p>
        </p:txBody>
      </p:sp>
      <p:sp>
        <p:nvSpPr>
          <p:cNvPr id="6" name="Rechteck 5">
            <a:extLst>
              <a:ext uri="{FF2B5EF4-FFF2-40B4-BE49-F238E27FC236}">
                <a16:creationId xmlns:a16="http://schemas.microsoft.com/office/drawing/2014/main" id="{77B5ADB2-2A50-E24C-2374-5BF8EA01918C}"/>
              </a:ext>
            </a:extLst>
          </p:cNvPr>
          <p:cNvSpPr/>
          <p:nvPr userDrawn="1"/>
        </p:nvSpPr>
        <p:spPr bwMode="gray">
          <a:xfrm>
            <a:off x="2351584" y="6308725"/>
            <a:ext cx="4752528" cy="5492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buClr>
                <a:schemeClr val="bg1"/>
              </a:buClr>
            </a:pPr>
            <a:endParaRPr lang="de-DE">
              <a:solidFill>
                <a:schemeClr val="bg1"/>
              </a:solidFill>
            </a:endParaRPr>
          </a:p>
        </p:txBody>
      </p:sp>
    </p:spTree>
    <p:extLst>
      <p:ext uri="{BB962C8B-B14F-4D97-AF65-F5344CB8AC3E}">
        <p14:creationId xmlns:p14="http://schemas.microsoft.com/office/powerpoint/2010/main" val="2723907546"/>
      </p:ext>
    </p:extLst>
  </p:cSld>
  <p:clrMapOvr>
    <a:masterClrMapping/>
  </p:clrMapOvr>
  <p:transition>
    <p:fade/>
  </p:transition>
  <p:extLst>
    <p:ext uri="{DCECCB84-F9BA-43D5-87BE-67443E8EF086}">
      <p15:sldGuideLst xmlns:p15="http://schemas.microsoft.com/office/powerpoint/2012/main">
        <p15:guide id="1" pos="3749" userDrawn="1">
          <p15:clr>
            <a:srgbClr val="FBAE40"/>
          </p15:clr>
        </p15:guide>
        <p15:guide id="2" pos="397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svg"/><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695325" y="908720"/>
            <a:ext cx="10872788" cy="1080000"/>
          </a:xfrm>
          <a:prstGeom prst="rect">
            <a:avLst/>
          </a:prstGeom>
        </p:spPr>
        <p:txBody>
          <a:bodyPr vert="horz" lIns="0" tIns="0" rIns="0" bIns="36000" rtlCol="0" anchor="t" anchorCtr="0">
            <a:noAutofit/>
          </a:bodyPr>
          <a:lstStyle/>
          <a:p>
            <a:r>
              <a:rPr lang="de-DE" dirty="0"/>
              <a:t>Titelformat durch Klicken bearbeiten</a:t>
            </a:r>
          </a:p>
        </p:txBody>
      </p:sp>
      <p:sp>
        <p:nvSpPr>
          <p:cNvPr id="26" name="Foliennummernplatzhalter 5"/>
          <p:cNvSpPr>
            <a:spLocks noGrp="1"/>
          </p:cNvSpPr>
          <p:nvPr>
            <p:ph type="sldNum" sz="quarter" idx="4"/>
          </p:nvPr>
        </p:nvSpPr>
        <p:spPr bwMode="gray">
          <a:xfrm>
            <a:off x="11280745" y="6573600"/>
            <a:ext cx="647903"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b" anchorCtr="0"/>
          <a:lstStyle>
            <a:lvl1pPr algn="r">
              <a:defRPr lang="de-DE" sz="800" dirty="0">
                <a:solidFill>
                  <a:schemeClr val="tx1"/>
                </a:solidFill>
              </a:defRPr>
            </a:lvl1pPr>
            <a:lvl2pPr algn="r">
              <a:defRPr sz="900"/>
            </a:lvl2pPr>
            <a:lvl3pPr algn="r">
              <a:defRPr sz="900"/>
            </a:lvl3pPr>
            <a:lvl4pPr algn="r">
              <a:defRPr sz="900"/>
            </a:lvl4pPr>
            <a:lvl5pPr algn="r">
              <a:defRPr sz="900"/>
            </a:lvl5pPr>
            <a:lvl6pPr algn="r">
              <a:defRPr sz="900"/>
            </a:lvl6pPr>
            <a:lvl7pPr algn="r">
              <a:defRPr sz="900"/>
            </a:lvl7pPr>
            <a:lvl8pPr algn="r">
              <a:defRPr sz="900"/>
            </a:lvl8pPr>
            <a:lvl9pPr algn="r">
              <a:defRPr sz="900"/>
            </a:lvl9pPr>
          </a:lstStyle>
          <a:p>
            <a:r>
              <a:rPr lang="de-DE" dirty="0"/>
              <a:t>Seite </a:t>
            </a:r>
            <a:fld id="{DC907883-A228-4E41-A7BF-33DDF6A01B2A}" type="slidenum">
              <a:rPr lang="de-DE" smtClean="0"/>
              <a:pPr/>
              <a:t>‹Nr.›</a:t>
            </a:fld>
            <a:endParaRPr lang="de-DE" dirty="0"/>
          </a:p>
        </p:txBody>
      </p:sp>
      <p:sp>
        <p:nvSpPr>
          <p:cNvPr id="7" name="Textplatzhalter 6">
            <a:extLst>
              <a:ext uri="{FF2B5EF4-FFF2-40B4-BE49-F238E27FC236}">
                <a16:creationId xmlns:a16="http://schemas.microsoft.com/office/drawing/2014/main" id="{F69D50A5-715B-4050-9458-ED1C766405A1}"/>
              </a:ext>
            </a:extLst>
          </p:cNvPr>
          <p:cNvSpPr>
            <a:spLocks noGrp="1"/>
          </p:cNvSpPr>
          <p:nvPr>
            <p:ph type="body" idx="1"/>
          </p:nvPr>
        </p:nvSpPr>
        <p:spPr bwMode="gray">
          <a:xfrm>
            <a:off x="695324" y="2205037"/>
            <a:ext cx="10872789" cy="410400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p>
        </p:txBody>
      </p:sp>
      <p:grpSp>
        <p:nvGrpSpPr>
          <p:cNvPr id="17" name="Gruppieren 16">
            <a:extLst>
              <a:ext uri="{FF2B5EF4-FFF2-40B4-BE49-F238E27FC236}">
                <a16:creationId xmlns:a16="http://schemas.microsoft.com/office/drawing/2014/main" id="{14A9023D-30F4-4405-A4EC-EA9CF58E471B}"/>
              </a:ext>
              <a:ext uri="{C183D7F6-B498-43B3-948B-1728B52AA6E4}">
                <adec:decorative xmlns:adec="http://schemas.microsoft.com/office/drawing/2017/decorative" val="1"/>
              </a:ext>
            </a:extLst>
          </p:cNvPr>
          <p:cNvGrpSpPr/>
          <p:nvPr userDrawn="1"/>
        </p:nvGrpSpPr>
        <p:grpSpPr bwMode="gray">
          <a:xfrm>
            <a:off x="-202359" y="2205037"/>
            <a:ext cx="107972" cy="4104000"/>
            <a:chOff x="-202413" y="1628775"/>
            <a:chExt cx="108000" cy="4320225"/>
          </a:xfrm>
        </p:grpSpPr>
        <p:cxnSp>
          <p:nvCxnSpPr>
            <p:cNvPr id="59" name="Gerader Verbinder 58">
              <a:extLst>
                <a:ext uri="{FF2B5EF4-FFF2-40B4-BE49-F238E27FC236}">
                  <a16:creationId xmlns:a16="http://schemas.microsoft.com/office/drawing/2014/main" id="{680E9A38-1FA6-4E4E-846C-C9C6FC441DA6}"/>
                </a:ext>
              </a:extLst>
            </p:cNvPr>
            <p:cNvCxnSpPr/>
            <p:nvPr userDrawn="1"/>
          </p:nvCxnSpPr>
          <p:spPr bwMode="gray">
            <a:xfrm>
              <a:off x="-202413" y="1628775"/>
              <a:ext cx="108000"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6882E0B8-A655-41C2-99E4-CEB90A02F295}"/>
                </a:ext>
              </a:extLst>
            </p:cNvPr>
            <p:cNvCxnSpPr/>
            <p:nvPr userDrawn="1"/>
          </p:nvCxnSpPr>
          <p:spPr bwMode="gray">
            <a:xfrm>
              <a:off x="-202413" y="5949000"/>
              <a:ext cx="108000"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grpSp>
      <p:grpSp>
        <p:nvGrpSpPr>
          <p:cNvPr id="61" name="Gruppieren 60">
            <a:extLst>
              <a:ext uri="{FF2B5EF4-FFF2-40B4-BE49-F238E27FC236}">
                <a16:creationId xmlns:a16="http://schemas.microsoft.com/office/drawing/2014/main" id="{DE3107C7-32C0-444F-A0F8-D1D5EB20942C}"/>
              </a:ext>
              <a:ext uri="{C183D7F6-B498-43B3-948B-1728B52AA6E4}">
                <adec:decorative xmlns:adec="http://schemas.microsoft.com/office/drawing/2017/decorative" val="1"/>
              </a:ext>
            </a:extLst>
          </p:cNvPr>
          <p:cNvGrpSpPr/>
          <p:nvPr userDrawn="1"/>
        </p:nvGrpSpPr>
        <p:grpSpPr bwMode="gray">
          <a:xfrm>
            <a:off x="12286387" y="2205119"/>
            <a:ext cx="107972" cy="4104000"/>
            <a:chOff x="-202413" y="1628775"/>
            <a:chExt cx="108000" cy="4320225"/>
          </a:xfrm>
        </p:grpSpPr>
        <p:cxnSp>
          <p:nvCxnSpPr>
            <p:cNvPr id="62" name="Gerader Verbinder 61">
              <a:extLst>
                <a:ext uri="{FF2B5EF4-FFF2-40B4-BE49-F238E27FC236}">
                  <a16:creationId xmlns:a16="http://schemas.microsoft.com/office/drawing/2014/main" id="{01AA49F1-5A89-4F1D-9661-941B3B711A80}"/>
                </a:ext>
              </a:extLst>
            </p:cNvPr>
            <p:cNvCxnSpPr/>
            <p:nvPr userDrawn="1"/>
          </p:nvCxnSpPr>
          <p:spPr bwMode="gray">
            <a:xfrm>
              <a:off x="-202413" y="1628775"/>
              <a:ext cx="108000"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55B05A22-7F66-449F-88EF-BF576441E476}"/>
                </a:ext>
              </a:extLst>
            </p:cNvPr>
            <p:cNvCxnSpPr/>
            <p:nvPr userDrawn="1"/>
          </p:nvCxnSpPr>
          <p:spPr bwMode="gray">
            <a:xfrm>
              <a:off x="-202413" y="5949000"/>
              <a:ext cx="108000"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grpSp>
      <p:grpSp>
        <p:nvGrpSpPr>
          <p:cNvPr id="28" name="Gruppieren 27">
            <a:extLst>
              <a:ext uri="{FF2B5EF4-FFF2-40B4-BE49-F238E27FC236}">
                <a16:creationId xmlns:a16="http://schemas.microsoft.com/office/drawing/2014/main" id="{A1AC29F6-40B1-2FAF-FC36-ED9E0A6AA6FF}"/>
              </a:ext>
              <a:ext uri="{C183D7F6-B498-43B3-948B-1728B52AA6E4}">
                <adec:decorative xmlns:adec="http://schemas.microsoft.com/office/drawing/2017/decorative" val="1"/>
              </a:ext>
            </a:extLst>
          </p:cNvPr>
          <p:cNvGrpSpPr/>
          <p:nvPr userDrawn="1"/>
        </p:nvGrpSpPr>
        <p:grpSpPr bwMode="gray">
          <a:xfrm>
            <a:off x="695325" y="-315416"/>
            <a:ext cx="10874673" cy="180000"/>
            <a:chOff x="695325" y="-459432"/>
            <a:chExt cx="10874673" cy="216024"/>
          </a:xfrm>
          <a:solidFill>
            <a:schemeClr val="bg1"/>
          </a:solidFill>
        </p:grpSpPr>
        <p:sp>
          <p:nvSpPr>
            <p:cNvPr id="6" name="Rectangle 53">
              <a:extLst>
                <a:ext uri="{FF2B5EF4-FFF2-40B4-BE49-F238E27FC236}">
                  <a16:creationId xmlns:a16="http://schemas.microsoft.com/office/drawing/2014/main" id="{99AA2FCE-DB47-8DBB-484C-ABD6455F69BA}"/>
                </a:ext>
              </a:extLst>
            </p:cNvPr>
            <p:cNvSpPr/>
            <p:nvPr/>
          </p:nvSpPr>
          <p:spPr bwMode="gray">
            <a:xfrm>
              <a:off x="695325" y="-459432"/>
              <a:ext cx="576000" cy="216024"/>
            </a:xfrm>
            <a:prstGeom prst="rect">
              <a:avLst/>
            </a:prstGeom>
            <a:grpFill/>
            <a:ln w="6350" cap="flat" cmpd="sng" algn="ctr">
              <a:noFill/>
              <a:prstDash val="solid"/>
              <a:miter lim="800000"/>
            </a:ln>
            <a:effectLst/>
          </p:spPr>
          <p:txBody>
            <a:bodyPr rtlCol="0" anchor="ctr" anchorCtr="0"/>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dirty="0">
                  <a:ln>
                    <a:noFill/>
                  </a:ln>
                  <a:effectLst/>
                  <a:uLnTx/>
                  <a:uFillTx/>
                  <a:latin typeface="Sparkasse Lt" panose="020B0304050602020204" pitchFamily="34" charset="0"/>
                  <a:ea typeface="Open Sans Light" pitchFamily="2" charset="0"/>
                  <a:cs typeface="Open Sans Light" pitchFamily="2" charset="0"/>
                </a:rPr>
                <a:t>1,6 cm</a:t>
              </a:r>
            </a:p>
          </p:txBody>
        </p:sp>
        <p:sp>
          <p:nvSpPr>
            <p:cNvPr id="8" name="Rectangle 53">
              <a:extLst>
                <a:ext uri="{FF2B5EF4-FFF2-40B4-BE49-F238E27FC236}">
                  <a16:creationId xmlns:a16="http://schemas.microsoft.com/office/drawing/2014/main" id="{AC79905B-7E26-9107-436F-BDDD73BBBAFF}"/>
                </a:ext>
              </a:extLst>
            </p:cNvPr>
            <p:cNvSpPr/>
            <p:nvPr/>
          </p:nvSpPr>
          <p:spPr bwMode="gray">
            <a:xfrm>
              <a:off x="1631568" y="-459432"/>
              <a:ext cx="576000" cy="216024"/>
            </a:xfrm>
            <a:prstGeom prst="rect">
              <a:avLst/>
            </a:prstGeom>
            <a:grpFill/>
            <a:ln w="6350" cap="flat" cmpd="sng" algn="ctr">
              <a:noFill/>
              <a:prstDash val="solid"/>
              <a:miter lim="800000"/>
            </a:ln>
            <a:effectLst/>
          </p:spPr>
          <p:txBody>
            <a:bodyPr rtlCol="0" anchor="ctr" anchorCtr="0"/>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dirty="0">
                  <a:ln>
                    <a:noFill/>
                  </a:ln>
                  <a:effectLst/>
                  <a:uLnTx/>
                  <a:uFillTx/>
                  <a:latin typeface="Sparkasse Lt" panose="020B0304050602020204" pitchFamily="34" charset="0"/>
                  <a:ea typeface="Open Sans Light" pitchFamily="2" charset="0"/>
                  <a:cs typeface="Open Sans Light" pitchFamily="2" charset="0"/>
                </a:rPr>
                <a:t>1,6 cm</a:t>
              </a:r>
            </a:p>
          </p:txBody>
        </p:sp>
        <p:sp>
          <p:nvSpPr>
            <p:cNvPr id="11" name="Rectangle 53">
              <a:extLst>
                <a:ext uri="{FF2B5EF4-FFF2-40B4-BE49-F238E27FC236}">
                  <a16:creationId xmlns:a16="http://schemas.microsoft.com/office/drawing/2014/main" id="{7E677D1F-0175-79F7-1635-7DA87304F3C1}"/>
                </a:ext>
              </a:extLst>
            </p:cNvPr>
            <p:cNvSpPr/>
            <p:nvPr/>
          </p:nvSpPr>
          <p:spPr bwMode="gray">
            <a:xfrm>
              <a:off x="2567811" y="-459432"/>
              <a:ext cx="576000" cy="216024"/>
            </a:xfrm>
            <a:prstGeom prst="rect">
              <a:avLst/>
            </a:prstGeom>
            <a:grpFill/>
            <a:ln w="6350" cap="flat" cmpd="sng" algn="ctr">
              <a:noFill/>
              <a:prstDash val="solid"/>
              <a:miter lim="800000"/>
            </a:ln>
            <a:effectLst/>
          </p:spPr>
          <p:txBody>
            <a:bodyPr rtlCol="0" anchor="ctr" anchorCtr="0"/>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dirty="0">
                  <a:ln>
                    <a:noFill/>
                  </a:ln>
                  <a:effectLst/>
                  <a:uLnTx/>
                  <a:uFillTx/>
                  <a:latin typeface="Sparkasse Lt" panose="020B0304050602020204" pitchFamily="34" charset="0"/>
                  <a:ea typeface="Open Sans Light" pitchFamily="2" charset="0"/>
                  <a:cs typeface="Open Sans Light" pitchFamily="2" charset="0"/>
                </a:rPr>
                <a:t>1,6 cm</a:t>
              </a:r>
            </a:p>
          </p:txBody>
        </p:sp>
        <p:sp>
          <p:nvSpPr>
            <p:cNvPr id="14" name="Rectangle 53">
              <a:extLst>
                <a:ext uri="{FF2B5EF4-FFF2-40B4-BE49-F238E27FC236}">
                  <a16:creationId xmlns:a16="http://schemas.microsoft.com/office/drawing/2014/main" id="{637059BB-F333-0611-FFB2-59022C9562F0}"/>
                </a:ext>
              </a:extLst>
            </p:cNvPr>
            <p:cNvSpPr/>
            <p:nvPr/>
          </p:nvSpPr>
          <p:spPr bwMode="gray">
            <a:xfrm>
              <a:off x="3504054" y="-459432"/>
              <a:ext cx="576000" cy="216024"/>
            </a:xfrm>
            <a:prstGeom prst="rect">
              <a:avLst/>
            </a:prstGeom>
            <a:grpFill/>
            <a:ln w="6350" cap="flat" cmpd="sng" algn="ctr">
              <a:noFill/>
              <a:prstDash val="solid"/>
              <a:miter lim="800000"/>
            </a:ln>
            <a:effectLst/>
          </p:spPr>
          <p:txBody>
            <a:bodyPr rtlCol="0" anchor="ctr" anchorCtr="0"/>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dirty="0">
                  <a:ln>
                    <a:noFill/>
                  </a:ln>
                  <a:effectLst/>
                  <a:uLnTx/>
                  <a:uFillTx/>
                  <a:latin typeface="Sparkasse Lt" panose="020B0304050602020204" pitchFamily="34" charset="0"/>
                  <a:ea typeface="Open Sans Light" pitchFamily="2" charset="0"/>
                  <a:cs typeface="Open Sans Light" pitchFamily="2" charset="0"/>
                </a:rPr>
                <a:t>1,6 cm</a:t>
              </a:r>
            </a:p>
          </p:txBody>
        </p:sp>
        <p:sp>
          <p:nvSpPr>
            <p:cNvPr id="9" name="Rectangle 53">
              <a:extLst>
                <a:ext uri="{FF2B5EF4-FFF2-40B4-BE49-F238E27FC236}">
                  <a16:creationId xmlns:a16="http://schemas.microsoft.com/office/drawing/2014/main" id="{9C40E9F8-12FB-2872-C744-69E09DDAFA87}"/>
                </a:ext>
              </a:extLst>
            </p:cNvPr>
            <p:cNvSpPr/>
            <p:nvPr/>
          </p:nvSpPr>
          <p:spPr bwMode="gray">
            <a:xfrm>
              <a:off x="4440297" y="-459432"/>
              <a:ext cx="576000" cy="216024"/>
            </a:xfrm>
            <a:prstGeom prst="rect">
              <a:avLst/>
            </a:prstGeom>
            <a:grpFill/>
            <a:ln w="6350" cap="flat" cmpd="sng" algn="ctr">
              <a:noFill/>
              <a:prstDash val="solid"/>
              <a:miter lim="800000"/>
            </a:ln>
            <a:effectLst/>
          </p:spPr>
          <p:txBody>
            <a:bodyPr rtlCol="0" anchor="ctr" anchorCtr="0"/>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dirty="0">
                  <a:ln>
                    <a:noFill/>
                  </a:ln>
                  <a:effectLst/>
                  <a:uLnTx/>
                  <a:uFillTx/>
                  <a:latin typeface="Sparkasse Lt" panose="020B0304050602020204" pitchFamily="34" charset="0"/>
                  <a:ea typeface="Open Sans Light" pitchFamily="2" charset="0"/>
                  <a:cs typeface="Open Sans Light" pitchFamily="2" charset="0"/>
                </a:rPr>
                <a:t>1,6 cm</a:t>
              </a:r>
            </a:p>
          </p:txBody>
        </p:sp>
        <p:sp>
          <p:nvSpPr>
            <p:cNvPr id="10" name="Rectangle 53">
              <a:extLst>
                <a:ext uri="{FF2B5EF4-FFF2-40B4-BE49-F238E27FC236}">
                  <a16:creationId xmlns:a16="http://schemas.microsoft.com/office/drawing/2014/main" id="{2DF9E53A-601E-101B-3EB0-16A3810BAE34}"/>
                </a:ext>
              </a:extLst>
            </p:cNvPr>
            <p:cNvSpPr/>
            <p:nvPr/>
          </p:nvSpPr>
          <p:spPr bwMode="gray">
            <a:xfrm>
              <a:off x="5376540" y="-459432"/>
              <a:ext cx="576000" cy="216024"/>
            </a:xfrm>
            <a:prstGeom prst="rect">
              <a:avLst/>
            </a:prstGeom>
            <a:grpFill/>
            <a:ln w="6350" cap="flat" cmpd="sng" algn="ctr">
              <a:noFill/>
              <a:prstDash val="solid"/>
              <a:miter lim="800000"/>
            </a:ln>
            <a:effectLst/>
          </p:spPr>
          <p:txBody>
            <a:bodyPr rtlCol="0" anchor="ctr" anchorCtr="0"/>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dirty="0">
                  <a:ln>
                    <a:noFill/>
                  </a:ln>
                  <a:effectLst/>
                  <a:uLnTx/>
                  <a:uFillTx/>
                  <a:latin typeface="Sparkasse Lt" panose="020B0304050602020204" pitchFamily="34" charset="0"/>
                  <a:ea typeface="Open Sans Light" pitchFamily="2" charset="0"/>
                  <a:cs typeface="Open Sans Light" pitchFamily="2" charset="0"/>
                </a:rPr>
                <a:t>1,6 cm</a:t>
              </a:r>
            </a:p>
          </p:txBody>
        </p:sp>
        <p:sp>
          <p:nvSpPr>
            <p:cNvPr id="22" name="Rectangle 53">
              <a:extLst>
                <a:ext uri="{FF2B5EF4-FFF2-40B4-BE49-F238E27FC236}">
                  <a16:creationId xmlns:a16="http://schemas.microsoft.com/office/drawing/2014/main" id="{F46B7D56-1113-06E4-414F-3831BEED2EEF}"/>
                </a:ext>
              </a:extLst>
            </p:cNvPr>
            <p:cNvSpPr/>
            <p:nvPr/>
          </p:nvSpPr>
          <p:spPr bwMode="gray">
            <a:xfrm>
              <a:off x="6312783" y="-459432"/>
              <a:ext cx="576000" cy="216024"/>
            </a:xfrm>
            <a:prstGeom prst="rect">
              <a:avLst/>
            </a:prstGeom>
            <a:grpFill/>
            <a:ln w="6350" cap="flat" cmpd="sng" algn="ctr">
              <a:noFill/>
              <a:prstDash val="solid"/>
              <a:miter lim="800000"/>
            </a:ln>
            <a:effectLst/>
          </p:spPr>
          <p:txBody>
            <a:bodyPr rtlCol="0" anchor="ctr" anchorCtr="0"/>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dirty="0">
                  <a:ln>
                    <a:noFill/>
                  </a:ln>
                  <a:effectLst/>
                  <a:uLnTx/>
                  <a:uFillTx/>
                  <a:latin typeface="Sparkasse Lt" panose="020B0304050602020204" pitchFamily="34" charset="0"/>
                  <a:ea typeface="Open Sans Light" pitchFamily="2" charset="0"/>
                  <a:cs typeface="Open Sans Light" pitchFamily="2" charset="0"/>
                </a:rPr>
                <a:t>1,6 cm</a:t>
              </a:r>
            </a:p>
          </p:txBody>
        </p:sp>
        <p:sp>
          <p:nvSpPr>
            <p:cNvPr id="23" name="Rectangle 53">
              <a:extLst>
                <a:ext uri="{FF2B5EF4-FFF2-40B4-BE49-F238E27FC236}">
                  <a16:creationId xmlns:a16="http://schemas.microsoft.com/office/drawing/2014/main" id="{89C3298C-9595-A3F5-AFE7-C1239ED1B240}"/>
                </a:ext>
              </a:extLst>
            </p:cNvPr>
            <p:cNvSpPr/>
            <p:nvPr/>
          </p:nvSpPr>
          <p:spPr bwMode="gray">
            <a:xfrm>
              <a:off x="7249026" y="-459432"/>
              <a:ext cx="576000" cy="216024"/>
            </a:xfrm>
            <a:prstGeom prst="rect">
              <a:avLst/>
            </a:prstGeom>
            <a:grpFill/>
            <a:ln w="6350" cap="flat" cmpd="sng" algn="ctr">
              <a:noFill/>
              <a:prstDash val="solid"/>
              <a:miter lim="800000"/>
            </a:ln>
            <a:effectLst/>
          </p:spPr>
          <p:txBody>
            <a:bodyPr rtlCol="0" anchor="ctr" anchorCtr="0"/>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dirty="0">
                  <a:ln>
                    <a:noFill/>
                  </a:ln>
                  <a:effectLst/>
                  <a:uLnTx/>
                  <a:uFillTx/>
                  <a:latin typeface="Sparkasse Lt" panose="020B0304050602020204" pitchFamily="34" charset="0"/>
                  <a:ea typeface="Open Sans Light" pitchFamily="2" charset="0"/>
                  <a:cs typeface="Open Sans Light" pitchFamily="2" charset="0"/>
                </a:rPr>
                <a:t>1,6 cm</a:t>
              </a:r>
            </a:p>
          </p:txBody>
        </p:sp>
        <p:sp>
          <p:nvSpPr>
            <p:cNvPr id="13" name="Rectangle 53">
              <a:extLst>
                <a:ext uri="{FF2B5EF4-FFF2-40B4-BE49-F238E27FC236}">
                  <a16:creationId xmlns:a16="http://schemas.microsoft.com/office/drawing/2014/main" id="{7A78A135-67FF-287A-5C58-5C8C45AE2D6A}"/>
                </a:ext>
              </a:extLst>
            </p:cNvPr>
            <p:cNvSpPr/>
            <p:nvPr/>
          </p:nvSpPr>
          <p:spPr bwMode="gray">
            <a:xfrm>
              <a:off x="8185269" y="-459432"/>
              <a:ext cx="576000" cy="216024"/>
            </a:xfrm>
            <a:prstGeom prst="rect">
              <a:avLst/>
            </a:prstGeom>
            <a:grpFill/>
            <a:ln w="6350" cap="flat" cmpd="sng" algn="ctr">
              <a:noFill/>
              <a:prstDash val="solid"/>
              <a:miter lim="800000"/>
            </a:ln>
            <a:effectLst/>
          </p:spPr>
          <p:txBody>
            <a:bodyPr rtlCol="0" anchor="ctr" anchorCtr="0"/>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dirty="0">
                  <a:ln>
                    <a:noFill/>
                  </a:ln>
                  <a:effectLst/>
                  <a:uLnTx/>
                  <a:uFillTx/>
                  <a:latin typeface="Sparkasse Lt" panose="020B0304050602020204" pitchFamily="34" charset="0"/>
                  <a:ea typeface="Open Sans Light" pitchFamily="2" charset="0"/>
                  <a:cs typeface="Open Sans Light" pitchFamily="2" charset="0"/>
                </a:rPr>
                <a:t>1,6 cm</a:t>
              </a:r>
            </a:p>
          </p:txBody>
        </p:sp>
        <p:sp>
          <p:nvSpPr>
            <p:cNvPr id="25" name="Rectangle 53">
              <a:extLst>
                <a:ext uri="{FF2B5EF4-FFF2-40B4-BE49-F238E27FC236}">
                  <a16:creationId xmlns:a16="http://schemas.microsoft.com/office/drawing/2014/main" id="{C63B18DE-5BAB-8932-B072-F6C7777B68A1}"/>
                </a:ext>
              </a:extLst>
            </p:cNvPr>
            <p:cNvSpPr/>
            <p:nvPr/>
          </p:nvSpPr>
          <p:spPr bwMode="gray">
            <a:xfrm>
              <a:off x="9121512" y="-459432"/>
              <a:ext cx="576000" cy="216024"/>
            </a:xfrm>
            <a:prstGeom prst="rect">
              <a:avLst/>
            </a:prstGeom>
            <a:grpFill/>
            <a:ln w="6350" cap="flat" cmpd="sng" algn="ctr">
              <a:noFill/>
              <a:prstDash val="solid"/>
              <a:miter lim="800000"/>
            </a:ln>
            <a:effectLst/>
          </p:spPr>
          <p:txBody>
            <a:bodyPr rtlCol="0" anchor="ctr" anchorCtr="0"/>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dirty="0">
                  <a:ln>
                    <a:noFill/>
                  </a:ln>
                  <a:effectLst/>
                  <a:uLnTx/>
                  <a:uFillTx/>
                  <a:latin typeface="Sparkasse Lt" panose="020B0304050602020204" pitchFamily="34" charset="0"/>
                  <a:ea typeface="Open Sans Light" pitchFamily="2" charset="0"/>
                  <a:cs typeface="Open Sans Light" pitchFamily="2" charset="0"/>
                </a:rPr>
                <a:t>1,6 cm</a:t>
              </a:r>
            </a:p>
          </p:txBody>
        </p:sp>
        <p:sp>
          <p:nvSpPr>
            <p:cNvPr id="15" name="Rectangle 53">
              <a:extLst>
                <a:ext uri="{FF2B5EF4-FFF2-40B4-BE49-F238E27FC236}">
                  <a16:creationId xmlns:a16="http://schemas.microsoft.com/office/drawing/2014/main" id="{65C66371-DE40-52FC-AFD1-3C248C4A6542}"/>
                </a:ext>
              </a:extLst>
            </p:cNvPr>
            <p:cNvSpPr/>
            <p:nvPr/>
          </p:nvSpPr>
          <p:spPr bwMode="gray">
            <a:xfrm>
              <a:off x="10057755" y="-459432"/>
              <a:ext cx="576000" cy="216024"/>
            </a:xfrm>
            <a:prstGeom prst="rect">
              <a:avLst/>
            </a:prstGeom>
            <a:grpFill/>
            <a:ln w="6350" cap="flat" cmpd="sng" algn="ctr">
              <a:noFill/>
              <a:prstDash val="solid"/>
              <a:miter lim="800000"/>
            </a:ln>
            <a:effectLst/>
          </p:spPr>
          <p:txBody>
            <a:bodyPr rtlCol="0" anchor="ctr" anchorCtr="0"/>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dirty="0">
                  <a:ln>
                    <a:noFill/>
                  </a:ln>
                  <a:effectLst/>
                  <a:uLnTx/>
                  <a:uFillTx/>
                  <a:latin typeface="Sparkasse Lt" panose="020B0304050602020204" pitchFamily="34" charset="0"/>
                  <a:ea typeface="Open Sans Light" pitchFamily="2" charset="0"/>
                  <a:cs typeface="Open Sans Light" pitchFamily="2" charset="0"/>
                </a:rPr>
                <a:t>1,6 cm</a:t>
              </a:r>
            </a:p>
          </p:txBody>
        </p:sp>
        <p:sp>
          <p:nvSpPr>
            <p:cNvPr id="19" name="Rectangle 53">
              <a:extLst>
                <a:ext uri="{FF2B5EF4-FFF2-40B4-BE49-F238E27FC236}">
                  <a16:creationId xmlns:a16="http://schemas.microsoft.com/office/drawing/2014/main" id="{065AAF03-141D-F38A-8DA9-60CB3B1BA975}"/>
                </a:ext>
              </a:extLst>
            </p:cNvPr>
            <p:cNvSpPr/>
            <p:nvPr/>
          </p:nvSpPr>
          <p:spPr bwMode="gray">
            <a:xfrm>
              <a:off x="10993998" y="-459432"/>
              <a:ext cx="576000" cy="216024"/>
            </a:xfrm>
            <a:prstGeom prst="rect">
              <a:avLst/>
            </a:prstGeom>
            <a:grpFill/>
            <a:ln w="6350" cap="flat" cmpd="sng" algn="ctr">
              <a:noFill/>
              <a:prstDash val="solid"/>
              <a:miter lim="800000"/>
            </a:ln>
            <a:effectLst/>
          </p:spPr>
          <p:txBody>
            <a:bodyPr rtlCol="0" anchor="ctr" anchorCtr="0"/>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dirty="0">
                  <a:ln>
                    <a:noFill/>
                  </a:ln>
                  <a:effectLst/>
                  <a:uLnTx/>
                  <a:uFillTx/>
                  <a:latin typeface="Sparkasse Lt" panose="020B0304050602020204" pitchFamily="34" charset="0"/>
                  <a:ea typeface="Open Sans Light" pitchFamily="2" charset="0"/>
                  <a:cs typeface="Open Sans Light" pitchFamily="2" charset="0"/>
                </a:rPr>
                <a:t>1,6 cm</a:t>
              </a:r>
            </a:p>
          </p:txBody>
        </p:sp>
      </p:grpSp>
      <p:pic>
        <p:nvPicPr>
          <p:cNvPr id="12" name="Grafik 11">
            <a:extLst>
              <a:ext uri="{FF2B5EF4-FFF2-40B4-BE49-F238E27FC236}">
                <a16:creationId xmlns:a16="http://schemas.microsoft.com/office/drawing/2014/main" id="{FB4A2B2C-F9B0-ED8B-0288-940FC4DB00F6}"/>
              </a:ext>
              <a:ext uri="{C183D7F6-B498-43B3-948B-1728B52AA6E4}">
                <adec:decorative xmlns:adec="http://schemas.microsoft.com/office/drawing/2017/decorative" val="1"/>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bwMode="gray">
          <a:xfrm>
            <a:off x="11568608" y="260688"/>
            <a:ext cx="360000" cy="360000"/>
          </a:xfrm>
          <a:prstGeom prst="rect">
            <a:avLst/>
          </a:prstGeom>
        </p:spPr>
      </p:pic>
      <p:sp>
        <p:nvSpPr>
          <p:cNvPr id="3" name="FI_Klassifizierung" hidden="1">
            <a:extLst>
              <a:ext uri="{FF2B5EF4-FFF2-40B4-BE49-F238E27FC236}">
                <a16:creationId xmlns:a16="http://schemas.microsoft.com/office/drawing/2014/main" id="{314CDDD9-7942-D542-FE9E-C2483D8392BF}"/>
              </a:ext>
            </a:extLst>
          </p:cNvPr>
          <p:cNvSpPr txBox="1">
            <a:spLocks/>
          </p:cNvSpPr>
          <p:nvPr userDrawn="1"/>
        </p:nvSpPr>
        <p:spPr bwMode="gray">
          <a:xfrm>
            <a:off x="2135646" y="6453352"/>
            <a:ext cx="1440000" cy="144000"/>
          </a:xfrm>
          <a:prstGeom prst="rect">
            <a:avLst/>
          </a:prstGeom>
        </p:spPr>
        <p:txBody>
          <a:bodyPr vert="horz" wrap="none" lIns="0" tIns="0" rIns="0" bIns="0" rtlCol="0" anchor="b" anchorCtr="0"/>
          <a:lstStyle>
            <a:defPPr>
              <a:defRPr lang="en-US"/>
            </a:defPPr>
            <a:lvl1pPr marL="0" indent="0" algn="l" defTabSz="914115" rtl="0" eaLnBrk="1" latinLnBrk="0" hangingPunct="1">
              <a:lnSpc>
                <a:spcPct val="110000"/>
              </a:lnSpc>
              <a:spcBef>
                <a:spcPts val="0"/>
              </a:spcBef>
              <a:spcAft>
                <a:spcPts val="600"/>
              </a:spcAft>
              <a:buFont typeface="Arial" pitchFamily="34" charset="0"/>
              <a:buNone/>
              <a:defRPr sz="800" b="0" kern="1200">
                <a:solidFill>
                  <a:schemeClr val="tx1"/>
                </a:solidFill>
                <a:latin typeface="+mn-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a:lstStyle>
          <a:p>
            <a:pPr lvl="0" algn="l">
              <a:lnSpc>
                <a:spcPct val="100000"/>
              </a:lnSpc>
              <a:spcAft>
                <a:spcPts val="0"/>
              </a:spcAft>
            </a:pPr>
            <a:r>
              <a:rPr lang="de-DE" b="0" dirty="0">
                <a:solidFill>
                  <a:schemeClr val="tx1"/>
                </a:solidFill>
              </a:rPr>
              <a:t>Intern</a:t>
            </a:r>
          </a:p>
        </p:txBody>
      </p:sp>
      <p:sp>
        <p:nvSpPr>
          <p:cNvPr id="5" name="FI_Copyright">
            <a:extLst>
              <a:ext uri="{FF2B5EF4-FFF2-40B4-BE49-F238E27FC236}">
                <a16:creationId xmlns:a16="http://schemas.microsoft.com/office/drawing/2014/main" id="{A05EEFFB-CAF0-7872-925C-EB5FB2D08C24}"/>
              </a:ext>
            </a:extLst>
          </p:cNvPr>
          <p:cNvSpPr txBox="1">
            <a:spLocks/>
          </p:cNvSpPr>
          <p:nvPr userDrawn="1"/>
        </p:nvSpPr>
        <p:spPr bwMode="gray">
          <a:xfrm>
            <a:off x="263352" y="6573600"/>
            <a:ext cx="1224000" cy="144000"/>
          </a:xfrm>
          <a:prstGeom prst="rect">
            <a:avLst/>
          </a:prstGeom>
        </p:spPr>
        <p:txBody>
          <a:bodyPr vert="horz" wrap="none" lIns="0" tIns="0" rIns="0" bIns="0" rtlCol="0" anchor="b" anchorCtr="0"/>
          <a:lstStyle>
            <a:defPPr>
              <a:defRPr lang="en-US"/>
            </a:defPPr>
            <a:lvl1pPr marL="0" indent="0" algn="l" defTabSz="914115" rtl="0" eaLnBrk="1" latinLnBrk="0" hangingPunct="1">
              <a:lnSpc>
                <a:spcPct val="110000"/>
              </a:lnSpc>
              <a:spcBef>
                <a:spcPts val="0"/>
              </a:spcBef>
              <a:spcAft>
                <a:spcPts val="600"/>
              </a:spcAft>
              <a:buFont typeface="Arial" pitchFamily="34" charset="0"/>
              <a:buNone/>
              <a:defRPr sz="800" b="0" kern="1200">
                <a:solidFill>
                  <a:schemeClr val="tx1"/>
                </a:solidFill>
                <a:latin typeface="+mn-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a:lstStyle>
          <a:p>
            <a:pPr algn="l"/>
            <a:r>
              <a:rPr lang="de-DE" b="0" dirty="0">
                <a:solidFill>
                  <a:schemeClr val="tx1"/>
                </a:solidFill>
              </a:rPr>
              <a:t>© Finanz Informatik </a:t>
            </a:r>
            <a:fld id="{110D32FB-883E-4E31-8B1F-13B1BF8E004F}" type="datetimeyyyy">
              <a:rPr lang="de-DE" b="0" smtClean="0">
                <a:solidFill>
                  <a:schemeClr val="tx1"/>
                </a:solidFill>
              </a:rPr>
              <a:t>2026</a:t>
            </a:fld>
            <a:endParaRPr lang="de-DE" b="0" dirty="0">
              <a:solidFill>
                <a:schemeClr val="tx1"/>
              </a:solidFill>
            </a:endParaRPr>
          </a:p>
        </p:txBody>
      </p:sp>
      <p:sp>
        <p:nvSpPr>
          <p:cNvPr id="4" name="Datumsplatzhalter 3">
            <a:extLst>
              <a:ext uri="{FF2B5EF4-FFF2-40B4-BE49-F238E27FC236}">
                <a16:creationId xmlns:a16="http://schemas.microsoft.com/office/drawing/2014/main" id="{ED6ED3F2-0904-81BA-4AB4-15480F2EA762}"/>
              </a:ext>
            </a:extLst>
          </p:cNvPr>
          <p:cNvSpPr>
            <a:spLocks noGrp="1"/>
          </p:cNvSpPr>
          <p:nvPr>
            <p:ph type="dt" sz="half" idx="2"/>
          </p:nvPr>
        </p:nvSpPr>
        <p:spPr bwMode="gray">
          <a:xfrm>
            <a:off x="1559656" y="6573600"/>
            <a:ext cx="1944000" cy="144000"/>
          </a:xfrm>
          <a:prstGeom prst="rect">
            <a:avLst/>
          </a:prstGeom>
          <a:noFill/>
        </p:spPr>
        <p:txBody>
          <a:bodyPr vert="horz" lIns="0" tIns="0" rIns="0" bIns="0" rtlCol="0" anchor="b" anchorCtr="0"/>
          <a:lstStyle>
            <a:lvl1pPr algn="l">
              <a:defRPr sz="800">
                <a:solidFill>
                  <a:schemeClr val="tx1"/>
                </a:solidFill>
                <a:latin typeface="+mn-lt"/>
              </a:defRPr>
            </a:lvl1pPr>
          </a:lstStyle>
          <a:p>
            <a:r>
              <a:rPr lang="de-DE"/>
              <a:t>Intern, TT.MM.JJJJ</a:t>
            </a:r>
            <a:endParaRPr lang="de-DE" sz="800" dirty="0"/>
          </a:p>
        </p:txBody>
      </p:sp>
    </p:spTree>
    <p:extLst>
      <p:ext uri="{BB962C8B-B14F-4D97-AF65-F5344CB8AC3E}">
        <p14:creationId xmlns:p14="http://schemas.microsoft.com/office/powerpoint/2010/main" val="447887000"/>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 id="2147483860" r:id="rId12"/>
    <p:sldLayoutId id="2147483861" r:id="rId13"/>
    <p:sldLayoutId id="2147483862" r:id="rId14"/>
    <p:sldLayoutId id="2147483884" r:id="rId15"/>
    <p:sldLayoutId id="2147483863" r:id="rId16"/>
    <p:sldLayoutId id="2147483864" r:id="rId17"/>
    <p:sldLayoutId id="2147483865" r:id="rId18"/>
    <p:sldLayoutId id="2147483866" r:id="rId19"/>
    <p:sldLayoutId id="2147483867" r:id="rId20"/>
    <p:sldLayoutId id="2147483868" r:id="rId21"/>
    <p:sldLayoutId id="2147483869" r:id="rId22"/>
    <p:sldLayoutId id="2147483870" r:id="rId23"/>
    <p:sldLayoutId id="2147483871" r:id="rId24"/>
    <p:sldLayoutId id="2147483872" r:id="rId25"/>
    <p:sldLayoutId id="2147483873" r:id="rId26"/>
    <p:sldLayoutId id="2147483874" r:id="rId27"/>
    <p:sldLayoutId id="2147483875" r:id="rId28"/>
    <p:sldLayoutId id="2147483876" r:id="rId29"/>
    <p:sldLayoutId id="2147483877" r:id="rId30"/>
    <p:sldLayoutId id="2147483878" r:id="rId31"/>
    <p:sldLayoutId id="2147483879" r:id="rId32"/>
    <p:sldLayoutId id="2147483880" r:id="rId33"/>
    <p:sldLayoutId id="2147483881" r:id="rId34"/>
    <p:sldLayoutId id="2147483883" r:id="rId35"/>
    <p:sldLayoutId id="2147483882" r:id="rId36"/>
  </p:sldLayoutIdLst>
  <p:transition>
    <p:fade/>
  </p:transition>
  <p:hf hdr="0"/>
  <p:txStyles>
    <p:titleStyle>
      <a:lvl1pPr marL="0" algn="l" defTabSz="914115" rtl="0" eaLnBrk="1" latinLnBrk="0" hangingPunct="1">
        <a:lnSpc>
          <a:spcPct val="95000"/>
        </a:lnSpc>
        <a:spcBef>
          <a:spcPct val="0"/>
        </a:spcBef>
        <a:buNone/>
        <a:tabLst>
          <a:tab pos="8061482" algn="r"/>
        </a:tabLst>
        <a:defRPr lang="de-DE" sz="3600" b="0" kern="1200" dirty="0">
          <a:solidFill>
            <a:schemeClr val="bg2"/>
          </a:solidFill>
          <a:latin typeface="+mj-lt"/>
          <a:ea typeface="+mj-ea"/>
          <a:cs typeface="+mj-cs"/>
        </a:defRPr>
      </a:lvl1pPr>
    </p:titleStyle>
    <p:body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tx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de-DE"/>
      </a:defPPr>
      <a:lvl1pPr marL="0" algn="l" defTabSz="914115" rtl="0" eaLnBrk="1" latinLnBrk="0" hangingPunct="1">
        <a:defRPr sz="1600" kern="1200">
          <a:solidFill>
            <a:schemeClr val="tx1"/>
          </a:solidFill>
          <a:latin typeface="+mn-lt"/>
          <a:ea typeface="+mn-ea"/>
          <a:cs typeface="+mn-cs"/>
        </a:defRPr>
      </a:lvl1pPr>
      <a:lvl2pPr marL="457058" algn="l" defTabSz="914115" rtl="0" eaLnBrk="1" latinLnBrk="0" hangingPunct="1">
        <a:defRPr sz="1600" kern="1200">
          <a:solidFill>
            <a:schemeClr val="tx1"/>
          </a:solidFill>
          <a:latin typeface="+mn-lt"/>
          <a:ea typeface="+mn-ea"/>
          <a:cs typeface="+mn-cs"/>
        </a:defRPr>
      </a:lvl2pPr>
      <a:lvl3pPr marL="914115" algn="l" defTabSz="914115" rtl="0" eaLnBrk="1" latinLnBrk="0" hangingPunct="1">
        <a:defRPr sz="1600" kern="1200">
          <a:solidFill>
            <a:schemeClr val="tx1"/>
          </a:solidFill>
          <a:latin typeface="+mn-lt"/>
          <a:ea typeface="+mn-ea"/>
          <a:cs typeface="+mn-cs"/>
        </a:defRPr>
      </a:lvl3pPr>
      <a:lvl4pPr marL="1371172" algn="l" defTabSz="914115" rtl="0" eaLnBrk="1" latinLnBrk="0" hangingPunct="1">
        <a:defRPr sz="1600" kern="1200">
          <a:solidFill>
            <a:schemeClr val="tx1"/>
          </a:solidFill>
          <a:latin typeface="+mn-lt"/>
          <a:ea typeface="+mn-ea"/>
          <a:cs typeface="+mn-cs"/>
        </a:defRPr>
      </a:lvl4pPr>
      <a:lvl5pPr marL="1828228" algn="l" defTabSz="914115" rtl="0" eaLnBrk="1" latinLnBrk="0" hangingPunct="1">
        <a:defRPr sz="1600" kern="1200">
          <a:solidFill>
            <a:schemeClr val="tx1"/>
          </a:solidFill>
          <a:latin typeface="+mn-lt"/>
          <a:ea typeface="+mn-ea"/>
          <a:cs typeface="+mn-cs"/>
        </a:defRPr>
      </a:lvl5pPr>
      <a:lvl6pPr marL="2285286" algn="l" defTabSz="914115" rtl="0" eaLnBrk="1" latinLnBrk="0" hangingPunct="1">
        <a:defRPr sz="1600" kern="1200">
          <a:solidFill>
            <a:schemeClr val="tx1"/>
          </a:solidFill>
          <a:latin typeface="+mn-lt"/>
          <a:ea typeface="+mn-ea"/>
          <a:cs typeface="+mn-cs"/>
        </a:defRPr>
      </a:lvl6pPr>
      <a:lvl7pPr marL="2742343" algn="l" defTabSz="914115" rtl="0" eaLnBrk="1" latinLnBrk="0" hangingPunct="1">
        <a:defRPr sz="1600" kern="1200">
          <a:solidFill>
            <a:schemeClr val="tx1"/>
          </a:solidFill>
          <a:latin typeface="+mn-lt"/>
          <a:ea typeface="+mn-ea"/>
          <a:cs typeface="+mn-cs"/>
        </a:defRPr>
      </a:lvl7pPr>
      <a:lvl8pPr marL="3199401" algn="l" defTabSz="914115" rtl="0" eaLnBrk="1" latinLnBrk="0" hangingPunct="1">
        <a:defRPr sz="1600" kern="1200">
          <a:solidFill>
            <a:schemeClr val="tx1"/>
          </a:solidFill>
          <a:latin typeface="+mn-lt"/>
          <a:ea typeface="+mn-ea"/>
          <a:cs typeface="+mn-cs"/>
        </a:defRPr>
      </a:lvl8pPr>
      <a:lvl9pPr marL="3656458" algn="l" defTabSz="914115" rtl="0" eaLnBrk="1" latinLnBrk="0" hangingPunct="1">
        <a:defRPr sz="1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89">
          <p15:clr>
            <a:srgbClr val="F26B43"/>
          </p15:clr>
        </p15:guide>
        <p15:guide id="3" orient="horz" pos="3974">
          <p15:clr>
            <a:srgbClr val="F26B43"/>
          </p15:clr>
        </p15:guide>
        <p15:guide id="4" pos="438">
          <p15:clr>
            <a:srgbClr val="F26B43"/>
          </p15:clr>
        </p15:guide>
        <p15:guide id="5" pos="7287">
          <p15:clr>
            <a:srgbClr val="F26B43"/>
          </p15:clr>
        </p15:guide>
        <p15:guide id="6" orient="horz" pos="572">
          <p15:clr>
            <a:srgbClr val="F26B43"/>
          </p15:clr>
        </p15:guide>
        <p15:guide id="7" pos="166" userDrawn="1">
          <p15:clr>
            <a:srgbClr val="F26B43"/>
          </p15:clr>
        </p15:guide>
        <p15:guide id="8" pos="7514"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adonisnp.intern/?repoid=34179af7-a38c-49e7-ab88-3056a413463a&amp;id=99992bc1-fbec-4955-805e-c8877d2ee4ba&amp;libObjID=f803b58d-9ade-4e59-9c85-193af44d5461&amp;at=0&amp;rid=99992bc1-fbec-4955-805e-c8877d2ee4ba&amp;t=nb" TargetMode="External"/><Relationship Id="rId7"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22.png"/><Relationship Id="rId5" Type="http://schemas.microsoft.com/office/2007/relationships/hdphoto" Target="../media/hdphoto1.wdp"/><Relationship Id="rId10" Type="http://schemas.openxmlformats.org/officeDocument/2006/relationships/image" Target="../media/image25.png"/><Relationship Id="rId4" Type="http://schemas.openxmlformats.org/officeDocument/2006/relationships/image" Target="../media/image21.png"/><Relationship Id="rId9" Type="http://schemas.microsoft.com/office/2007/relationships/hdphoto" Target="../media/hdphoto2.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svg"/><Relationship Id="rId18" Type="http://schemas.openxmlformats.org/officeDocument/2006/relationships/image" Target="../media/image42.png"/><Relationship Id="rId3" Type="http://schemas.openxmlformats.org/officeDocument/2006/relationships/image" Target="../media/image27.png"/><Relationship Id="rId7" Type="http://schemas.openxmlformats.org/officeDocument/2006/relationships/image" Target="../media/image31.svg"/><Relationship Id="rId12" Type="http://schemas.openxmlformats.org/officeDocument/2006/relationships/image" Target="../media/image36.png"/><Relationship Id="rId17" Type="http://schemas.openxmlformats.org/officeDocument/2006/relationships/image" Target="../media/image41.svg"/><Relationship Id="rId2" Type="http://schemas.openxmlformats.org/officeDocument/2006/relationships/image" Target="../media/image26.png"/><Relationship Id="rId16" Type="http://schemas.openxmlformats.org/officeDocument/2006/relationships/image" Target="../media/image40.png"/><Relationship Id="rId1" Type="http://schemas.openxmlformats.org/officeDocument/2006/relationships/slideLayout" Target="../slideLayouts/slideLayout10.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5" Type="http://schemas.openxmlformats.org/officeDocument/2006/relationships/image" Target="../media/image39.svg"/><Relationship Id="rId10" Type="http://schemas.openxmlformats.org/officeDocument/2006/relationships/image" Target="../media/image34.png"/><Relationship Id="rId19" Type="http://schemas.openxmlformats.org/officeDocument/2006/relationships/image" Target="../media/image43.svg"/><Relationship Id="rId4" Type="http://schemas.openxmlformats.org/officeDocument/2006/relationships/image" Target="../media/image28.png"/><Relationship Id="rId9" Type="http://schemas.openxmlformats.org/officeDocument/2006/relationships/image" Target="../media/image33.svg"/><Relationship Id="rId14" Type="http://schemas.openxmlformats.org/officeDocument/2006/relationships/image" Target="../media/image3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Textplatzhalter 18">
            <a:extLst>
              <a:ext uri="{FF2B5EF4-FFF2-40B4-BE49-F238E27FC236}">
                <a16:creationId xmlns:a16="http://schemas.microsoft.com/office/drawing/2014/main" id="{CF58A8EB-0195-A06D-3036-4D82340AEE37}"/>
              </a:ext>
            </a:extLst>
          </p:cNvPr>
          <p:cNvSpPr>
            <a:spLocks noGrp="1"/>
          </p:cNvSpPr>
          <p:nvPr>
            <p:ph type="body" sz="quarter" idx="26"/>
          </p:nvPr>
        </p:nvSpPr>
        <p:spPr bwMode="gray">
          <a:xfrm>
            <a:off x="695401" y="548680"/>
            <a:ext cx="10296000" cy="288000"/>
          </a:xfrm>
        </p:spPr>
        <p:txBody>
          <a:bodyPr/>
          <a:lstStyle/>
          <a:p>
            <a:r>
              <a:rPr lang="de-DE" dirty="0"/>
              <a:t>Wichtige Vorabinformation</a:t>
            </a:r>
          </a:p>
        </p:txBody>
      </p:sp>
      <p:sp>
        <p:nvSpPr>
          <p:cNvPr id="18" name="Titel 17">
            <a:extLst>
              <a:ext uri="{FF2B5EF4-FFF2-40B4-BE49-F238E27FC236}">
                <a16:creationId xmlns:a16="http://schemas.microsoft.com/office/drawing/2014/main" id="{4C8A7DB6-BBB2-3339-EF74-A081D01C5F86}"/>
              </a:ext>
            </a:extLst>
          </p:cNvPr>
          <p:cNvSpPr>
            <a:spLocks noGrp="1"/>
          </p:cNvSpPr>
          <p:nvPr>
            <p:ph type="title"/>
          </p:nvPr>
        </p:nvSpPr>
        <p:spPr bwMode="gray">
          <a:xfrm>
            <a:off x="695325" y="908720"/>
            <a:ext cx="10872788" cy="576064"/>
          </a:xfrm>
        </p:spPr>
        <p:txBody>
          <a:bodyPr/>
          <a:lstStyle/>
          <a:p>
            <a:r>
              <a:rPr lang="de-DE" dirty="0"/>
              <a:t>Klassifizierung der Präsentation</a:t>
            </a:r>
          </a:p>
        </p:txBody>
      </p:sp>
      <p:sp>
        <p:nvSpPr>
          <p:cNvPr id="20" name="Textplatzhalter 19">
            <a:extLst>
              <a:ext uri="{FF2B5EF4-FFF2-40B4-BE49-F238E27FC236}">
                <a16:creationId xmlns:a16="http://schemas.microsoft.com/office/drawing/2014/main" id="{B6604A09-57BC-C871-0D5C-24DDE350B9E2}"/>
              </a:ext>
            </a:extLst>
          </p:cNvPr>
          <p:cNvSpPr>
            <a:spLocks noGrp="1"/>
          </p:cNvSpPr>
          <p:nvPr>
            <p:ph type="body" sz="quarter" idx="27"/>
          </p:nvPr>
        </p:nvSpPr>
        <p:spPr bwMode="gray">
          <a:xfrm>
            <a:off x="695401" y="1484784"/>
            <a:ext cx="10872712" cy="504000"/>
          </a:xfrm>
        </p:spPr>
        <p:txBody>
          <a:bodyPr/>
          <a:lstStyle/>
          <a:p>
            <a:r>
              <a:rPr lang="de-DE" dirty="0"/>
              <a:t>Sensitivitätsstufe und Angaben zum Adressatenkreis</a:t>
            </a:r>
          </a:p>
        </p:txBody>
      </p:sp>
      <p:sp>
        <p:nvSpPr>
          <p:cNvPr id="90" name="Foliennummernplatzhalter 89">
            <a:extLst>
              <a:ext uri="{FF2B5EF4-FFF2-40B4-BE49-F238E27FC236}">
                <a16:creationId xmlns:a16="http://schemas.microsoft.com/office/drawing/2014/main" id="{674F1C18-1299-3215-B7E7-C60245FBAC55}"/>
              </a:ext>
            </a:extLst>
          </p:cNvPr>
          <p:cNvSpPr>
            <a:spLocks noGrp="1"/>
          </p:cNvSpPr>
          <p:nvPr>
            <p:ph type="sldNum" sz="quarter" idx="24"/>
          </p:nvPr>
        </p:nvSpPr>
        <p:spPr bwMode="gray">
          <a:xfrm>
            <a:off x="11280745" y="6573600"/>
            <a:ext cx="647903" cy="144000"/>
          </a:xfrm>
        </p:spPr>
        <p:txBody>
          <a:bodyPr/>
          <a:lstStyle/>
          <a:p>
            <a:r>
              <a:rPr lang="de-DE" dirty="0"/>
              <a:t>Seite </a:t>
            </a:r>
            <a:fld id="{DC907883-A228-4E41-A7BF-33DDF6A01B2A}" type="slidenum">
              <a:rPr lang="de-DE" smtClean="0"/>
              <a:pPr/>
              <a:t>1</a:t>
            </a:fld>
            <a:endParaRPr lang="de-DE" dirty="0"/>
          </a:p>
        </p:txBody>
      </p:sp>
      <p:sp>
        <p:nvSpPr>
          <p:cNvPr id="17" name="Datumsplatzhalter 16">
            <a:extLst>
              <a:ext uri="{FF2B5EF4-FFF2-40B4-BE49-F238E27FC236}">
                <a16:creationId xmlns:a16="http://schemas.microsoft.com/office/drawing/2014/main" id="{01E9B978-6A0E-85C4-0BE8-42AC58B3B179}"/>
              </a:ext>
            </a:extLst>
          </p:cNvPr>
          <p:cNvSpPr>
            <a:spLocks noGrp="1"/>
          </p:cNvSpPr>
          <p:nvPr>
            <p:ph type="dt" sz="half" idx="29"/>
          </p:nvPr>
        </p:nvSpPr>
        <p:spPr bwMode="gray">
          <a:xfrm>
            <a:off x="1559656" y="6573600"/>
            <a:ext cx="1944000" cy="144000"/>
          </a:xfrm>
        </p:spPr>
        <p:txBody>
          <a:bodyPr/>
          <a:lstStyle/>
          <a:p>
            <a:r>
              <a:rPr lang="de-DE" dirty="0"/>
              <a:t>Intern, TT.MM.JJJJ</a:t>
            </a:r>
          </a:p>
        </p:txBody>
      </p:sp>
      <p:sp>
        <p:nvSpPr>
          <p:cNvPr id="21" name="Textplatzhalter 6">
            <a:extLst>
              <a:ext uri="{FF2B5EF4-FFF2-40B4-BE49-F238E27FC236}">
                <a16:creationId xmlns:a16="http://schemas.microsoft.com/office/drawing/2014/main" id="{0AD54B2D-C7AA-C440-45AE-F2B0E4F03D15}"/>
              </a:ext>
            </a:extLst>
          </p:cNvPr>
          <p:cNvSpPr txBox="1">
            <a:spLocks/>
          </p:cNvSpPr>
          <p:nvPr/>
        </p:nvSpPr>
        <p:spPr bwMode="gray">
          <a:xfrm>
            <a:off x="705546" y="2205038"/>
            <a:ext cx="6048000" cy="4103686"/>
          </a:xfrm>
          <a:prstGeom prst="rect">
            <a:avLst/>
          </a:prstGeom>
        </p:spPr>
        <p:txBody>
          <a:bodyPr vert="horz" lIns="0" tIns="0" rIns="0" bIns="0" rtlCol="0">
            <a:noAutofit/>
          </a:bodyPr>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tx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a:lstStyle>
          <a:p>
            <a:pPr lvl="6"/>
            <a:r>
              <a:rPr lang="de-DE" dirty="0"/>
              <a:t>Vor dem Verteilen bzw. Halten der Präsentation muss die Sensitivitätsstufe der Unterlage für die gesamte Präsentation eingestellt werden. Ergänzend dazu muss auch der Adressatenkreis enthalten sein. </a:t>
            </a:r>
          </a:p>
          <a:p>
            <a:pPr lvl="6"/>
            <a:r>
              <a:rPr lang="de-DE" dirty="0"/>
              <a:t>Dafür ist eine </a:t>
            </a:r>
            <a:r>
              <a:rPr lang="de-DE" dirty="0" err="1"/>
              <a:t>Disclaimerseite</a:t>
            </a:r>
            <a:r>
              <a:rPr lang="de-DE" dirty="0"/>
              <a:t> angelegt, </a:t>
            </a:r>
            <a:r>
              <a:rPr lang="de-DE" dirty="0">
                <a:latin typeface="+mj-lt"/>
              </a:rPr>
              <a:t>die in jeder Präsentation, direkt nach der Titelfolie, enthalten sein muss</a:t>
            </a:r>
            <a:r>
              <a:rPr lang="de-DE" dirty="0"/>
              <a:t>. Um die Angaben zu machen, gehen Sie bitte zunächst auf diese Seite </a:t>
            </a:r>
            <a:br>
              <a:rPr lang="de-DE" dirty="0"/>
            </a:br>
            <a:r>
              <a:rPr lang="de-DE" dirty="0"/>
              <a:t>und gehen dann wie folgt vor:</a:t>
            </a:r>
          </a:p>
          <a:p>
            <a:pPr marL="361950" lvl="6"/>
            <a:r>
              <a:rPr lang="de-DE" dirty="0"/>
              <a:t>Klicken Sie im Menü „Einfügen“ auf den Befehl </a:t>
            </a:r>
            <a:r>
              <a:rPr lang="de-DE" dirty="0">
                <a:latin typeface="+mj-lt"/>
              </a:rPr>
              <a:t>„Kopf- und Fußzeile“</a:t>
            </a:r>
          </a:p>
          <a:p>
            <a:pPr marL="361950" lvl="6"/>
            <a:r>
              <a:rPr lang="de-DE" dirty="0"/>
              <a:t>Im Reiter „Folie“ dann </a:t>
            </a:r>
            <a:r>
              <a:rPr lang="de-DE" dirty="0">
                <a:latin typeface="+mj-lt"/>
              </a:rPr>
              <a:t>unter „Datum und Uhrzeit“ </a:t>
            </a:r>
            <a:r>
              <a:rPr lang="de-DE" dirty="0"/>
              <a:t>und „Fest“ im Textfeld die </a:t>
            </a:r>
            <a:r>
              <a:rPr lang="de-DE" dirty="0">
                <a:latin typeface="+mj-lt"/>
              </a:rPr>
              <a:t>Sensitivitätsstufe</a:t>
            </a:r>
            <a:r>
              <a:rPr lang="de-DE" dirty="0"/>
              <a:t> eingeben, gefolgt von einem Komma und </a:t>
            </a:r>
            <a:r>
              <a:rPr lang="de-DE" dirty="0">
                <a:latin typeface="+mj-lt"/>
              </a:rPr>
              <a:t>dem Datum</a:t>
            </a:r>
            <a:r>
              <a:rPr lang="de-DE" dirty="0"/>
              <a:t>. </a:t>
            </a:r>
            <a:br>
              <a:rPr lang="de-DE" dirty="0"/>
            </a:br>
            <a:r>
              <a:rPr lang="de-DE" dirty="0"/>
              <a:t>Welche Sensitivitätsstufe für Ihre Präsentation relevant ist, können Sie </a:t>
            </a:r>
            <a:r>
              <a:rPr lang="de-DE" dirty="0">
                <a:hlinkClick r:id="rId3"/>
              </a:rPr>
              <a:t>hier</a:t>
            </a:r>
            <a:r>
              <a:rPr lang="de-DE" dirty="0"/>
              <a:t> in </a:t>
            </a:r>
            <a:br>
              <a:rPr lang="de-DE" dirty="0"/>
            </a:br>
            <a:r>
              <a:rPr lang="de-DE" dirty="0"/>
              <a:t>der Organisationsanweisung der FI nachlesen. </a:t>
            </a:r>
          </a:p>
          <a:p>
            <a:pPr marL="361950" lvl="6"/>
            <a:r>
              <a:rPr lang="de-DE" dirty="0"/>
              <a:t>In dem Eingabefeld für die </a:t>
            </a:r>
            <a:r>
              <a:rPr lang="de-DE" dirty="0">
                <a:latin typeface="+mj-lt"/>
              </a:rPr>
              <a:t>Fußzeile</a:t>
            </a:r>
            <a:r>
              <a:rPr lang="de-DE" dirty="0"/>
              <a:t> müssen dann die </a:t>
            </a:r>
            <a:r>
              <a:rPr lang="de-DE" dirty="0">
                <a:latin typeface="+mj-lt"/>
              </a:rPr>
              <a:t>Adressaten der Präsentation </a:t>
            </a:r>
            <a:r>
              <a:rPr lang="de-DE" dirty="0"/>
              <a:t>eingetragen werden, bei mehreren mit Komma und einem Leerzeichen getrennt</a:t>
            </a:r>
          </a:p>
          <a:p>
            <a:pPr marL="361950" lvl="6"/>
            <a:r>
              <a:rPr lang="de-DE" dirty="0"/>
              <a:t>Häkchen bei „Auf Titelfolie nicht anzeigen“ </a:t>
            </a:r>
            <a:r>
              <a:rPr lang="de-DE" dirty="0">
                <a:latin typeface="+mj-lt"/>
              </a:rPr>
              <a:t>deaktivieren</a:t>
            </a:r>
            <a:r>
              <a:rPr lang="de-DE" dirty="0"/>
              <a:t> bzw. deaktiviert lassen</a:t>
            </a:r>
          </a:p>
          <a:p>
            <a:pPr marL="361950" lvl="6"/>
            <a:r>
              <a:rPr lang="de-DE" dirty="0"/>
              <a:t>Nun bitte die Klassifizierung mit </a:t>
            </a:r>
            <a:r>
              <a:rPr lang="de-DE" dirty="0">
                <a:latin typeface="+mj-lt"/>
              </a:rPr>
              <a:t>„Für alle übernehmen“ </a:t>
            </a:r>
            <a:r>
              <a:rPr lang="de-DE" dirty="0"/>
              <a:t>auf allen Folien anwenden </a:t>
            </a:r>
            <a:br>
              <a:rPr lang="de-DE" dirty="0"/>
            </a:br>
            <a:r>
              <a:rPr lang="de-DE" dirty="0"/>
              <a:t>(der Adressatenkreis taucht nur auf der </a:t>
            </a:r>
            <a:r>
              <a:rPr lang="de-DE" dirty="0" err="1"/>
              <a:t>Disclaimerseite</a:t>
            </a:r>
            <a:r>
              <a:rPr lang="de-DE" dirty="0"/>
              <a:t> auf)</a:t>
            </a:r>
          </a:p>
          <a:p>
            <a:pPr marL="361950" lvl="6"/>
            <a:r>
              <a:rPr lang="de-DE" dirty="0"/>
              <a:t>Bitte dann auch im Reiter </a:t>
            </a:r>
            <a:r>
              <a:rPr lang="de-DE" dirty="0">
                <a:latin typeface="+mj-lt"/>
              </a:rPr>
              <a:t>„Notizen und Handzettel“ </a:t>
            </a:r>
            <a:r>
              <a:rPr lang="de-DE" dirty="0"/>
              <a:t>die identischen Angaben machen</a:t>
            </a:r>
          </a:p>
        </p:txBody>
      </p:sp>
      <p:sp>
        <p:nvSpPr>
          <p:cNvPr id="63" name="Rechteck: diagonal liegende Ecken abgerundet 62">
            <a:extLst>
              <a:ext uri="{FF2B5EF4-FFF2-40B4-BE49-F238E27FC236}">
                <a16:creationId xmlns:a16="http://schemas.microsoft.com/office/drawing/2014/main" id="{A381F540-DED0-F91F-E28D-CC3AF37BFD21}"/>
              </a:ext>
              <a:ext uri="{C183D7F6-B498-43B3-948B-1728B52AA6E4}">
                <adec:decorative xmlns:adec="http://schemas.microsoft.com/office/drawing/2017/decorative" val="0"/>
              </a:ext>
            </a:extLst>
          </p:cNvPr>
          <p:cNvSpPr>
            <a:spLocks noChangeAspect="1"/>
          </p:cNvSpPr>
          <p:nvPr/>
        </p:nvSpPr>
        <p:spPr bwMode="gray">
          <a:xfrm>
            <a:off x="698575" y="3558163"/>
            <a:ext cx="216000" cy="216000"/>
          </a:xfrm>
          <a:prstGeom prst="round2DiagRect">
            <a:avLst>
              <a:gd name="adj1" fmla="val 16667"/>
              <a:gd name="adj2" fmla="val 0"/>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bg1"/>
              </a:buClr>
            </a:pPr>
            <a:r>
              <a:rPr lang="de-DE" sz="1100" dirty="0">
                <a:solidFill>
                  <a:schemeClr val="bg1"/>
                </a:solidFill>
                <a:latin typeface="+mj-lt"/>
              </a:rPr>
              <a:t>1</a:t>
            </a:r>
          </a:p>
        </p:txBody>
      </p:sp>
      <p:sp>
        <p:nvSpPr>
          <p:cNvPr id="64" name="Rechteck: diagonal liegende Ecken abgerundet 63">
            <a:extLst>
              <a:ext uri="{FF2B5EF4-FFF2-40B4-BE49-F238E27FC236}">
                <a16:creationId xmlns:a16="http://schemas.microsoft.com/office/drawing/2014/main" id="{8CF99617-7977-8B45-BA17-1853E6D94001}"/>
              </a:ext>
            </a:extLst>
          </p:cNvPr>
          <p:cNvSpPr>
            <a:spLocks noChangeAspect="1"/>
          </p:cNvSpPr>
          <p:nvPr/>
        </p:nvSpPr>
        <p:spPr bwMode="gray">
          <a:xfrm>
            <a:off x="698575" y="3841055"/>
            <a:ext cx="216000" cy="216000"/>
          </a:xfrm>
          <a:prstGeom prst="round2DiagRect">
            <a:avLst>
              <a:gd name="adj1" fmla="val 16667"/>
              <a:gd name="adj2" fmla="val 0"/>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bg1"/>
              </a:buClr>
            </a:pPr>
            <a:r>
              <a:rPr lang="de-DE" sz="1100" dirty="0">
                <a:solidFill>
                  <a:schemeClr val="bg1"/>
                </a:solidFill>
                <a:latin typeface="+mj-lt"/>
              </a:rPr>
              <a:t>2</a:t>
            </a:r>
          </a:p>
        </p:txBody>
      </p:sp>
      <p:sp>
        <p:nvSpPr>
          <p:cNvPr id="65" name="Rechteck: diagonal liegende Ecken abgerundet 64">
            <a:extLst>
              <a:ext uri="{FF2B5EF4-FFF2-40B4-BE49-F238E27FC236}">
                <a16:creationId xmlns:a16="http://schemas.microsoft.com/office/drawing/2014/main" id="{47E69012-420A-08AA-52F9-20B65C2734DA}"/>
              </a:ext>
            </a:extLst>
          </p:cNvPr>
          <p:cNvSpPr>
            <a:spLocks noChangeAspect="1"/>
          </p:cNvSpPr>
          <p:nvPr/>
        </p:nvSpPr>
        <p:spPr bwMode="gray">
          <a:xfrm>
            <a:off x="698575" y="5200058"/>
            <a:ext cx="216000" cy="216000"/>
          </a:xfrm>
          <a:prstGeom prst="round2DiagRect">
            <a:avLst>
              <a:gd name="adj1" fmla="val 16667"/>
              <a:gd name="adj2" fmla="val 0"/>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bg1"/>
              </a:buClr>
            </a:pPr>
            <a:r>
              <a:rPr lang="de-DE" sz="1100" dirty="0">
                <a:solidFill>
                  <a:schemeClr val="bg1"/>
                </a:solidFill>
                <a:latin typeface="+mj-lt"/>
              </a:rPr>
              <a:t>4</a:t>
            </a:r>
          </a:p>
        </p:txBody>
      </p:sp>
      <p:sp>
        <p:nvSpPr>
          <p:cNvPr id="66" name="Rechteck: diagonal liegende Ecken abgerundet 65">
            <a:extLst>
              <a:ext uri="{FF2B5EF4-FFF2-40B4-BE49-F238E27FC236}">
                <a16:creationId xmlns:a16="http://schemas.microsoft.com/office/drawing/2014/main" id="{7CF1C7D1-88BA-5919-3C1D-0E50E686B72C}"/>
              </a:ext>
            </a:extLst>
          </p:cNvPr>
          <p:cNvSpPr>
            <a:spLocks noChangeAspect="1"/>
          </p:cNvSpPr>
          <p:nvPr/>
        </p:nvSpPr>
        <p:spPr bwMode="gray">
          <a:xfrm>
            <a:off x="698575" y="4715618"/>
            <a:ext cx="216000" cy="216000"/>
          </a:xfrm>
          <a:prstGeom prst="round2DiagRect">
            <a:avLst>
              <a:gd name="adj1" fmla="val 16667"/>
              <a:gd name="adj2" fmla="val 0"/>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bg1"/>
              </a:buClr>
            </a:pPr>
            <a:r>
              <a:rPr lang="de-DE" sz="1100" dirty="0">
                <a:solidFill>
                  <a:schemeClr val="bg1"/>
                </a:solidFill>
                <a:latin typeface="+mj-lt"/>
              </a:rPr>
              <a:t>3</a:t>
            </a:r>
          </a:p>
        </p:txBody>
      </p:sp>
      <p:sp>
        <p:nvSpPr>
          <p:cNvPr id="67" name="Rechteck: diagonal liegende Ecken abgerundet 66">
            <a:extLst>
              <a:ext uri="{FF2B5EF4-FFF2-40B4-BE49-F238E27FC236}">
                <a16:creationId xmlns:a16="http://schemas.microsoft.com/office/drawing/2014/main" id="{A2C5FFE9-0B44-3E0F-5880-1D28C0DDB033}"/>
              </a:ext>
            </a:extLst>
          </p:cNvPr>
          <p:cNvSpPr>
            <a:spLocks noChangeAspect="1"/>
          </p:cNvSpPr>
          <p:nvPr/>
        </p:nvSpPr>
        <p:spPr bwMode="gray">
          <a:xfrm>
            <a:off x="698575" y="5474370"/>
            <a:ext cx="216000" cy="216000"/>
          </a:xfrm>
          <a:prstGeom prst="round2DiagRect">
            <a:avLst>
              <a:gd name="adj1" fmla="val 16667"/>
              <a:gd name="adj2" fmla="val 0"/>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bg1"/>
              </a:buClr>
            </a:pPr>
            <a:r>
              <a:rPr lang="de-DE" sz="1100" dirty="0">
                <a:solidFill>
                  <a:schemeClr val="bg1"/>
                </a:solidFill>
                <a:latin typeface="+mj-lt"/>
              </a:rPr>
              <a:t>5</a:t>
            </a:r>
          </a:p>
        </p:txBody>
      </p:sp>
      <p:sp>
        <p:nvSpPr>
          <p:cNvPr id="93" name="Rechteck: diagonal liegende Ecken abgerundet 92">
            <a:extLst>
              <a:ext uri="{FF2B5EF4-FFF2-40B4-BE49-F238E27FC236}">
                <a16:creationId xmlns:a16="http://schemas.microsoft.com/office/drawing/2014/main" id="{852E0B38-F7A1-759E-C225-2394156BEB24}"/>
              </a:ext>
            </a:extLst>
          </p:cNvPr>
          <p:cNvSpPr>
            <a:spLocks noChangeAspect="1"/>
          </p:cNvSpPr>
          <p:nvPr/>
        </p:nvSpPr>
        <p:spPr bwMode="gray">
          <a:xfrm>
            <a:off x="698575" y="5955008"/>
            <a:ext cx="216000" cy="216000"/>
          </a:xfrm>
          <a:prstGeom prst="round2DiagRect">
            <a:avLst>
              <a:gd name="adj1" fmla="val 16667"/>
              <a:gd name="adj2" fmla="val 0"/>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bg1"/>
              </a:buClr>
            </a:pPr>
            <a:r>
              <a:rPr lang="de-DE" sz="1100" dirty="0">
                <a:solidFill>
                  <a:schemeClr val="bg1"/>
                </a:solidFill>
                <a:latin typeface="+mj-lt"/>
              </a:rPr>
              <a:t>6</a:t>
            </a:r>
          </a:p>
        </p:txBody>
      </p:sp>
      <p:pic>
        <p:nvPicPr>
          <p:cNvPr id="9" name="Grafik 8">
            <a:extLst>
              <a:ext uri="{FF2B5EF4-FFF2-40B4-BE49-F238E27FC236}">
                <a16:creationId xmlns:a16="http://schemas.microsoft.com/office/drawing/2014/main" id="{6DD666D3-7654-BB86-453E-F4265BBC9B29}"/>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rcRect t="448" b="448"/>
          <a:stretch/>
        </p:blipFill>
        <p:spPr bwMode="gray">
          <a:xfrm>
            <a:off x="7320608" y="3477320"/>
            <a:ext cx="4248000" cy="2832000"/>
          </a:xfrm>
          <a:prstGeom prst="roundRect">
            <a:avLst>
              <a:gd name="adj" fmla="val 1755"/>
            </a:avLst>
          </a:prstGeom>
          <a:ln w="12700">
            <a:solidFill>
              <a:srgbClr val="444B52"/>
            </a:solidFill>
          </a:ln>
          <a:effectLst/>
        </p:spPr>
      </p:pic>
      <p:pic>
        <p:nvPicPr>
          <p:cNvPr id="10" name="Grafik 9">
            <a:extLst>
              <a:ext uri="{FF2B5EF4-FFF2-40B4-BE49-F238E27FC236}">
                <a16:creationId xmlns:a16="http://schemas.microsoft.com/office/drawing/2014/main" id="{CCEC329F-7538-0CD5-03C1-ED8BB89290FD}"/>
              </a:ext>
            </a:extLst>
          </p:cNvPr>
          <p:cNvPicPr>
            <a:picLocks noChangeAspect="1"/>
          </p:cNvPicPr>
          <p:nvPr/>
        </p:nvPicPr>
        <p:blipFill>
          <a:blip r:embed="rId6">
            <a:extLst>
              <a:ext uri="{28A0092B-C50C-407E-A947-70E740481C1C}">
                <a14:useLocalDpi xmlns:a14="http://schemas.microsoft.com/office/drawing/2010/main" val="0"/>
              </a:ext>
            </a:extLst>
          </a:blip>
          <a:srcRect l="7895" t="65261" r="22171" b="24124"/>
          <a:stretch>
            <a:fillRect/>
          </a:stretch>
        </p:blipFill>
        <p:spPr bwMode="gray">
          <a:xfrm>
            <a:off x="7647376" y="5331520"/>
            <a:ext cx="2985128" cy="304799"/>
          </a:xfrm>
          <a:prstGeom prst="roundRect">
            <a:avLst>
              <a:gd name="adj" fmla="val 1755"/>
            </a:avLst>
          </a:prstGeom>
          <a:ln w="12700">
            <a:solidFill>
              <a:schemeClr val="bg2"/>
            </a:solidFill>
          </a:ln>
          <a:effectLst/>
        </p:spPr>
      </p:pic>
      <p:pic>
        <p:nvPicPr>
          <p:cNvPr id="11" name="Grafik 10">
            <a:extLst>
              <a:ext uri="{FF2B5EF4-FFF2-40B4-BE49-F238E27FC236}">
                <a16:creationId xmlns:a16="http://schemas.microsoft.com/office/drawing/2014/main" id="{BCC7D4D7-2AB1-3149-C171-394D7C9F6996}"/>
              </a:ext>
            </a:extLst>
          </p:cNvPr>
          <p:cNvPicPr>
            <a:picLocks noChangeAspect="1"/>
          </p:cNvPicPr>
          <p:nvPr/>
        </p:nvPicPr>
        <p:blipFill>
          <a:blip r:embed="rId7"/>
          <a:stretch>
            <a:fillRect/>
          </a:stretch>
        </p:blipFill>
        <p:spPr bwMode="gray">
          <a:xfrm>
            <a:off x="7320136" y="2204864"/>
            <a:ext cx="4248000" cy="506080"/>
          </a:xfrm>
          <a:prstGeom prst="rect">
            <a:avLst/>
          </a:prstGeom>
        </p:spPr>
      </p:pic>
      <p:pic>
        <p:nvPicPr>
          <p:cNvPr id="12" name="Grafik 11">
            <a:extLst>
              <a:ext uri="{FF2B5EF4-FFF2-40B4-BE49-F238E27FC236}">
                <a16:creationId xmlns:a16="http://schemas.microsoft.com/office/drawing/2014/main" id="{195853AC-3364-5D66-5EFC-DD7B39BE49CF}"/>
              </a:ext>
            </a:extLst>
          </p:cNvPr>
          <p:cNvPicPr>
            <a:picLocks noChangeAspect="1"/>
          </p:cNvPicPr>
          <p:nvPr/>
        </p:nvPicPr>
        <p:blipFill>
          <a:blip r:embed="rId6">
            <a:extLst>
              <a:ext uri="{28A0092B-C50C-407E-A947-70E740481C1C}">
                <a14:useLocalDpi xmlns:a14="http://schemas.microsoft.com/office/drawing/2010/main" val="0"/>
              </a:ext>
            </a:extLst>
          </a:blip>
          <a:srcRect l="2850" t="77594" r="67737" b="14884"/>
          <a:stretch>
            <a:fillRect/>
          </a:stretch>
        </p:blipFill>
        <p:spPr bwMode="gray">
          <a:xfrm>
            <a:off x="7464152" y="5689351"/>
            <a:ext cx="1255530" cy="216000"/>
          </a:xfrm>
          <a:prstGeom prst="roundRect">
            <a:avLst>
              <a:gd name="adj" fmla="val 1755"/>
            </a:avLst>
          </a:prstGeom>
          <a:ln w="12700">
            <a:solidFill>
              <a:schemeClr val="bg2"/>
            </a:solidFill>
          </a:ln>
          <a:effectLst/>
        </p:spPr>
      </p:pic>
      <p:pic>
        <p:nvPicPr>
          <p:cNvPr id="13" name="Grafik 12">
            <a:extLst>
              <a:ext uri="{FF2B5EF4-FFF2-40B4-BE49-F238E27FC236}">
                <a16:creationId xmlns:a16="http://schemas.microsoft.com/office/drawing/2014/main" id="{289DD75A-8823-1E25-4815-17061EC65C05}"/>
              </a:ext>
            </a:extLst>
          </p:cNvPr>
          <p:cNvPicPr>
            <a:picLocks noChangeAspect="1"/>
          </p:cNvPicPr>
          <p:nvPr/>
        </p:nvPicPr>
        <p:blipFill>
          <a:blip r:embed="rId6">
            <a:extLst>
              <a:ext uri="{28A0092B-C50C-407E-A947-70E740481C1C}">
                <a14:useLocalDpi xmlns:a14="http://schemas.microsoft.com/office/drawing/2010/main" val="0"/>
              </a:ext>
            </a:extLst>
          </a:blip>
          <a:srcRect l="54859" t="86637" r="23073" b="1318"/>
          <a:stretch>
            <a:fillRect/>
          </a:stretch>
        </p:blipFill>
        <p:spPr bwMode="gray">
          <a:xfrm>
            <a:off x="9652000" y="5945312"/>
            <a:ext cx="942006" cy="345852"/>
          </a:xfrm>
          <a:prstGeom prst="roundRect">
            <a:avLst>
              <a:gd name="adj" fmla="val 1755"/>
            </a:avLst>
          </a:prstGeom>
          <a:ln w="12700">
            <a:solidFill>
              <a:schemeClr val="bg2"/>
            </a:solidFill>
          </a:ln>
          <a:effectLst/>
        </p:spPr>
      </p:pic>
      <p:pic>
        <p:nvPicPr>
          <p:cNvPr id="14" name="Grafik 13">
            <a:extLst>
              <a:ext uri="{FF2B5EF4-FFF2-40B4-BE49-F238E27FC236}">
                <a16:creationId xmlns:a16="http://schemas.microsoft.com/office/drawing/2014/main" id="{06BED81D-A4CD-8FD2-73A9-4BD0D1D233A0}"/>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rcRect l="1062" t="1819" r="81589" b="93952"/>
          <a:stretch>
            <a:fillRect/>
          </a:stretch>
        </p:blipFill>
        <p:spPr bwMode="gray">
          <a:xfrm>
            <a:off x="7355681" y="3509863"/>
            <a:ext cx="740569" cy="121444"/>
          </a:xfrm>
          <a:prstGeom prst="roundRect">
            <a:avLst>
              <a:gd name="adj" fmla="val 1755"/>
            </a:avLst>
          </a:prstGeom>
          <a:ln w="12700">
            <a:noFill/>
          </a:ln>
          <a:effectLst/>
        </p:spPr>
      </p:pic>
      <p:pic>
        <p:nvPicPr>
          <p:cNvPr id="15" name="Grafik 14">
            <a:extLst>
              <a:ext uri="{FF2B5EF4-FFF2-40B4-BE49-F238E27FC236}">
                <a16:creationId xmlns:a16="http://schemas.microsoft.com/office/drawing/2014/main" id="{33C34A94-6B2F-244D-19E6-A222F7D33023}"/>
              </a:ext>
            </a:extLst>
          </p:cNvPr>
          <p:cNvPicPr>
            <a:picLocks noChangeAspect="1"/>
          </p:cNvPicPr>
          <p:nvPr/>
        </p:nvPicPr>
        <p:blipFill>
          <a:blip r:embed="rId10">
            <a:extLst>
              <a:ext uri="{28A0092B-C50C-407E-A947-70E740481C1C}">
                <a14:useLocalDpi xmlns:a14="http://schemas.microsoft.com/office/drawing/2010/main" val="0"/>
              </a:ext>
            </a:extLst>
          </a:blip>
          <a:srcRect l="7692" t="49443" r="22036" b="40224"/>
          <a:stretch>
            <a:fillRect/>
          </a:stretch>
        </p:blipFill>
        <p:spPr bwMode="gray">
          <a:xfrm>
            <a:off x="7647375" y="4877409"/>
            <a:ext cx="2985129" cy="295276"/>
          </a:xfrm>
          <a:prstGeom prst="roundRect">
            <a:avLst>
              <a:gd name="adj" fmla="val 1755"/>
            </a:avLst>
          </a:prstGeom>
          <a:ln w="12700">
            <a:solidFill>
              <a:schemeClr val="bg2"/>
            </a:solidFill>
          </a:ln>
          <a:effectLst/>
        </p:spPr>
      </p:pic>
      <p:sp>
        <p:nvSpPr>
          <p:cNvPr id="16" name="Rechteck 15">
            <a:extLst>
              <a:ext uri="{FF2B5EF4-FFF2-40B4-BE49-F238E27FC236}">
                <a16:creationId xmlns:a16="http://schemas.microsoft.com/office/drawing/2014/main" id="{6EBC2E6F-FC8F-D662-AFE3-3F718C7B3E4C}"/>
              </a:ext>
            </a:extLst>
          </p:cNvPr>
          <p:cNvSpPr>
            <a:spLocks/>
          </p:cNvSpPr>
          <p:nvPr/>
        </p:nvSpPr>
        <p:spPr bwMode="gray">
          <a:xfrm>
            <a:off x="11125200" y="2324404"/>
            <a:ext cx="247650" cy="384460"/>
          </a:xfrm>
          <a:prstGeom prst="rect">
            <a:avLst/>
          </a:prstGeom>
          <a:solidFill>
            <a:schemeClr val="bg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buClr>
                <a:schemeClr val="bg1"/>
              </a:buClr>
            </a:pPr>
            <a:endParaRPr lang="de-DE" dirty="0">
              <a:solidFill>
                <a:schemeClr val="bg1"/>
              </a:solidFill>
            </a:endParaRPr>
          </a:p>
        </p:txBody>
      </p:sp>
      <p:cxnSp>
        <p:nvCxnSpPr>
          <p:cNvPr id="22" name="Gerade Verbindung mit Pfeil 33">
            <a:extLst>
              <a:ext uri="{FF2B5EF4-FFF2-40B4-BE49-F238E27FC236}">
                <a16:creationId xmlns:a16="http://schemas.microsoft.com/office/drawing/2014/main" id="{C56C4387-7EB7-E94D-320D-CE4AB994B1CB}"/>
              </a:ext>
            </a:extLst>
          </p:cNvPr>
          <p:cNvCxnSpPr>
            <a:cxnSpLocks/>
            <a:stCxn id="16" idx="2"/>
            <a:endCxn id="14" idx="0"/>
          </p:cNvCxnSpPr>
          <p:nvPr/>
        </p:nvCxnSpPr>
        <p:spPr bwMode="gray">
          <a:xfrm rot="5400000">
            <a:off x="9086997" y="1347834"/>
            <a:ext cx="800999" cy="3523059"/>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3" name="Rechteck 22">
            <a:extLst>
              <a:ext uri="{FF2B5EF4-FFF2-40B4-BE49-F238E27FC236}">
                <a16:creationId xmlns:a16="http://schemas.microsoft.com/office/drawing/2014/main" id="{821C46AA-F099-2E7F-A271-C846E6455150}"/>
              </a:ext>
            </a:extLst>
          </p:cNvPr>
          <p:cNvSpPr>
            <a:spLocks/>
          </p:cNvSpPr>
          <p:nvPr/>
        </p:nvSpPr>
        <p:spPr bwMode="gray">
          <a:xfrm>
            <a:off x="7332041" y="2218259"/>
            <a:ext cx="288032" cy="115669"/>
          </a:xfrm>
          <a:prstGeom prst="rect">
            <a:avLst/>
          </a:prstGeom>
          <a:solidFill>
            <a:schemeClr val="bg2">
              <a:alpha val="0"/>
            </a:schemeClr>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buClr>
                <a:schemeClr val="bg1"/>
              </a:buClr>
            </a:pPr>
            <a:endParaRPr lang="de-DE" dirty="0">
              <a:solidFill>
                <a:schemeClr val="bg1"/>
              </a:solidFill>
            </a:endParaRPr>
          </a:p>
        </p:txBody>
      </p:sp>
      <p:sp>
        <p:nvSpPr>
          <p:cNvPr id="24" name="Rechteck: diagonal liegende Ecken abgerundet 23">
            <a:extLst>
              <a:ext uri="{FF2B5EF4-FFF2-40B4-BE49-F238E27FC236}">
                <a16:creationId xmlns:a16="http://schemas.microsoft.com/office/drawing/2014/main" id="{363F8749-E3C1-2B36-CFDB-656ECB11932A}"/>
              </a:ext>
            </a:extLst>
          </p:cNvPr>
          <p:cNvSpPr>
            <a:spLocks noChangeAspect="1"/>
          </p:cNvSpPr>
          <p:nvPr/>
        </p:nvSpPr>
        <p:spPr bwMode="gray">
          <a:xfrm>
            <a:off x="10978428" y="2659565"/>
            <a:ext cx="216000" cy="216000"/>
          </a:xfrm>
          <a:prstGeom prst="round2DiagRect">
            <a:avLst>
              <a:gd name="adj1" fmla="val 16667"/>
              <a:gd name="adj2" fmla="val 0"/>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bg1"/>
              </a:buClr>
            </a:pPr>
            <a:r>
              <a:rPr lang="de-DE" sz="1100" dirty="0">
                <a:solidFill>
                  <a:schemeClr val="bg1"/>
                </a:solidFill>
                <a:latin typeface="+mj-lt"/>
              </a:rPr>
              <a:t>1</a:t>
            </a:r>
          </a:p>
        </p:txBody>
      </p:sp>
      <p:sp>
        <p:nvSpPr>
          <p:cNvPr id="25" name="Rechteck: diagonal liegende Ecken abgerundet 24">
            <a:extLst>
              <a:ext uri="{FF2B5EF4-FFF2-40B4-BE49-F238E27FC236}">
                <a16:creationId xmlns:a16="http://schemas.microsoft.com/office/drawing/2014/main" id="{96836654-1A4C-2DBA-8B10-27396631616E}"/>
              </a:ext>
            </a:extLst>
          </p:cNvPr>
          <p:cNvSpPr>
            <a:spLocks noChangeAspect="1"/>
          </p:cNvSpPr>
          <p:nvPr/>
        </p:nvSpPr>
        <p:spPr bwMode="gray">
          <a:xfrm>
            <a:off x="10594006" y="4753124"/>
            <a:ext cx="216000" cy="216000"/>
          </a:xfrm>
          <a:prstGeom prst="round2DiagRect">
            <a:avLst>
              <a:gd name="adj1" fmla="val 16667"/>
              <a:gd name="adj2" fmla="val 0"/>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bg1"/>
              </a:buClr>
            </a:pPr>
            <a:r>
              <a:rPr lang="de-DE" sz="1100" dirty="0">
                <a:solidFill>
                  <a:schemeClr val="bg1"/>
                </a:solidFill>
                <a:latin typeface="+mj-lt"/>
              </a:rPr>
              <a:t>2</a:t>
            </a:r>
          </a:p>
        </p:txBody>
      </p:sp>
      <p:sp>
        <p:nvSpPr>
          <p:cNvPr id="26" name="Rechteck: diagonal liegende Ecken abgerundet 25">
            <a:extLst>
              <a:ext uri="{FF2B5EF4-FFF2-40B4-BE49-F238E27FC236}">
                <a16:creationId xmlns:a16="http://schemas.microsoft.com/office/drawing/2014/main" id="{63CA69A4-A815-E628-C219-022BED048AE5}"/>
              </a:ext>
            </a:extLst>
          </p:cNvPr>
          <p:cNvSpPr>
            <a:spLocks noChangeAspect="1"/>
          </p:cNvSpPr>
          <p:nvPr/>
        </p:nvSpPr>
        <p:spPr bwMode="gray">
          <a:xfrm>
            <a:off x="10594006" y="5223520"/>
            <a:ext cx="216000" cy="216000"/>
          </a:xfrm>
          <a:prstGeom prst="round2DiagRect">
            <a:avLst>
              <a:gd name="adj1" fmla="val 16667"/>
              <a:gd name="adj2" fmla="val 0"/>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bg1"/>
              </a:buClr>
            </a:pPr>
            <a:r>
              <a:rPr lang="de-DE" sz="1100" dirty="0">
                <a:solidFill>
                  <a:schemeClr val="bg1"/>
                </a:solidFill>
                <a:latin typeface="+mj-lt"/>
              </a:rPr>
              <a:t>3</a:t>
            </a:r>
          </a:p>
        </p:txBody>
      </p:sp>
      <p:sp>
        <p:nvSpPr>
          <p:cNvPr id="28" name="Rechteck: diagonal liegende Ecken abgerundet 27">
            <a:extLst>
              <a:ext uri="{FF2B5EF4-FFF2-40B4-BE49-F238E27FC236}">
                <a16:creationId xmlns:a16="http://schemas.microsoft.com/office/drawing/2014/main" id="{3DFA6EE6-55F7-6ADD-675F-EC04B360B611}"/>
              </a:ext>
            </a:extLst>
          </p:cNvPr>
          <p:cNvSpPr>
            <a:spLocks noChangeAspect="1"/>
          </p:cNvSpPr>
          <p:nvPr/>
        </p:nvSpPr>
        <p:spPr bwMode="gray">
          <a:xfrm>
            <a:off x="8584637" y="5839610"/>
            <a:ext cx="216000" cy="216000"/>
          </a:xfrm>
          <a:prstGeom prst="round2DiagRect">
            <a:avLst>
              <a:gd name="adj1" fmla="val 16667"/>
              <a:gd name="adj2" fmla="val 0"/>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bg1"/>
              </a:buClr>
            </a:pPr>
            <a:r>
              <a:rPr lang="de-DE" sz="1100" dirty="0">
                <a:solidFill>
                  <a:schemeClr val="bg1"/>
                </a:solidFill>
                <a:latin typeface="+mj-lt"/>
              </a:rPr>
              <a:t>4</a:t>
            </a:r>
          </a:p>
        </p:txBody>
      </p:sp>
      <p:sp>
        <p:nvSpPr>
          <p:cNvPr id="29" name="Rechteck: diagonal liegende Ecken abgerundet 28">
            <a:extLst>
              <a:ext uri="{FF2B5EF4-FFF2-40B4-BE49-F238E27FC236}">
                <a16:creationId xmlns:a16="http://schemas.microsoft.com/office/drawing/2014/main" id="{ED73832E-98B4-D215-6747-84AC9221DE45}"/>
              </a:ext>
            </a:extLst>
          </p:cNvPr>
          <p:cNvSpPr>
            <a:spLocks noChangeAspect="1"/>
          </p:cNvSpPr>
          <p:nvPr/>
        </p:nvSpPr>
        <p:spPr bwMode="gray">
          <a:xfrm>
            <a:off x="10056356" y="5839610"/>
            <a:ext cx="216000" cy="216000"/>
          </a:xfrm>
          <a:prstGeom prst="round2DiagRect">
            <a:avLst>
              <a:gd name="adj1" fmla="val 16667"/>
              <a:gd name="adj2" fmla="val 0"/>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bg1"/>
              </a:buClr>
            </a:pPr>
            <a:r>
              <a:rPr lang="de-DE" sz="1100" dirty="0">
                <a:solidFill>
                  <a:schemeClr val="bg1"/>
                </a:solidFill>
                <a:latin typeface="+mj-lt"/>
              </a:rPr>
              <a:t>5</a:t>
            </a:r>
          </a:p>
        </p:txBody>
      </p:sp>
      <p:sp>
        <p:nvSpPr>
          <p:cNvPr id="30" name="Rechteck 29">
            <a:extLst>
              <a:ext uri="{FF2B5EF4-FFF2-40B4-BE49-F238E27FC236}">
                <a16:creationId xmlns:a16="http://schemas.microsoft.com/office/drawing/2014/main" id="{42669D70-E304-D92D-1C34-1CB2A26EDB3C}"/>
              </a:ext>
            </a:extLst>
          </p:cNvPr>
          <p:cNvSpPr>
            <a:spLocks/>
          </p:cNvSpPr>
          <p:nvPr/>
        </p:nvSpPr>
        <p:spPr bwMode="gray">
          <a:xfrm>
            <a:off x="9410129" y="4877409"/>
            <a:ext cx="1222376" cy="108000"/>
          </a:xfrm>
          <a:prstGeom prst="rect">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0" bIns="0" numCol="1" spcCol="0" rtlCol="0" fromWordArt="0" anchor="ctr" anchorCtr="0" forceAA="0" compatLnSpc="1">
            <a:prstTxWarp prst="textNoShape">
              <a:avLst/>
            </a:prstTxWarp>
            <a:noAutofit/>
          </a:bodyPr>
          <a:lstStyle/>
          <a:p>
            <a:pPr>
              <a:lnSpc>
                <a:spcPct val="100000"/>
              </a:lnSpc>
              <a:buClr>
                <a:schemeClr val="bg1"/>
              </a:buClr>
            </a:pPr>
            <a:r>
              <a:rPr lang="de-DE" sz="700" dirty="0">
                <a:solidFill>
                  <a:schemeClr val="bg1"/>
                </a:solidFill>
              </a:rPr>
              <a:t>Sensitivitätsstufe + Datum</a:t>
            </a:r>
          </a:p>
        </p:txBody>
      </p:sp>
      <p:sp>
        <p:nvSpPr>
          <p:cNvPr id="32" name="Rechteck 31">
            <a:extLst>
              <a:ext uri="{FF2B5EF4-FFF2-40B4-BE49-F238E27FC236}">
                <a16:creationId xmlns:a16="http://schemas.microsoft.com/office/drawing/2014/main" id="{67F72500-C5A1-B6A8-9CDE-55839151868A}"/>
              </a:ext>
            </a:extLst>
          </p:cNvPr>
          <p:cNvSpPr>
            <a:spLocks/>
          </p:cNvSpPr>
          <p:nvPr/>
        </p:nvSpPr>
        <p:spPr bwMode="gray">
          <a:xfrm>
            <a:off x="9814849" y="5331520"/>
            <a:ext cx="817655" cy="108000"/>
          </a:xfrm>
          <a:prstGeom prst="rect">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0" bIns="0" numCol="1" spcCol="0" rtlCol="0" fromWordArt="0" anchor="ctr" anchorCtr="0" forceAA="0" compatLnSpc="1">
            <a:prstTxWarp prst="textNoShape">
              <a:avLst/>
            </a:prstTxWarp>
            <a:noAutofit/>
          </a:bodyPr>
          <a:lstStyle/>
          <a:p>
            <a:pPr>
              <a:lnSpc>
                <a:spcPct val="100000"/>
              </a:lnSpc>
              <a:buClr>
                <a:schemeClr val="bg1"/>
              </a:buClr>
            </a:pPr>
            <a:r>
              <a:rPr lang="de-DE" sz="700" dirty="0">
                <a:solidFill>
                  <a:schemeClr val="bg1"/>
                </a:solidFill>
              </a:rPr>
              <a:t>Adressatenkreis</a:t>
            </a:r>
          </a:p>
        </p:txBody>
      </p:sp>
      <p:pic>
        <p:nvPicPr>
          <p:cNvPr id="35" name="Grafik 34">
            <a:extLst>
              <a:ext uri="{FF2B5EF4-FFF2-40B4-BE49-F238E27FC236}">
                <a16:creationId xmlns:a16="http://schemas.microsoft.com/office/drawing/2014/main" id="{AB7038E8-EFA7-995D-A239-3E27C9B26FF1}"/>
              </a:ext>
            </a:extLst>
          </p:cNvPr>
          <p:cNvPicPr>
            <a:picLocks/>
          </p:cNvPicPr>
          <p:nvPr/>
        </p:nvPicPr>
        <p:blipFill>
          <a:blip r:embed="rId6">
            <a:extLst>
              <a:ext uri="{28A0092B-C50C-407E-A947-70E740481C1C}">
                <a14:useLocalDpi xmlns:a14="http://schemas.microsoft.com/office/drawing/2010/main" val="0"/>
              </a:ext>
            </a:extLst>
          </a:blip>
          <a:srcRect l="1062" t="10195" r="70346" b="83751"/>
          <a:stretch>
            <a:fillRect/>
          </a:stretch>
        </p:blipFill>
        <p:spPr bwMode="gray">
          <a:xfrm>
            <a:off x="7355680" y="3750370"/>
            <a:ext cx="1220457" cy="173831"/>
          </a:xfrm>
          <a:prstGeom prst="roundRect">
            <a:avLst>
              <a:gd name="adj" fmla="val 1755"/>
            </a:avLst>
          </a:prstGeom>
          <a:ln w="12700">
            <a:solidFill>
              <a:schemeClr val="bg2"/>
            </a:solidFill>
          </a:ln>
          <a:effectLst/>
        </p:spPr>
      </p:pic>
      <p:sp>
        <p:nvSpPr>
          <p:cNvPr id="36" name="Rechteck: diagonal liegende Ecken abgerundet 35">
            <a:extLst>
              <a:ext uri="{FF2B5EF4-FFF2-40B4-BE49-F238E27FC236}">
                <a16:creationId xmlns:a16="http://schemas.microsoft.com/office/drawing/2014/main" id="{59D4F95F-5AFE-E13B-2923-2E58B1FFAE4E}"/>
              </a:ext>
            </a:extLst>
          </p:cNvPr>
          <p:cNvSpPr>
            <a:spLocks/>
          </p:cNvSpPr>
          <p:nvPr/>
        </p:nvSpPr>
        <p:spPr bwMode="gray">
          <a:xfrm>
            <a:off x="8584637" y="3603848"/>
            <a:ext cx="216000" cy="216000"/>
          </a:xfrm>
          <a:prstGeom prst="round2DiagRect">
            <a:avLst>
              <a:gd name="adj1" fmla="val 16667"/>
              <a:gd name="adj2" fmla="val 0"/>
            </a:avLst>
          </a:pr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chemeClr val="bg1"/>
              </a:buClr>
            </a:pPr>
            <a:r>
              <a:rPr lang="de-DE" sz="1100" dirty="0">
                <a:solidFill>
                  <a:schemeClr val="bg1"/>
                </a:solidFill>
                <a:latin typeface="+mj-lt"/>
              </a:rPr>
              <a:t>6</a:t>
            </a:r>
          </a:p>
        </p:txBody>
      </p:sp>
    </p:spTree>
    <p:extLst>
      <p:ext uri="{BB962C8B-B14F-4D97-AF65-F5344CB8AC3E}">
        <p14:creationId xmlns:p14="http://schemas.microsoft.com/office/powerpoint/2010/main" val="402892402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76B5B3D6-4E8D-8AA5-E46D-406072B55256}"/>
              </a:ext>
            </a:extLst>
          </p:cNvPr>
          <p:cNvSpPr>
            <a:spLocks noGrp="1"/>
          </p:cNvSpPr>
          <p:nvPr>
            <p:ph type="title"/>
          </p:nvPr>
        </p:nvSpPr>
        <p:spPr bwMode="gray"/>
        <p:txBody>
          <a:bodyPr/>
          <a:lstStyle/>
          <a:p>
            <a:endParaRPr lang="de-DE"/>
          </a:p>
        </p:txBody>
      </p:sp>
      <p:sp>
        <p:nvSpPr>
          <p:cNvPr id="7" name="Untertitel 6">
            <a:extLst>
              <a:ext uri="{FF2B5EF4-FFF2-40B4-BE49-F238E27FC236}">
                <a16:creationId xmlns:a16="http://schemas.microsoft.com/office/drawing/2014/main" id="{F71D67F5-598D-9754-A8E5-F893EB057691}"/>
              </a:ext>
            </a:extLst>
          </p:cNvPr>
          <p:cNvSpPr>
            <a:spLocks noGrp="1"/>
          </p:cNvSpPr>
          <p:nvPr>
            <p:ph type="subTitle" idx="1"/>
          </p:nvPr>
        </p:nvSpPr>
        <p:spPr bwMode="gray"/>
        <p:txBody>
          <a:bodyPr/>
          <a:lstStyle/>
          <a:p>
            <a:endParaRPr lang="de-DE"/>
          </a:p>
        </p:txBody>
      </p:sp>
      <p:sp>
        <p:nvSpPr>
          <p:cNvPr id="4" name="Datumsplatzhalter 3">
            <a:extLst>
              <a:ext uri="{FF2B5EF4-FFF2-40B4-BE49-F238E27FC236}">
                <a16:creationId xmlns:a16="http://schemas.microsoft.com/office/drawing/2014/main" id="{7785B14F-4B43-E6DE-ECB5-4E834CCCA6CD}"/>
              </a:ext>
            </a:extLst>
          </p:cNvPr>
          <p:cNvSpPr>
            <a:spLocks noGrp="1"/>
          </p:cNvSpPr>
          <p:nvPr>
            <p:ph type="dt" sz="half" idx="28"/>
          </p:nvPr>
        </p:nvSpPr>
        <p:spPr bwMode="gray">
          <a:xfrm>
            <a:off x="1199456" y="6573600"/>
            <a:ext cx="1944000" cy="144000"/>
          </a:xfrm>
        </p:spPr>
        <p:txBody>
          <a:bodyPr/>
          <a:lstStyle/>
          <a:p>
            <a:r>
              <a:rPr lang="de-DE"/>
              <a:t>Intern, TT.MM.JJJJ</a:t>
            </a:r>
            <a:endParaRPr lang="de-DE" dirty="0"/>
          </a:p>
        </p:txBody>
      </p:sp>
    </p:spTree>
    <p:extLst>
      <p:ext uri="{BB962C8B-B14F-4D97-AF65-F5344CB8AC3E}">
        <p14:creationId xmlns:p14="http://schemas.microsoft.com/office/powerpoint/2010/main" val="96100403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EB63ABA-4AEA-6F01-185C-277D65E4E43E}"/>
              </a:ext>
            </a:extLst>
          </p:cNvPr>
          <p:cNvSpPr>
            <a:spLocks noGrp="1"/>
          </p:cNvSpPr>
          <p:nvPr>
            <p:ph type="sldNum" sz="quarter" idx="10"/>
          </p:nvPr>
        </p:nvSpPr>
        <p:spPr bwMode="gray">
          <a:xfrm>
            <a:off x="11280745" y="6573600"/>
            <a:ext cx="647903" cy="144000"/>
          </a:xfrm>
        </p:spPr>
        <p:txBody>
          <a:bodyPr/>
          <a:lstStyle/>
          <a:p>
            <a:r>
              <a:rPr lang="de-DE"/>
              <a:t>Seite </a:t>
            </a:r>
            <a:fld id="{DC907883-A228-4E41-A7BF-33DDF6A01B2A}" type="slidenum">
              <a:rPr lang="de-DE" smtClean="0"/>
              <a:pPr/>
              <a:t>3</a:t>
            </a:fld>
            <a:endParaRPr lang="de-DE" dirty="0"/>
          </a:p>
        </p:txBody>
      </p:sp>
      <p:sp>
        <p:nvSpPr>
          <p:cNvPr id="3" name="Datumsplatzhalter 2">
            <a:extLst>
              <a:ext uri="{FF2B5EF4-FFF2-40B4-BE49-F238E27FC236}">
                <a16:creationId xmlns:a16="http://schemas.microsoft.com/office/drawing/2014/main" id="{F56F4FF7-735E-6529-61C9-4C8FA97C3809}"/>
              </a:ext>
            </a:extLst>
          </p:cNvPr>
          <p:cNvSpPr>
            <a:spLocks noGrp="1"/>
          </p:cNvSpPr>
          <p:nvPr>
            <p:ph type="dt" sz="half" idx="14"/>
          </p:nvPr>
        </p:nvSpPr>
        <p:spPr bwMode="gray">
          <a:xfrm>
            <a:off x="2749425" y="2204864"/>
            <a:ext cx="8823600" cy="288000"/>
          </a:xfrm>
        </p:spPr>
        <p:txBody>
          <a:bodyPr/>
          <a:lstStyle/>
          <a:p>
            <a:r>
              <a:rPr lang="de-DE"/>
              <a:t>Intern, TT.MM.JJJJ</a:t>
            </a:r>
            <a:endParaRPr lang="de-DE" dirty="0"/>
          </a:p>
        </p:txBody>
      </p:sp>
      <p:sp>
        <p:nvSpPr>
          <p:cNvPr id="6" name="Fußzeilenplatzhalter 5">
            <a:extLst>
              <a:ext uri="{FF2B5EF4-FFF2-40B4-BE49-F238E27FC236}">
                <a16:creationId xmlns:a16="http://schemas.microsoft.com/office/drawing/2014/main" id="{2597DD46-6355-A9C9-3B7A-3E4689B6B63F}"/>
              </a:ext>
            </a:extLst>
          </p:cNvPr>
          <p:cNvSpPr>
            <a:spLocks noGrp="1"/>
          </p:cNvSpPr>
          <p:nvPr>
            <p:ph type="ftr" sz="quarter" idx="11"/>
          </p:nvPr>
        </p:nvSpPr>
        <p:spPr bwMode="gray">
          <a:xfrm>
            <a:off x="2745555" y="2500516"/>
            <a:ext cx="8823600" cy="936000"/>
          </a:xfrm>
        </p:spPr>
        <p:txBody>
          <a:bodyPr/>
          <a:lstStyle/>
          <a:p>
            <a:r>
              <a:rPr lang="de-DE"/>
              <a:t>Finanz Informatik (FI)</a:t>
            </a:r>
            <a:endParaRPr lang="de-DE" dirty="0"/>
          </a:p>
        </p:txBody>
      </p:sp>
    </p:spTree>
    <p:extLst>
      <p:ext uri="{BB962C8B-B14F-4D97-AF65-F5344CB8AC3E}">
        <p14:creationId xmlns:p14="http://schemas.microsoft.com/office/powerpoint/2010/main" val="319947666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platzhalter 23">
            <a:extLst>
              <a:ext uri="{FF2B5EF4-FFF2-40B4-BE49-F238E27FC236}">
                <a16:creationId xmlns:a16="http://schemas.microsoft.com/office/drawing/2014/main" id="{08D1E4A0-8A1A-42FD-94BB-7591268B7F2A}"/>
              </a:ext>
            </a:extLst>
          </p:cNvPr>
          <p:cNvSpPr>
            <a:spLocks noGrp="1"/>
          </p:cNvSpPr>
          <p:nvPr>
            <p:ph type="body" sz="quarter" idx="26"/>
          </p:nvPr>
        </p:nvSpPr>
        <p:spPr bwMode="gray"/>
        <p:txBody>
          <a:bodyPr/>
          <a:lstStyle/>
          <a:p>
            <a:endParaRPr lang="de-DE"/>
          </a:p>
        </p:txBody>
      </p:sp>
      <p:sp>
        <p:nvSpPr>
          <p:cNvPr id="22" name="Titel 21">
            <a:extLst>
              <a:ext uri="{FF2B5EF4-FFF2-40B4-BE49-F238E27FC236}">
                <a16:creationId xmlns:a16="http://schemas.microsoft.com/office/drawing/2014/main" id="{ED5C5101-96DB-3861-BA51-15DD6A01D315}"/>
              </a:ext>
            </a:extLst>
          </p:cNvPr>
          <p:cNvSpPr>
            <a:spLocks noGrp="1"/>
          </p:cNvSpPr>
          <p:nvPr>
            <p:ph type="title"/>
          </p:nvPr>
        </p:nvSpPr>
        <p:spPr bwMode="gray"/>
        <p:txBody>
          <a:bodyPr/>
          <a:lstStyle/>
          <a:p>
            <a:endParaRPr lang="de-DE"/>
          </a:p>
        </p:txBody>
      </p:sp>
      <p:sp>
        <p:nvSpPr>
          <p:cNvPr id="25" name="Textplatzhalter 24">
            <a:extLst>
              <a:ext uri="{FF2B5EF4-FFF2-40B4-BE49-F238E27FC236}">
                <a16:creationId xmlns:a16="http://schemas.microsoft.com/office/drawing/2014/main" id="{6AFFD9B2-0A43-73C5-3C3D-BBEC35F32FDF}"/>
              </a:ext>
            </a:extLst>
          </p:cNvPr>
          <p:cNvSpPr>
            <a:spLocks noGrp="1"/>
          </p:cNvSpPr>
          <p:nvPr>
            <p:ph type="body" sz="quarter" idx="27"/>
          </p:nvPr>
        </p:nvSpPr>
        <p:spPr bwMode="gray"/>
        <p:txBody>
          <a:bodyPr/>
          <a:lstStyle/>
          <a:p>
            <a:endParaRPr lang="de-DE"/>
          </a:p>
        </p:txBody>
      </p:sp>
      <p:sp>
        <p:nvSpPr>
          <p:cNvPr id="23" name="Inhaltsplatzhalter 22">
            <a:extLst>
              <a:ext uri="{FF2B5EF4-FFF2-40B4-BE49-F238E27FC236}">
                <a16:creationId xmlns:a16="http://schemas.microsoft.com/office/drawing/2014/main" id="{DAF34379-B1DF-130D-156E-0A10C011C621}"/>
              </a:ext>
            </a:extLst>
          </p:cNvPr>
          <p:cNvSpPr>
            <a:spLocks noGrp="1"/>
          </p:cNvSpPr>
          <p:nvPr>
            <p:ph sz="quarter" idx="20"/>
          </p:nvPr>
        </p:nvSpPr>
        <p:spPr bwMode="gray"/>
        <p:txBody>
          <a:bodyPr/>
          <a:lstStyle/>
          <a:p>
            <a:endParaRPr lang="de-DE"/>
          </a:p>
        </p:txBody>
      </p:sp>
      <p:sp>
        <p:nvSpPr>
          <p:cNvPr id="6" name="Datumsplatzhalter 5">
            <a:extLst>
              <a:ext uri="{FF2B5EF4-FFF2-40B4-BE49-F238E27FC236}">
                <a16:creationId xmlns:a16="http://schemas.microsoft.com/office/drawing/2014/main" id="{675E29CF-BC5A-3B59-6A9C-94C448129A4C}"/>
              </a:ext>
            </a:extLst>
          </p:cNvPr>
          <p:cNvSpPr>
            <a:spLocks noGrp="1"/>
          </p:cNvSpPr>
          <p:nvPr>
            <p:ph type="dt" sz="half" idx="28"/>
          </p:nvPr>
        </p:nvSpPr>
        <p:spPr bwMode="gray">
          <a:xfrm>
            <a:off x="1559656" y="6573600"/>
            <a:ext cx="1944000" cy="144000"/>
          </a:xfrm>
        </p:spPr>
        <p:txBody>
          <a:bodyPr/>
          <a:lstStyle/>
          <a:p>
            <a:r>
              <a:rPr lang="de-DE" dirty="0"/>
              <a:t>Intern, TT.MM.JJJJ</a:t>
            </a:r>
          </a:p>
        </p:txBody>
      </p:sp>
      <p:sp>
        <p:nvSpPr>
          <p:cNvPr id="7" name="Foliennummernplatzhalter 6">
            <a:extLst>
              <a:ext uri="{FF2B5EF4-FFF2-40B4-BE49-F238E27FC236}">
                <a16:creationId xmlns:a16="http://schemas.microsoft.com/office/drawing/2014/main" id="{526BCD84-42A8-FE93-0551-742008FA4DEE}"/>
              </a:ext>
            </a:extLst>
          </p:cNvPr>
          <p:cNvSpPr>
            <a:spLocks noGrp="1"/>
          </p:cNvSpPr>
          <p:nvPr>
            <p:ph type="sldNum" sz="quarter" idx="30"/>
          </p:nvPr>
        </p:nvSpPr>
        <p:spPr bwMode="gray">
          <a:xfrm>
            <a:off x="11280745" y="6573600"/>
            <a:ext cx="647903" cy="144000"/>
          </a:xfrm>
        </p:spPr>
        <p:txBody>
          <a:bodyPr/>
          <a:lstStyle/>
          <a:p>
            <a:r>
              <a:rPr lang="de-DE"/>
              <a:t>Seite </a:t>
            </a:r>
            <a:fld id="{DC907883-A228-4E41-A7BF-33DDF6A01B2A}" type="slidenum">
              <a:rPr lang="de-DE" smtClean="0"/>
              <a:pPr/>
              <a:t>4</a:t>
            </a:fld>
            <a:endParaRPr lang="de-DE" dirty="0"/>
          </a:p>
        </p:txBody>
      </p:sp>
    </p:spTree>
    <p:extLst>
      <p:ext uri="{BB962C8B-B14F-4D97-AF65-F5344CB8AC3E}">
        <p14:creationId xmlns:p14="http://schemas.microsoft.com/office/powerpoint/2010/main" val="345546551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 name="Textplatzhalter 6">
            <a:extLst>
              <a:ext uri="{FF2B5EF4-FFF2-40B4-BE49-F238E27FC236}">
                <a16:creationId xmlns:a16="http://schemas.microsoft.com/office/drawing/2014/main" id="{F18416A4-A386-C436-F211-349C591A046E}"/>
              </a:ext>
            </a:extLst>
          </p:cNvPr>
          <p:cNvSpPr txBox="1">
            <a:spLocks/>
          </p:cNvSpPr>
          <p:nvPr/>
        </p:nvSpPr>
        <p:spPr bwMode="gray">
          <a:xfrm>
            <a:off x="4944000" y="3933000"/>
            <a:ext cx="3240000" cy="1080000"/>
          </a:xfrm>
          <a:prstGeom prst="round2DiagRect">
            <a:avLst/>
          </a:prstGeom>
          <a:gradFill>
            <a:gsLst>
              <a:gs pos="78000">
                <a:schemeClr val="bg2"/>
              </a:gs>
              <a:gs pos="0">
                <a:srgbClr val="9B348E"/>
              </a:gs>
              <a:gs pos="37000">
                <a:schemeClr val="bg2"/>
              </a:gs>
            </a:gsLst>
            <a:lin ang="12600000" scaled="0"/>
          </a:gradFill>
        </p:spPr>
        <p:txBody>
          <a:bodyPr vert="horz" wrap="square" lIns="288000" tIns="216000" rIns="288000" bIns="216000" rtlCol="0">
            <a:noAutofit/>
          </a:bodyPr>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tx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a:lstStyle>
          <a:p>
            <a:pPr marL="0" marR="0" lvl="1" indent="0" algn="l" defTabSz="914115" rtl="0" eaLnBrk="1" fontAlgn="auto" latinLnBrk="0" hangingPunct="1">
              <a:lnSpc>
                <a:spcPct val="110000"/>
              </a:lnSpc>
              <a:spcBef>
                <a:spcPts val="0"/>
              </a:spcBef>
              <a:spcAft>
                <a:spcPts val="600"/>
              </a:spcAft>
              <a:buClrTx/>
              <a:buSzTx/>
              <a:buFont typeface="Arial" pitchFamily="34" charset="0"/>
              <a:buNone/>
              <a:tabLst/>
              <a:defRPr/>
            </a:pPr>
            <a:r>
              <a:rPr kumimoji="0" lang="de-DE" sz="1600" b="0" i="0" u="none" strike="noStrike" kern="1200" cap="none" spc="0" normalizeH="0" baseline="0" noProof="0" dirty="0">
                <a:ln>
                  <a:noFill/>
                </a:ln>
                <a:solidFill>
                  <a:srgbClr val="FFFFFF"/>
                </a:solidFill>
                <a:effectLst/>
                <a:uLnTx/>
                <a:uFillTx/>
                <a:latin typeface="Sparkasse Lt"/>
                <a:ea typeface="+mn-ea"/>
                <a:cs typeface="+mn-cs"/>
              </a:rPr>
              <a:t>Höhe der Box / 100 * 30 = Kreisdurchmesser</a:t>
            </a:r>
          </a:p>
        </p:txBody>
      </p:sp>
      <p:sp>
        <p:nvSpPr>
          <p:cNvPr id="18" name="Textplatzhalter 17">
            <a:extLst>
              <a:ext uri="{FF2B5EF4-FFF2-40B4-BE49-F238E27FC236}">
                <a16:creationId xmlns:a16="http://schemas.microsoft.com/office/drawing/2014/main" id="{341A1B5A-8BB8-DF0A-CC05-93FCB08B869A}"/>
              </a:ext>
            </a:extLst>
          </p:cNvPr>
          <p:cNvSpPr>
            <a:spLocks noGrp="1"/>
          </p:cNvSpPr>
          <p:nvPr>
            <p:ph type="body" sz="quarter" idx="26"/>
          </p:nvPr>
        </p:nvSpPr>
        <p:spPr bwMode="gray">
          <a:xfrm>
            <a:off x="695401" y="548680"/>
            <a:ext cx="10296000" cy="288000"/>
          </a:xfrm>
        </p:spPr>
        <p:txBody>
          <a:bodyPr/>
          <a:lstStyle/>
          <a:p>
            <a:r>
              <a:rPr lang="de-DE" dirty="0"/>
              <a:t>Basis Informationen</a:t>
            </a:r>
          </a:p>
        </p:txBody>
      </p:sp>
      <p:sp>
        <p:nvSpPr>
          <p:cNvPr id="17" name="Titel 16">
            <a:extLst>
              <a:ext uri="{FF2B5EF4-FFF2-40B4-BE49-F238E27FC236}">
                <a16:creationId xmlns:a16="http://schemas.microsoft.com/office/drawing/2014/main" id="{A99944B2-C161-B671-2A86-0886FED35CB5}"/>
              </a:ext>
            </a:extLst>
          </p:cNvPr>
          <p:cNvSpPr>
            <a:spLocks noGrp="1"/>
          </p:cNvSpPr>
          <p:nvPr>
            <p:ph type="title"/>
          </p:nvPr>
        </p:nvSpPr>
        <p:spPr bwMode="gray">
          <a:xfrm>
            <a:off x="695325" y="908720"/>
            <a:ext cx="10872788" cy="576064"/>
          </a:xfrm>
        </p:spPr>
        <p:txBody>
          <a:bodyPr/>
          <a:lstStyle/>
          <a:p>
            <a:r>
              <a:rPr lang="de-DE" dirty="0"/>
              <a:t>Kopierelemente</a:t>
            </a:r>
          </a:p>
        </p:txBody>
      </p:sp>
      <p:sp>
        <p:nvSpPr>
          <p:cNvPr id="85" name="Textplatzhalter 84">
            <a:extLst>
              <a:ext uri="{FF2B5EF4-FFF2-40B4-BE49-F238E27FC236}">
                <a16:creationId xmlns:a16="http://schemas.microsoft.com/office/drawing/2014/main" id="{B39CEC45-3BCB-BDD4-DD39-A2EA916640F7}"/>
              </a:ext>
            </a:extLst>
          </p:cNvPr>
          <p:cNvSpPr>
            <a:spLocks noGrp="1"/>
          </p:cNvSpPr>
          <p:nvPr>
            <p:ph type="body" sz="quarter" idx="27"/>
          </p:nvPr>
        </p:nvSpPr>
        <p:spPr bwMode="gray"/>
        <p:txBody>
          <a:bodyPr/>
          <a:lstStyle/>
          <a:p>
            <a:endParaRPr lang="de-DE"/>
          </a:p>
        </p:txBody>
      </p:sp>
      <p:sp>
        <p:nvSpPr>
          <p:cNvPr id="3" name="Foliennummernplatzhalter 2">
            <a:extLst>
              <a:ext uri="{FF2B5EF4-FFF2-40B4-BE49-F238E27FC236}">
                <a16:creationId xmlns:a16="http://schemas.microsoft.com/office/drawing/2014/main" id="{CD76A32B-96B3-A600-5AFF-3EB8ED073E8A}"/>
              </a:ext>
            </a:extLst>
          </p:cNvPr>
          <p:cNvSpPr>
            <a:spLocks noGrp="1"/>
          </p:cNvSpPr>
          <p:nvPr>
            <p:ph type="sldNum" sz="quarter" idx="24"/>
          </p:nvPr>
        </p:nvSpPr>
        <p:spPr bwMode="gray">
          <a:xfrm>
            <a:off x="11280745" y="6573600"/>
            <a:ext cx="647903" cy="144000"/>
          </a:xfrm>
        </p:spPr>
        <p:txBody>
          <a:bodyPr/>
          <a:lstStyle/>
          <a:p>
            <a:pPr lvl="0"/>
            <a:r>
              <a:rPr lang="de-DE" noProof="0"/>
              <a:t>Seite </a:t>
            </a:r>
            <a:fld id="{DC907883-A228-4E41-A7BF-33DDF6A01B2A}" type="slidenum">
              <a:rPr lang="de-DE" noProof="0" smtClean="0"/>
              <a:pPr lvl="0"/>
              <a:t>5</a:t>
            </a:fld>
            <a:endParaRPr lang="de-DE" noProof="0" dirty="0"/>
          </a:p>
        </p:txBody>
      </p:sp>
      <p:sp>
        <p:nvSpPr>
          <p:cNvPr id="4" name="Datumsplatzhalter 3">
            <a:extLst>
              <a:ext uri="{FF2B5EF4-FFF2-40B4-BE49-F238E27FC236}">
                <a16:creationId xmlns:a16="http://schemas.microsoft.com/office/drawing/2014/main" id="{2BDC68A1-DC9D-3517-6E77-55442B99CEAD}"/>
              </a:ext>
            </a:extLst>
          </p:cNvPr>
          <p:cNvSpPr>
            <a:spLocks noGrp="1"/>
          </p:cNvSpPr>
          <p:nvPr>
            <p:ph type="dt" sz="half" idx="29"/>
          </p:nvPr>
        </p:nvSpPr>
        <p:spPr bwMode="gray">
          <a:xfrm>
            <a:off x="1559656" y="6573600"/>
            <a:ext cx="1944000" cy="144000"/>
          </a:xfrm>
        </p:spPr>
        <p:txBody>
          <a:bodyPr/>
          <a:lstStyle/>
          <a:p>
            <a:r>
              <a:rPr lang="de-DE" dirty="0"/>
              <a:t>Intern, TT.MM.JJJJ</a:t>
            </a:r>
          </a:p>
        </p:txBody>
      </p:sp>
      <p:grpSp>
        <p:nvGrpSpPr>
          <p:cNvPr id="21" name="Gruppieren 20">
            <a:extLst>
              <a:ext uri="{FF2B5EF4-FFF2-40B4-BE49-F238E27FC236}">
                <a16:creationId xmlns:a16="http://schemas.microsoft.com/office/drawing/2014/main" id="{11AAD4E1-C40F-FA3E-783B-E448C0A4EE86}"/>
              </a:ext>
            </a:extLst>
          </p:cNvPr>
          <p:cNvGrpSpPr/>
          <p:nvPr/>
        </p:nvGrpSpPr>
        <p:grpSpPr bwMode="gray">
          <a:xfrm>
            <a:off x="8687680" y="2205000"/>
            <a:ext cx="2880320" cy="2502982"/>
            <a:chOff x="7392143" y="620688"/>
            <a:chExt cx="4295800" cy="3733025"/>
          </a:xfrm>
        </p:grpSpPr>
        <p:sp>
          <p:nvSpPr>
            <p:cNvPr id="22" name="Titel 13">
              <a:extLst>
                <a:ext uri="{FF2B5EF4-FFF2-40B4-BE49-F238E27FC236}">
                  <a16:creationId xmlns:a16="http://schemas.microsoft.com/office/drawing/2014/main" id="{F10ED8B0-BC46-6B71-90CF-6A2E5D979866}"/>
                </a:ext>
              </a:extLst>
            </p:cNvPr>
            <p:cNvSpPr txBox="1">
              <a:spLocks/>
            </p:cNvSpPr>
            <p:nvPr/>
          </p:nvSpPr>
          <p:spPr bwMode="gray">
            <a:xfrm>
              <a:off x="7392143" y="2625521"/>
              <a:ext cx="725355" cy="755577"/>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3" name="Titel 13">
              <a:extLst>
                <a:ext uri="{FF2B5EF4-FFF2-40B4-BE49-F238E27FC236}">
                  <a16:creationId xmlns:a16="http://schemas.microsoft.com/office/drawing/2014/main" id="{66871BE7-8C6D-62F4-2865-E7602D96BCBF}"/>
                </a:ext>
              </a:extLst>
            </p:cNvPr>
            <p:cNvSpPr txBox="1">
              <a:spLocks/>
            </p:cNvSpPr>
            <p:nvPr/>
          </p:nvSpPr>
          <p:spPr bwMode="gray">
            <a:xfrm>
              <a:off x="8367985" y="2451385"/>
              <a:ext cx="1826236" cy="1902328"/>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4" name="Titel 13">
              <a:extLst>
                <a:ext uri="{FF2B5EF4-FFF2-40B4-BE49-F238E27FC236}">
                  <a16:creationId xmlns:a16="http://schemas.microsoft.com/office/drawing/2014/main" id="{B5DFD83B-222B-31FB-78E6-99126B70406E}"/>
                </a:ext>
              </a:extLst>
            </p:cNvPr>
            <p:cNvSpPr txBox="1">
              <a:spLocks/>
            </p:cNvSpPr>
            <p:nvPr/>
          </p:nvSpPr>
          <p:spPr bwMode="gray">
            <a:xfrm>
              <a:off x="7392143" y="1225974"/>
              <a:ext cx="1124103" cy="1170940"/>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5" name="Titel 13">
              <a:extLst>
                <a:ext uri="{FF2B5EF4-FFF2-40B4-BE49-F238E27FC236}">
                  <a16:creationId xmlns:a16="http://schemas.microsoft.com/office/drawing/2014/main" id="{FC793C4B-54D2-8FDF-EA0D-1AE21EDE60F5}"/>
                </a:ext>
              </a:extLst>
            </p:cNvPr>
            <p:cNvSpPr txBox="1">
              <a:spLocks/>
            </p:cNvSpPr>
            <p:nvPr/>
          </p:nvSpPr>
          <p:spPr bwMode="gray">
            <a:xfrm>
              <a:off x="7997429" y="1571851"/>
              <a:ext cx="1297042" cy="1351085"/>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6" name="Titel 13">
              <a:extLst>
                <a:ext uri="{FF2B5EF4-FFF2-40B4-BE49-F238E27FC236}">
                  <a16:creationId xmlns:a16="http://schemas.microsoft.com/office/drawing/2014/main" id="{61B6B66E-1F1D-9125-D359-01BA8D7B23B4}"/>
                </a:ext>
              </a:extLst>
            </p:cNvPr>
            <p:cNvSpPr txBox="1">
              <a:spLocks/>
            </p:cNvSpPr>
            <p:nvPr/>
          </p:nvSpPr>
          <p:spPr bwMode="gray">
            <a:xfrm>
              <a:off x="8256838" y="620688"/>
              <a:ext cx="691755" cy="720579"/>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7" name="Titel 13">
              <a:extLst>
                <a:ext uri="{FF2B5EF4-FFF2-40B4-BE49-F238E27FC236}">
                  <a16:creationId xmlns:a16="http://schemas.microsoft.com/office/drawing/2014/main" id="{D42C4774-2ADB-62C3-940C-FB425D1E21DB}"/>
                </a:ext>
              </a:extLst>
            </p:cNvPr>
            <p:cNvSpPr txBox="1">
              <a:spLocks/>
            </p:cNvSpPr>
            <p:nvPr/>
          </p:nvSpPr>
          <p:spPr bwMode="gray">
            <a:xfrm>
              <a:off x="8775179" y="793627"/>
              <a:ext cx="951639" cy="991292"/>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8" name="Titel 13">
              <a:extLst>
                <a:ext uri="{FF2B5EF4-FFF2-40B4-BE49-F238E27FC236}">
                  <a16:creationId xmlns:a16="http://schemas.microsoft.com/office/drawing/2014/main" id="{A71AEA72-8BED-9C85-65FD-AD65E4B12FCF}"/>
                </a:ext>
              </a:extLst>
            </p:cNvPr>
            <p:cNvSpPr txBox="1">
              <a:spLocks/>
            </p:cNvSpPr>
            <p:nvPr/>
          </p:nvSpPr>
          <p:spPr bwMode="gray">
            <a:xfrm>
              <a:off x="9813287" y="2090668"/>
              <a:ext cx="913117" cy="951164"/>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29" name="Titel 13">
              <a:extLst>
                <a:ext uri="{FF2B5EF4-FFF2-40B4-BE49-F238E27FC236}">
                  <a16:creationId xmlns:a16="http://schemas.microsoft.com/office/drawing/2014/main" id="{71A7EBC4-6A92-CA7C-F3B3-22EFDE1063E5}"/>
                </a:ext>
              </a:extLst>
            </p:cNvPr>
            <p:cNvSpPr txBox="1">
              <a:spLocks/>
            </p:cNvSpPr>
            <p:nvPr/>
          </p:nvSpPr>
          <p:spPr bwMode="gray">
            <a:xfrm>
              <a:off x="11023858" y="1225974"/>
              <a:ext cx="664085" cy="691756"/>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lvl1pPr algn="l" defTabSz="914126" rtl="0" eaLnBrk="1" latinLnBrk="0" hangingPunct="1">
                <a:spcBef>
                  <a:spcPct val="0"/>
                </a:spcBef>
                <a:buNone/>
                <a:tabLst>
                  <a:tab pos="8061581" algn="r"/>
                </a:tabLst>
                <a:defRPr sz="2799" b="1" kern="1200">
                  <a:solidFill>
                    <a:srgbClr val="444B52"/>
                  </a:solidFill>
                  <a:latin typeface="+mj-lt"/>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sp>
          <p:nvSpPr>
            <p:cNvPr id="30" name="Titel 13">
              <a:extLst>
                <a:ext uri="{FF2B5EF4-FFF2-40B4-BE49-F238E27FC236}">
                  <a16:creationId xmlns:a16="http://schemas.microsoft.com/office/drawing/2014/main" id="{59CC5267-D90E-CBE7-B32D-E7368D6160FC}"/>
                </a:ext>
              </a:extLst>
            </p:cNvPr>
            <p:cNvSpPr txBox="1">
              <a:spLocks/>
            </p:cNvSpPr>
            <p:nvPr/>
          </p:nvSpPr>
          <p:spPr bwMode="gray">
            <a:xfrm>
              <a:off x="9467410" y="1038197"/>
              <a:ext cx="1642919" cy="1711376"/>
            </a:xfrm>
            <a:prstGeom prst="round2DiagRect">
              <a:avLst>
                <a:gd name="adj1" fmla="val 17774"/>
                <a:gd name="adj2" fmla="val 0"/>
              </a:avLst>
            </a:prstGeom>
            <a:noFill/>
            <a:ln w="12700">
              <a:solidFill>
                <a:schemeClr val="bg2"/>
              </a:solidFill>
            </a:ln>
          </p:spPr>
          <p:txBody>
            <a:bodyPr vert="horz" wrap="square" lIns="503992" tIns="143998" rIns="143998" bIns="179997" rtlCol="0" anchor="ctr" anchorCtr="0">
              <a:noAutofit/>
            </a:bodyPr>
            <a:lstStyle>
              <a:defPPr>
                <a:defRPr lang="en-US"/>
              </a:defPPr>
              <a:lvl1pPr marR="0" lvl="0" indent="0" defTabSz="914115" fontAlgn="auto">
                <a:lnSpc>
                  <a:spcPct val="100000"/>
                </a:lnSpc>
                <a:spcBef>
                  <a:spcPct val="0"/>
                </a:spcBef>
                <a:spcAft>
                  <a:spcPts val="0"/>
                </a:spcAft>
                <a:buClrTx/>
                <a:buSzTx/>
                <a:buFontTx/>
                <a:buNone/>
                <a:tabLst>
                  <a:tab pos="8061482" algn="r"/>
                </a:tabLst>
                <a:defRPr kumimoji="0" b="0" i="0" u="none" strike="noStrike" cap="none" spc="0" normalizeH="0" baseline="0">
                  <a:ln>
                    <a:noFill/>
                  </a:ln>
                  <a:solidFill>
                    <a:srgbClr val="FFFFFF"/>
                  </a:solidFill>
                  <a:effectLst/>
                  <a:uLnTx/>
                  <a:uFillTx/>
                  <a:latin typeface="Sparkasse Rg"/>
                  <a:ea typeface="+mj-ea"/>
                  <a:cs typeface="+mj-cs"/>
                </a:defRPr>
              </a:lvl1pPr>
            </a:lstStyle>
            <a:p>
              <a:pPr marL="0" marR="0" lvl="0" indent="0" algn="l" defTabSz="914115" rtl="0" eaLnBrk="1" fontAlgn="auto" latinLnBrk="0" hangingPunct="1">
                <a:lnSpc>
                  <a:spcPct val="100000"/>
                </a:lnSpc>
                <a:spcBef>
                  <a:spcPct val="0"/>
                </a:spcBef>
                <a:spcAft>
                  <a:spcPts val="0"/>
                </a:spcAft>
                <a:buClrTx/>
                <a:buSzTx/>
                <a:buFontTx/>
                <a:buNone/>
                <a:tabLst>
                  <a:tab pos="8061482" algn="r"/>
                </a:tabLst>
                <a:defRPr/>
              </a:pPr>
              <a:endParaRPr kumimoji="0" lang="de-DE" sz="1800" b="0" i="0" u="none" strike="noStrike" kern="1200" cap="none" spc="0" normalizeH="0" baseline="0" noProof="0" dirty="0">
                <a:ln>
                  <a:noFill/>
                </a:ln>
                <a:solidFill>
                  <a:srgbClr val="FFFFFF"/>
                </a:solidFill>
                <a:effectLst/>
                <a:uLnTx/>
                <a:uFillTx/>
                <a:latin typeface="Sparkasse Rg"/>
                <a:ea typeface="+mj-ea"/>
                <a:cs typeface="+mj-cs"/>
              </a:endParaRPr>
            </a:p>
          </p:txBody>
        </p:sp>
      </p:grpSp>
      <p:sp>
        <p:nvSpPr>
          <p:cNvPr id="48" name="Ellipse 47">
            <a:extLst>
              <a:ext uri="{FF2B5EF4-FFF2-40B4-BE49-F238E27FC236}">
                <a16:creationId xmlns:a16="http://schemas.microsoft.com/office/drawing/2014/main" id="{FBE87C98-421E-2757-EE5E-AAE40F7F376B}"/>
              </a:ext>
            </a:extLst>
          </p:cNvPr>
          <p:cNvSpPr>
            <a:spLocks noChangeAspect="1"/>
          </p:cNvSpPr>
          <p:nvPr/>
        </p:nvSpPr>
        <p:spPr bwMode="gray">
          <a:xfrm>
            <a:off x="4944000" y="3933000"/>
            <a:ext cx="324000" cy="324000"/>
          </a:xfrm>
          <a:prstGeom prst="ellipse">
            <a:avLst/>
          </a:prstGeom>
          <a:solidFill>
            <a:srgbClr val="EE0000">
              <a:alpha val="0"/>
            </a:srgbClr>
          </a:solidFill>
          <a:ln w="1905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05" rtl="0" eaLnBrk="1" fontAlgn="auto" latinLnBrk="0" hangingPunct="1">
              <a:lnSpc>
                <a:spcPct val="100000"/>
              </a:lnSpc>
              <a:spcBef>
                <a:spcPts val="300"/>
              </a:spcBef>
              <a:spcAft>
                <a:spcPts val="300"/>
              </a:spcAft>
              <a:buClrTx/>
              <a:buSzTx/>
              <a:buFontTx/>
              <a:buNone/>
              <a:tabLst/>
              <a:defRPr/>
            </a:pPr>
            <a:endParaRPr kumimoji="0" lang="de-DE" sz="2000" b="0" i="0" u="none" strike="noStrike" kern="1200" cap="none" spc="0" normalizeH="0" baseline="0" noProof="0" dirty="0" err="1">
              <a:ln>
                <a:noFill/>
              </a:ln>
              <a:solidFill>
                <a:srgbClr val="000000"/>
              </a:solidFill>
              <a:effectLst/>
              <a:uLnTx/>
              <a:uFillTx/>
              <a:latin typeface="Sparkasse Lt"/>
              <a:ea typeface="+mn-ea"/>
              <a:cs typeface="+mn-cs"/>
            </a:endParaRPr>
          </a:p>
        </p:txBody>
      </p:sp>
      <p:sp>
        <p:nvSpPr>
          <p:cNvPr id="13" name="Banderole">
            <a:extLst>
              <a:ext uri="{FF2B5EF4-FFF2-40B4-BE49-F238E27FC236}">
                <a16:creationId xmlns:a16="http://schemas.microsoft.com/office/drawing/2014/main" id="{2D44237B-4B5E-B848-FC37-10A6A6209445}"/>
              </a:ext>
            </a:extLst>
          </p:cNvPr>
          <p:cNvSpPr txBox="1">
            <a:spLocks/>
          </p:cNvSpPr>
          <p:nvPr/>
        </p:nvSpPr>
        <p:spPr bwMode="gray">
          <a:xfrm>
            <a:off x="695400" y="2205038"/>
            <a:ext cx="4104532" cy="3600226"/>
          </a:xfrm>
          <a:prstGeom prst="round2DiagRect">
            <a:avLst>
              <a:gd name="adj1" fmla="val 15276"/>
              <a:gd name="adj2" fmla="val 0"/>
            </a:avLst>
          </a:prstGeom>
          <a:gradFill>
            <a:gsLst>
              <a:gs pos="78000">
                <a:schemeClr val="bg2"/>
              </a:gs>
              <a:gs pos="0">
                <a:srgbClr val="9B348E"/>
              </a:gs>
              <a:gs pos="37000">
                <a:schemeClr val="bg2"/>
              </a:gs>
            </a:gsLst>
            <a:lin ang="12600000" scaled="0"/>
          </a:gradFill>
        </p:spPr>
        <p:txBody>
          <a:bodyPr wrap="square" lIns="288000" tIns="216000" rIns="288000" bIns="216000" numCol="1" spcCol="576000" anchor="t" anchorCtr="0">
            <a:noAutofit/>
          </a:bodyPr>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bg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a:solidFill>
                  <a:schemeClr val="bg1"/>
                </a:solidFill>
                <a:latin typeface="+mn-lt"/>
                <a:ea typeface="+mn-ea"/>
                <a:cs typeface="+mn-cs"/>
              </a:defRPr>
            </a:lvl2pPr>
            <a:lvl3pPr marL="180000" indent="-180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lang="de-DE" sz="1600" kern="1200">
                <a:solidFill>
                  <a:schemeClr val="bg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1"/>
              </a:buClr>
              <a:buFont typeface="Arial" panose="020B0604020202020204" pitchFamily="34" charset="0"/>
              <a:buChar char="•"/>
              <a:defRPr lang="de-DE" sz="1600" kern="1200">
                <a:solidFill>
                  <a:schemeClr val="bg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600" kern="1200">
                <a:solidFill>
                  <a:schemeClr val="bg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bg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bg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200" kern="1200" baseline="0">
                <a:solidFill>
                  <a:schemeClr val="bg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200" kern="1200" baseline="0">
                <a:solidFill>
                  <a:schemeClr val="bg1"/>
                </a:solidFill>
                <a:latin typeface="+mn-lt"/>
                <a:ea typeface="+mn-ea"/>
                <a:cs typeface="+mn-cs"/>
              </a:defRPr>
            </a:lvl9pPr>
          </a:lstStyle>
          <a:p>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p>
        </p:txBody>
      </p:sp>
      <p:sp>
        <p:nvSpPr>
          <p:cNvPr id="14" name="Inhaltsplatzhalter 16">
            <a:extLst>
              <a:ext uri="{FF2B5EF4-FFF2-40B4-BE49-F238E27FC236}">
                <a16:creationId xmlns:a16="http://schemas.microsoft.com/office/drawing/2014/main" id="{CFB82CC7-B055-C164-281A-6B1C454B965D}"/>
              </a:ext>
            </a:extLst>
          </p:cNvPr>
          <p:cNvSpPr txBox="1">
            <a:spLocks/>
          </p:cNvSpPr>
          <p:nvPr/>
        </p:nvSpPr>
        <p:spPr bwMode="gray">
          <a:xfrm>
            <a:off x="4943873" y="5157192"/>
            <a:ext cx="6624240" cy="648072"/>
          </a:xfrm>
          <a:prstGeom prst="round2DiagRect">
            <a:avLst>
              <a:gd name="adj1" fmla="val 18012"/>
              <a:gd name="adj2" fmla="val 0"/>
            </a:avLst>
          </a:prstGeom>
          <a:ln w="12700">
            <a:solidFill>
              <a:schemeClr val="bg2"/>
            </a:solidFill>
          </a:ln>
        </p:spPr>
        <p:txBody>
          <a:bodyPr lIns="144000" tIns="144000" rIns="144000" bIns="144000" anchor="ctr" anchorCtr="0"/>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tx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a:lstStyle>
          <a:p>
            <a:pPr lvl="1"/>
            <a:r>
              <a:rPr lang="de-DE" dirty="0" err="1">
                <a:solidFill>
                  <a:schemeClr val="bg2"/>
                </a:solidFill>
              </a:rPr>
              <a:t>Fazitbox</a:t>
            </a:r>
            <a:r>
              <a:rPr lang="de-DE" dirty="0">
                <a:solidFill>
                  <a:schemeClr val="bg2"/>
                </a:solidFill>
              </a:rPr>
              <a:t> mit </a:t>
            </a:r>
            <a:r>
              <a:rPr lang="de-DE" dirty="0">
                <a:solidFill>
                  <a:schemeClr val="bg2"/>
                </a:solidFill>
                <a:latin typeface="+mj-lt"/>
              </a:rPr>
              <a:t>manuellen Hervorhebungen</a:t>
            </a:r>
            <a:r>
              <a:rPr lang="de-DE" dirty="0">
                <a:solidFill>
                  <a:schemeClr val="bg2"/>
                </a:solidFill>
              </a:rPr>
              <a:t>. </a:t>
            </a:r>
            <a:r>
              <a:rPr lang="de-DE" dirty="0" err="1">
                <a:solidFill>
                  <a:schemeClr val="bg2"/>
                </a:solidFill>
              </a:rPr>
              <a:t>Lorem</a:t>
            </a:r>
            <a:r>
              <a:rPr lang="de-DE" dirty="0">
                <a:solidFill>
                  <a:schemeClr val="bg2"/>
                </a:solidFill>
              </a:rPr>
              <a:t> </a:t>
            </a:r>
            <a:r>
              <a:rPr lang="de-DE" dirty="0" err="1">
                <a:solidFill>
                  <a:schemeClr val="bg2"/>
                </a:solidFill>
              </a:rPr>
              <a:t>ipsum</a:t>
            </a:r>
            <a:r>
              <a:rPr lang="de-DE" dirty="0">
                <a:solidFill>
                  <a:schemeClr val="bg2"/>
                </a:solidFill>
              </a:rPr>
              <a:t> </a:t>
            </a:r>
            <a:r>
              <a:rPr lang="de-DE" dirty="0" err="1">
                <a:solidFill>
                  <a:schemeClr val="bg2"/>
                </a:solidFill>
              </a:rPr>
              <a:t>dolor</a:t>
            </a:r>
            <a:r>
              <a:rPr lang="de-DE" dirty="0">
                <a:solidFill>
                  <a:schemeClr val="bg2"/>
                </a:solidFill>
              </a:rPr>
              <a:t>.</a:t>
            </a:r>
          </a:p>
        </p:txBody>
      </p:sp>
      <p:sp>
        <p:nvSpPr>
          <p:cNvPr id="15" name="Textplatzhalter 11">
            <a:extLst>
              <a:ext uri="{FF2B5EF4-FFF2-40B4-BE49-F238E27FC236}">
                <a16:creationId xmlns:a16="http://schemas.microsoft.com/office/drawing/2014/main" id="{ADF4B7C4-9549-38B0-E778-9A104FF7EE97}"/>
              </a:ext>
            </a:extLst>
          </p:cNvPr>
          <p:cNvSpPr txBox="1">
            <a:spLocks noChangeAspect="1"/>
          </p:cNvSpPr>
          <p:nvPr/>
        </p:nvSpPr>
        <p:spPr bwMode="gray">
          <a:xfrm>
            <a:off x="4943872" y="2204864"/>
            <a:ext cx="720000" cy="720080"/>
          </a:xfrm>
          <a:prstGeom prst="ellipse">
            <a:avLst/>
          </a:prstGeom>
          <a:solidFill>
            <a:srgbClr val="FFC900"/>
          </a:solidFill>
          <a:ln w="12700">
            <a:noFill/>
          </a:ln>
        </p:spPr>
        <p:txBody>
          <a:bodyPr wrap="none" lIns="0" tIns="0" rIns="0" bIns="0"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pPr>
              <a:lnSpc>
                <a:spcPct val="110000"/>
              </a:lnSpc>
            </a:pPr>
            <a:r>
              <a:rPr lang="de-DE" sz="1200" spc="0" dirty="0">
                <a:solidFill>
                  <a:schemeClr val="tx1"/>
                </a:solidFill>
              </a:rPr>
              <a:t>Störer</a:t>
            </a:r>
          </a:p>
        </p:txBody>
      </p:sp>
      <p:sp>
        <p:nvSpPr>
          <p:cNvPr id="19" name="Textplatzhalter 11">
            <a:extLst>
              <a:ext uri="{FF2B5EF4-FFF2-40B4-BE49-F238E27FC236}">
                <a16:creationId xmlns:a16="http://schemas.microsoft.com/office/drawing/2014/main" id="{36301DB5-0E6A-CF38-7D1E-512C84E383D4}"/>
              </a:ext>
            </a:extLst>
          </p:cNvPr>
          <p:cNvSpPr txBox="1">
            <a:spLocks noChangeAspect="1"/>
          </p:cNvSpPr>
          <p:nvPr/>
        </p:nvSpPr>
        <p:spPr bwMode="gray">
          <a:xfrm>
            <a:off x="5789354" y="2204864"/>
            <a:ext cx="720000" cy="720080"/>
          </a:xfrm>
          <a:prstGeom prst="ellipse">
            <a:avLst/>
          </a:prstGeom>
          <a:solidFill>
            <a:srgbClr val="FF8F00"/>
          </a:solidFill>
          <a:ln w="12700">
            <a:noFill/>
          </a:ln>
        </p:spPr>
        <p:txBody>
          <a:bodyPr wrap="none" lIns="0" tIns="0" rIns="0" bIns="0"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pPr>
              <a:lnSpc>
                <a:spcPct val="110000"/>
              </a:lnSpc>
            </a:pPr>
            <a:r>
              <a:rPr lang="de-DE" sz="1200" spc="0" dirty="0">
                <a:solidFill>
                  <a:srgbClr val="FFFFFF"/>
                </a:solidFill>
              </a:rPr>
              <a:t>Störer</a:t>
            </a:r>
          </a:p>
        </p:txBody>
      </p:sp>
      <p:sp>
        <p:nvSpPr>
          <p:cNvPr id="20" name="Textplatzhalter 11">
            <a:extLst>
              <a:ext uri="{FF2B5EF4-FFF2-40B4-BE49-F238E27FC236}">
                <a16:creationId xmlns:a16="http://schemas.microsoft.com/office/drawing/2014/main" id="{57F95311-EB01-D1FC-4CCC-C64A255A543C}"/>
              </a:ext>
            </a:extLst>
          </p:cNvPr>
          <p:cNvSpPr txBox="1">
            <a:spLocks noChangeAspect="1"/>
          </p:cNvSpPr>
          <p:nvPr/>
        </p:nvSpPr>
        <p:spPr bwMode="gray">
          <a:xfrm>
            <a:off x="6632564" y="2204864"/>
            <a:ext cx="720000" cy="720080"/>
          </a:xfrm>
          <a:prstGeom prst="ellipse">
            <a:avLst/>
          </a:prstGeom>
          <a:solidFill>
            <a:schemeClr val="bg2"/>
          </a:solidFill>
          <a:ln w="12700">
            <a:noFill/>
          </a:ln>
        </p:spPr>
        <p:txBody>
          <a:bodyPr wrap="none" lIns="0" tIns="0" rIns="0" bIns="0"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pPr>
              <a:lnSpc>
                <a:spcPct val="110000"/>
              </a:lnSpc>
            </a:pPr>
            <a:r>
              <a:rPr lang="de-DE" sz="1200" spc="0" dirty="0">
                <a:solidFill>
                  <a:srgbClr val="FFFFFF"/>
                </a:solidFill>
              </a:rPr>
              <a:t>Störer</a:t>
            </a:r>
          </a:p>
        </p:txBody>
      </p:sp>
      <p:sp>
        <p:nvSpPr>
          <p:cNvPr id="38" name="Textplatzhalter 11">
            <a:extLst>
              <a:ext uri="{FF2B5EF4-FFF2-40B4-BE49-F238E27FC236}">
                <a16:creationId xmlns:a16="http://schemas.microsoft.com/office/drawing/2014/main" id="{6B4AD43A-4150-F957-C5DC-1285B56593C3}"/>
              </a:ext>
            </a:extLst>
          </p:cNvPr>
          <p:cNvSpPr txBox="1">
            <a:spLocks noChangeAspect="1"/>
          </p:cNvSpPr>
          <p:nvPr/>
        </p:nvSpPr>
        <p:spPr bwMode="gray">
          <a:xfrm>
            <a:off x="7475773" y="2204864"/>
            <a:ext cx="720000" cy="720080"/>
          </a:xfrm>
          <a:prstGeom prst="ellipse">
            <a:avLst/>
          </a:prstGeom>
          <a:solidFill>
            <a:srgbClr val="9B348E"/>
          </a:solidFill>
          <a:ln w="12700">
            <a:noFill/>
          </a:ln>
        </p:spPr>
        <p:txBody>
          <a:bodyPr wrap="none" lIns="0" tIns="0" rIns="0" bIns="0"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pPr>
              <a:lnSpc>
                <a:spcPct val="110000"/>
              </a:lnSpc>
            </a:pPr>
            <a:r>
              <a:rPr lang="de-DE" sz="1200" spc="0" dirty="0">
                <a:solidFill>
                  <a:srgbClr val="FFFFFF"/>
                </a:solidFill>
              </a:rPr>
              <a:t>Störer</a:t>
            </a:r>
          </a:p>
        </p:txBody>
      </p:sp>
      <p:sp>
        <p:nvSpPr>
          <p:cNvPr id="43" name="Textplatzhalter 11">
            <a:extLst>
              <a:ext uri="{FF2B5EF4-FFF2-40B4-BE49-F238E27FC236}">
                <a16:creationId xmlns:a16="http://schemas.microsoft.com/office/drawing/2014/main" id="{E2D88789-956D-410E-080C-A1CB59FF7844}"/>
              </a:ext>
            </a:extLst>
          </p:cNvPr>
          <p:cNvSpPr txBox="1">
            <a:spLocks noChangeAspect="1"/>
          </p:cNvSpPr>
          <p:nvPr/>
        </p:nvSpPr>
        <p:spPr bwMode="gray">
          <a:xfrm>
            <a:off x="4943872" y="3104964"/>
            <a:ext cx="720000" cy="720080"/>
          </a:xfrm>
          <a:prstGeom prst="ellipse">
            <a:avLst/>
          </a:prstGeom>
          <a:solidFill>
            <a:srgbClr val="2C57D2"/>
          </a:solidFill>
          <a:ln w="12700">
            <a:noFill/>
          </a:ln>
        </p:spPr>
        <p:txBody>
          <a:bodyPr wrap="none" lIns="0" tIns="0" rIns="0" bIns="0"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pPr>
              <a:lnSpc>
                <a:spcPct val="110000"/>
              </a:lnSpc>
            </a:pPr>
            <a:r>
              <a:rPr lang="de-DE" sz="1200" spc="0" dirty="0">
                <a:solidFill>
                  <a:srgbClr val="FFFFFF"/>
                </a:solidFill>
              </a:rPr>
              <a:t>Störer</a:t>
            </a:r>
          </a:p>
        </p:txBody>
      </p:sp>
      <p:sp>
        <p:nvSpPr>
          <p:cNvPr id="44" name="Textplatzhalter 11">
            <a:extLst>
              <a:ext uri="{FF2B5EF4-FFF2-40B4-BE49-F238E27FC236}">
                <a16:creationId xmlns:a16="http://schemas.microsoft.com/office/drawing/2014/main" id="{52458473-4958-1A3F-9B4F-809CD5DAE9C4}"/>
              </a:ext>
            </a:extLst>
          </p:cNvPr>
          <p:cNvSpPr txBox="1">
            <a:spLocks noChangeAspect="1"/>
          </p:cNvSpPr>
          <p:nvPr/>
        </p:nvSpPr>
        <p:spPr bwMode="gray">
          <a:xfrm>
            <a:off x="5789354" y="3104964"/>
            <a:ext cx="720000" cy="720080"/>
          </a:xfrm>
          <a:prstGeom prst="ellipse">
            <a:avLst/>
          </a:prstGeom>
          <a:solidFill>
            <a:srgbClr val="00ACD3"/>
          </a:solidFill>
          <a:ln w="12700">
            <a:noFill/>
          </a:ln>
        </p:spPr>
        <p:txBody>
          <a:bodyPr wrap="none" lIns="0" tIns="0" rIns="0" bIns="0"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pPr>
              <a:lnSpc>
                <a:spcPct val="110000"/>
              </a:lnSpc>
            </a:pPr>
            <a:r>
              <a:rPr lang="de-DE" sz="1200" spc="0" dirty="0">
                <a:solidFill>
                  <a:srgbClr val="FFFFFF"/>
                </a:solidFill>
              </a:rPr>
              <a:t>Störer</a:t>
            </a:r>
          </a:p>
        </p:txBody>
      </p:sp>
      <p:sp>
        <p:nvSpPr>
          <p:cNvPr id="45" name="Textplatzhalter 11">
            <a:extLst>
              <a:ext uri="{FF2B5EF4-FFF2-40B4-BE49-F238E27FC236}">
                <a16:creationId xmlns:a16="http://schemas.microsoft.com/office/drawing/2014/main" id="{3EA78A4F-3439-DB97-8273-4FEDAF0E77F6}"/>
              </a:ext>
            </a:extLst>
          </p:cNvPr>
          <p:cNvSpPr txBox="1">
            <a:spLocks noChangeAspect="1"/>
          </p:cNvSpPr>
          <p:nvPr/>
        </p:nvSpPr>
        <p:spPr bwMode="gray">
          <a:xfrm>
            <a:off x="6632564" y="3104964"/>
            <a:ext cx="720000" cy="720080"/>
          </a:xfrm>
          <a:prstGeom prst="ellipse">
            <a:avLst/>
          </a:prstGeom>
          <a:solidFill>
            <a:srgbClr val="009864"/>
          </a:solidFill>
          <a:ln w="12700">
            <a:noFill/>
          </a:ln>
        </p:spPr>
        <p:txBody>
          <a:bodyPr wrap="none" lIns="0" tIns="0" rIns="0" bIns="0"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pPr>
              <a:lnSpc>
                <a:spcPct val="110000"/>
              </a:lnSpc>
            </a:pPr>
            <a:r>
              <a:rPr lang="de-DE" sz="1200" spc="0" dirty="0">
                <a:solidFill>
                  <a:srgbClr val="FFFFFF"/>
                </a:solidFill>
              </a:rPr>
              <a:t>Störer</a:t>
            </a:r>
          </a:p>
        </p:txBody>
      </p:sp>
      <p:sp>
        <p:nvSpPr>
          <p:cNvPr id="46" name="Textplatzhalter 11">
            <a:extLst>
              <a:ext uri="{FF2B5EF4-FFF2-40B4-BE49-F238E27FC236}">
                <a16:creationId xmlns:a16="http://schemas.microsoft.com/office/drawing/2014/main" id="{3864544A-482C-AAD0-1524-B529BBB2420D}"/>
              </a:ext>
            </a:extLst>
          </p:cNvPr>
          <p:cNvSpPr txBox="1">
            <a:spLocks noChangeAspect="1"/>
          </p:cNvSpPr>
          <p:nvPr/>
        </p:nvSpPr>
        <p:spPr bwMode="gray">
          <a:xfrm>
            <a:off x="7475773" y="3104964"/>
            <a:ext cx="720000" cy="720080"/>
          </a:xfrm>
          <a:prstGeom prst="ellipse">
            <a:avLst/>
          </a:prstGeom>
          <a:solidFill>
            <a:srgbClr val="8CD000"/>
          </a:solidFill>
          <a:ln w="12700">
            <a:noFill/>
          </a:ln>
        </p:spPr>
        <p:txBody>
          <a:bodyPr wrap="none" lIns="0" tIns="0" rIns="0" bIns="0"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pPr>
              <a:lnSpc>
                <a:spcPct val="110000"/>
              </a:lnSpc>
            </a:pPr>
            <a:r>
              <a:rPr lang="de-DE" sz="1200" spc="0" dirty="0">
                <a:solidFill>
                  <a:srgbClr val="FFFFFF"/>
                </a:solidFill>
              </a:rPr>
              <a:t>Störer</a:t>
            </a:r>
          </a:p>
        </p:txBody>
      </p:sp>
      <p:sp>
        <p:nvSpPr>
          <p:cNvPr id="41" name="Textplatzhalter 14">
            <a:extLst>
              <a:ext uri="{FF2B5EF4-FFF2-40B4-BE49-F238E27FC236}">
                <a16:creationId xmlns:a16="http://schemas.microsoft.com/office/drawing/2014/main" id="{9FD6090E-A650-B490-970A-D2AC6312873E}"/>
              </a:ext>
            </a:extLst>
          </p:cNvPr>
          <p:cNvSpPr txBox="1">
            <a:spLocks noChangeAspect="1"/>
          </p:cNvSpPr>
          <p:nvPr/>
        </p:nvSpPr>
        <p:spPr bwMode="gray">
          <a:xfrm>
            <a:off x="695400" y="260672"/>
            <a:ext cx="216000" cy="216000"/>
          </a:xfrm>
          <a:prstGeom prst="ellipse">
            <a:avLst/>
          </a:prstGeom>
          <a:ln>
            <a:solidFill>
              <a:schemeClr val="tx2"/>
            </a:solidFill>
          </a:ln>
        </p:spPr>
        <p:txBody>
          <a:bodyPr wrap="none" lIns="0" tIns="0" rIns="0" bIns="0" anchor="ctr"/>
          <a:lstStyle>
            <a:lvl1pPr marL="0" indent="0" algn="ctr" defTabSz="914115" rtl="0" eaLnBrk="1" latinLnBrk="0" hangingPunct="1">
              <a:lnSpc>
                <a:spcPct val="110000"/>
              </a:lnSpc>
              <a:spcBef>
                <a:spcPts val="0"/>
              </a:spcBef>
              <a:spcAft>
                <a:spcPts val="0"/>
              </a:spcAft>
              <a:buFontTx/>
              <a:buNone/>
              <a:defRPr sz="1200" b="0" kern="1200">
                <a:solidFill>
                  <a:schemeClr val="bg2"/>
                </a:solidFill>
                <a:latin typeface="+mn-lt"/>
                <a:ea typeface="+mn-ea"/>
                <a:cs typeface="+mn-cs"/>
              </a:defRPr>
            </a:lvl1pPr>
            <a:lvl2pPr marL="0" indent="0" algn="ctr" defTabSz="914115" rtl="0" eaLnBrk="1" latinLnBrk="0" hangingPunct="1">
              <a:lnSpc>
                <a:spcPct val="110000"/>
              </a:lnSpc>
              <a:spcBef>
                <a:spcPts val="0"/>
              </a:spcBef>
              <a:spcAft>
                <a:spcPts val="0"/>
              </a:spcAft>
              <a:buFontTx/>
              <a:buNone/>
              <a:defRPr lang="de-DE" sz="1200" b="0" kern="1200" dirty="0">
                <a:solidFill>
                  <a:schemeClr val="bg2"/>
                </a:solidFill>
                <a:latin typeface="+mn-lt"/>
                <a:ea typeface="+mn-ea"/>
                <a:cs typeface="+mn-cs"/>
              </a:defRPr>
            </a:lvl2pPr>
            <a:lvl3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3pPr>
            <a:lvl4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4pPr>
            <a:lvl5pPr marL="0" indent="0" algn="ctr" defTabSz="914115" rtl="0" eaLnBrk="1" latinLnBrk="0" hangingPunct="1">
              <a:lnSpc>
                <a:spcPct val="110000"/>
              </a:lnSpc>
              <a:spcBef>
                <a:spcPts val="0"/>
              </a:spcBef>
              <a:spcAft>
                <a:spcPts val="0"/>
              </a:spcAft>
              <a:buClr>
                <a:schemeClr val="bg2"/>
              </a:buClr>
              <a:buFontTx/>
              <a:buNone/>
              <a:defRPr sz="1200" kern="1200">
                <a:solidFill>
                  <a:schemeClr val="bg2"/>
                </a:solidFill>
                <a:latin typeface="+mn-lt"/>
                <a:ea typeface="+mn-ea"/>
                <a:cs typeface="+mn-cs"/>
              </a:defRPr>
            </a:lvl5pPr>
            <a:lvl6pPr marL="0" indent="0" algn="ctr" defTabSz="914115" rtl="0" eaLnBrk="1" latinLnBrk="0" hangingPunct="1">
              <a:lnSpc>
                <a:spcPct val="110000"/>
              </a:lnSpc>
              <a:spcBef>
                <a:spcPts val="0"/>
              </a:spcBef>
              <a:spcAft>
                <a:spcPts val="0"/>
              </a:spcAft>
              <a:buFontTx/>
              <a:buNone/>
              <a:defRPr sz="1200" kern="1200" baseline="0">
                <a:solidFill>
                  <a:schemeClr val="bg2"/>
                </a:solidFill>
                <a:latin typeface="+mn-lt"/>
                <a:ea typeface="+mn-ea"/>
                <a:cs typeface="+mn-cs"/>
              </a:defRPr>
            </a:lvl6pPr>
            <a:lvl7pPr marL="0" indent="0" algn="ctr" defTabSz="914115" rtl="0" eaLnBrk="1" latinLnBrk="0" hangingPunct="1">
              <a:lnSpc>
                <a:spcPct val="110000"/>
              </a:lnSpc>
              <a:spcBef>
                <a:spcPts val="0"/>
              </a:spcBef>
              <a:spcAft>
                <a:spcPts val="0"/>
              </a:spcAft>
              <a:buFontTx/>
              <a:buNone/>
              <a:tabLst/>
              <a:defRPr sz="1200" kern="1200" baseline="0">
                <a:solidFill>
                  <a:schemeClr val="bg2"/>
                </a:solidFill>
                <a:latin typeface="+mn-lt"/>
                <a:ea typeface="+mn-ea"/>
                <a:cs typeface="+mn-cs"/>
              </a:defRPr>
            </a:lvl7pPr>
            <a:lvl8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8pPr>
            <a:lvl9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9pPr>
          </a:lstStyle>
          <a:p>
            <a:r>
              <a:rPr lang="de-DE" dirty="0">
                <a:solidFill>
                  <a:schemeClr val="tx2"/>
                </a:solidFill>
              </a:rPr>
              <a:t>1</a:t>
            </a:r>
          </a:p>
        </p:txBody>
      </p:sp>
      <p:sp>
        <p:nvSpPr>
          <p:cNvPr id="42" name="Textplatzhalter 14">
            <a:extLst>
              <a:ext uri="{FF2B5EF4-FFF2-40B4-BE49-F238E27FC236}">
                <a16:creationId xmlns:a16="http://schemas.microsoft.com/office/drawing/2014/main" id="{71E61C26-9B0F-1149-67D3-49C219C763B9}"/>
              </a:ext>
            </a:extLst>
          </p:cNvPr>
          <p:cNvSpPr txBox="1">
            <a:spLocks noChangeAspect="1"/>
          </p:cNvSpPr>
          <p:nvPr/>
        </p:nvSpPr>
        <p:spPr bwMode="gray">
          <a:xfrm>
            <a:off x="983432" y="260672"/>
            <a:ext cx="216000" cy="216000"/>
          </a:xfrm>
          <a:prstGeom prst="ellipse">
            <a:avLst/>
          </a:prstGeom>
          <a:ln>
            <a:solidFill>
              <a:schemeClr val="tx2"/>
            </a:solidFill>
          </a:ln>
        </p:spPr>
        <p:txBody>
          <a:bodyPr wrap="none" lIns="0" tIns="0" rIns="0" bIns="0" anchor="ctr"/>
          <a:lstStyle>
            <a:lvl1pPr marL="0" indent="0" algn="ctr" defTabSz="914115" rtl="0" eaLnBrk="1" latinLnBrk="0" hangingPunct="1">
              <a:lnSpc>
                <a:spcPct val="110000"/>
              </a:lnSpc>
              <a:spcBef>
                <a:spcPts val="0"/>
              </a:spcBef>
              <a:spcAft>
                <a:spcPts val="0"/>
              </a:spcAft>
              <a:buFontTx/>
              <a:buNone/>
              <a:defRPr sz="1200" b="0" kern="1200">
                <a:solidFill>
                  <a:schemeClr val="bg2"/>
                </a:solidFill>
                <a:latin typeface="+mn-lt"/>
                <a:ea typeface="+mn-ea"/>
                <a:cs typeface="+mn-cs"/>
              </a:defRPr>
            </a:lvl1pPr>
            <a:lvl2pPr marL="0" indent="0" algn="ctr" defTabSz="914115" rtl="0" eaLnBrk="1" latinLnBrk="0" hangingPunct="1">
              <a:lnSpc>
                <a:spcPct val="110000"/>
              </a:lnSpc>
              <a:spcBef>
                <a:spcPts val="0"/>
              </a:spcBef>
              <a:spcAft>
                <a:spcPts val="0"/>
              </a:spcAft>
              <a:buFontTx/>
              <a:buNone/>
              <a:defRPr lang="de-DE" sz="1200" b="0" kern="1200" dirty="0">
                <a:solidFill>
                  <a:schemeClr val="bg2"/>
                </a:solidFill>
                <a:latin typeface="+mn-lt"/>
                <a:ea typeface="+mn-ea"/>
                <a:cs typeface="+mn-cs"/>
              </a:defRPr>
            </a:lvl2pPr>
            <a:lvl3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3pPr>
            <a:lvl4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4pPr>
            <a:lvl5pPr marL="0" indent="0" algn="ctr" defTabSz="914115" rtl="0" eaLnBrk="1" latinLnBrk="0" hangingPunct="1">
              <a:lnSpc>
                <a:spcPct val="110000"/>
              </a:lnSpc>
              <a:spcBef>
                <a:spcPts val="0"/>
              </a:spcBef>
              <a:spcAft>
                <a:spcPts val="0"/>
              </a:spcAft>
              <a:buClr>
                <a:schemeClr val="bg2"/>
              </a:buClr>
              <a:buFontTx/>
              <a:buNone/>
              <a:defRPr sz="1200" kern="1200">
                <a:solidFill>
                  <a:schemeClr val="bg2"/>
                </a:solidFill>
                <a:latin typeface="+mn-lt"/>
                <a:ea typeface="+mn-ea"/>
                <a:cs typeface="+mn-cs"/>
              </a:defRPr>
            </a:lvl5pPr>
            <a:lvl6pPr marL="0" indent="0" algn="ctr" defTabSz="914115" rtl="0" eaLnBrk="1" latinLnBrk="0" hangingPunct="1">
              <a:lnSpc>
                <a:spcPct val="110000"/>
              </a:lnSpc>
              <a:spcBef>
                <a:spcPts val="0"/>
              </a:spcBef>
              <a:spcAft>
                <a:spcPts val="0"/>
              </a:spcAft>
              <a:buFontTx/>
              <a:buNone/>
              <a:defRPr sz="1200" kern="1200" baseline="0">
                <a:solidFill>
                  <a:schemeClr val="bg2"/>
                </a:solidFill>
                <a:latin typeface="+mn-lt"/>
                <a:ea typeface="+mn-ea"/>
                <a:cs typeface="+mn-cs"/>
              </a:defRPr>
            </a:lvl6pPr>
            <a:lvl7pPr marL="0" indent="0" algn="ctr" defTabSz="914115" rtl="0" eaLnBrk="1" latinLnBrk="0" hangingPunct="1">
              <a:lnSpc>
                <a:spcPct val="110000"/>
              </a:lnSpc>
              <a:spcBef>
                <a:spcPts val="0"/>
              </a:spcBef>
              <a:spcAft>
                <a:spcPts val="0"/>
              </a:spcAft>
              <a:buFontTx/>
              <a:buNone/>
              <a:tabLst/>
              <a:defRPr sz="1200" kern="1200" baseline="0">
                <a:solidFill>
                  <a:schemeClr val="bg2"/>
                </a:solidFill>
                <a:latin typeface="+mn-lt"/>
                <a:ea typeface="+mn-ea"/>
                <a:cs typeface="+mn-cs"/>
              </a:defRPr>
            </a:lvl7pPr>
            <a:lvl8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8pPr>
            <a:lvl9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9pPr>
          </a:lstStyle>
          <a:p>
            <a:r>
              <a:rPr lang="de-DE" dirty="0">
                <a:solidFill>
                  <a:schemeClr val="tx2"/>
                </a:solidFill>
              </a:rPr>
              <a:t>2</a:t>
            </a:r>
          </a:p>
        </p:txBody>
      </p:sp>
      <p:sp>
        <p:nvSpPr>
          <p:cNvPr id="47" name="Textplatzhalter 14">
            <a:extLst>
              <a:ext uri="{FF2B5EF4-FFF2-40B4-BE49-F238E27FC236}">
                <a16:creationId xmlns:a16="http://schemas.microsoft.com/office/drawing/2014/main" id="{4C821494-FFB3-AD25-DD86-CEAEA86BA14F}"/>
              </a:ext>
            </a:extLst>
          </p:cNvPr>
          <p:cNvSpPr txBox="1">
            <a:spLocks noChangeAspect="1"/>
          </p:cNvSpPr>
          <p:nvPr/>
        </p:nvSpPr>
        <p:spPr bwMode="gray">
          <a:xfrm>
            <a:off x="1271488" y="260648"/>
            <a:ext cx="216000" cy="216000"/>
          </a:xfrm>
          <a:prstGeom prst="ellipse">
            <a:avLst/>
          </a:prstGeom>
          <a:ln>
            <a:solidFill>
              <a:schemeClr val="bg2"/>
            </a:solidFill>
          </a:ln>
        </p:spPr>
        <p:txBody>
          <a:bodyPr wrap="none" lIns="0" tIns="0" rIns="0" bIns="0" anchor="ctr"/>
          <a:lstStyle>
            <a:lvl1pPr marL="0" indent="0" algn="ctr" defTabSz="914115" rtl="0" eaLnBrk="1" latinLnBrk="0" hangingPunct="1">
              <a:lnSpc>
                <a:spcPct val="110000"/>
              </a:lnSpc>
              <a:spcBef>
                <a:spcPts val="0"/>
              </a:spcBef>
              <a:spcAft>
                <a:spcPts val="0"/>
              </a:spcAft>
              <a:buFontTx/>
              <a:buNone/>
              <a:defRPr sz="1200" b="0" kern="1200">
                <a:solidFill>
                  <a:schemeClr val="bg2"/>
                </a:solidFill>
                <a:latin typeface="+mn-lt"/>
                <a:ea typeface="+mn-ea"/>
                <a:cs typeface="+mn-cs"/>
              </a:defRPr>
            </a:lvl1pPr>
            <a:lvl2pPr marL="0" indent="0" algn="ctr" defTabSz="914115" rtl="0" eaLnBrk="1" latinLnBrk="0" hangingPunct="1">
              <a:lnSpc>
                <a:spcPct val="110000"/>
              </a:lnSpc>
              <a:spcBef>
                <a:spcPts val="0"/>
              </a:spcBef>
              <a:spcAft>
                <a:spcPts val="0"/>
              </a:spcAft>
              <a:buFontTx/>
              <a:buNone/>
              <a:defRPr lang="de-DE" sz="1200" b="0" kern="1200" dirty="0">
                <a:solidFill>
                  <a:schemeClr val="bg2"/>
                </a:solidFill>
                <a:latin typeface="+mn-lt"/>
                <a:ea typeface="+mn-ea"/>
                <a:cs typeface="+mn-cs"/>
              </a:defRPr>
            </a:lvl2pPr>
            <a:lvl3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3pPr>
            <a:lvl4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4pPr>
            <a:lvl5pPr marL="0" indent="0" algn="ctr" defTabSz="914115" rtl="0" eaLnBrk="1" latinLnBrk="0" hangingPunct="1">
              <a:lnSpc>
                <a:spcPct val="110000"/>
              </a:lnSpc>
              <a:spcBef>
                <a:spcPts val="0"/>
              </a:spcBef>
              <a:spcAft>
                <a:spcPts val="0"/>
              </a:spcAft>
              <a:buClr>
                <a:schemeClr val="bg2"/>
              </a:buClr>
              <a:buFontTx/>
              <a:buNone/>
              <a:defRPr sz="1200" kern="1200">
                <a:solidFill>
                  <a:schemeClr val="bg2"/>
                </a:solidFill>
                <a:latin typeface="+mn-lt"/>
                <a:ea typeface="+mn-ea"/>
                <a:cs typeface="+mn-cs"/>
              </a:defRPr>
            </a:lvl5pPr>
            <a:lvl6pPr marL="0" indent="0" algn="ctr" defTabSz="914115" rtl="0" eaLnBrk="1" latinLnBrk="0" hangingPunct="1">
              <a:lnSpc>
                <a:spcPct val="110000"/>
              </a:lnSpc>
              <a:spcBef>
                <a:spcPts val="0"/>
              </a:spcBef>
              <a:spcAft>
                <a:spcPts val="0"/>
              </a:spcAft>
              <a:buFontTx/>
              <a:buNone/>
              <a:defRPr sz="1200" kern="1200" baseline="0">
                <a:solidFill>
                  <a:schemeClr val="bg2"/>
                </a:solidFill>
                <a:latin typeface="+mn-lt"/>
                <a:ea typeface="+mn-ea"/>
                <a:cs typeface="+mn-cs"/>
              </a:defRPr>
            </a:lvl6pPr>
            <a:lvl7pPr marL="0" indent="0" algn="ctr" defTabSz="914115" rtl="0" eaLnBrk="1" latinLnBrk="0" hangingPunct="1">
              <a:lnSpc>
                <a:spcPct val="110000"/>
              </a:lnSpc>
              <a:spcBef>
                <a:spcPts val="0"/>
              </a:spcBef>
              <a:spcAft>
                <a:spcPts val="0"/>
              </a:spcAft>
              <a:buFontTx/>
              <a:buNone/>
              <a:tabLst/>
              <a:defRPr sz="1200" kern="1200" baseline="0">
                <a:solidFill>
                  <a:schemeClr val="bg2"/>
                </a:solidFill>
                <a:latin typeface="+mn-lt"/>
                <a:ea typeface="+mn-ea"/>
                <a:cs typeface="+mn-cs"/>
              </a:defRPr>
            </a:lvl7pPr>
            <a:lvl8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8pPr>
            <a:lvl9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9pPr>
          </a:lstStyle>
          <a:p>
            <a:r>
              <a:rPr lang="de-DE" dirty="0"/>
              <a:t>3</a:t>
            </a:r>
          </a:p>
        </p:txBody>
      </p:sp>
      <p:sp>
        <p:nvSpPr>
          <p:cNvPr id="50" name="Textplatzhalter 14">
            <a:extLst>
              <a:ext uri="{FF2B5EF4-FFF2-40B4-BE49-F238E27FC236}">
                <a16:creationId xmlns:a16="http://schemas.microsoft.com/office/drawing/2014/main" id="{951B15C2-C0F3-01D0-CB13-E25C5990640F}"/>
              </a:ext>
            </a:extLst>
          </p:cNvPr>
          <p:cNvSpPr txBox="1">
            <a:spLocks noChangeAspect="1"/>
          </p:cNvSpPr>
          <p:nvPr/>
        </p:nvSpPr>
        <p:spPr bwMode="gray">
          <a:xfrm>
            <a:off x="1559544" y="260624"/>
            <a:ext cx="216000" cy="216000"/>
          </a:xfrm>
          <a:prstGeom prst="ellipse">
            <a:avLst/>
          </a:prstGeom>
          <a:ln>
            <a:solidFill>
              <a:schemeClr val="tx2"/>
            </a:solidFill>
          </a:ln>
        </p:spPr>
        <p:txBody>
          <a:bodyPr wrap="none" lIns="0" tIns="0" rIns="0" bIns="0" anchor="ctr"/>
          <a:lstStyle>
            <a:lvl1pPr marL="0" indent="0" algn="ctr" defTabSz="914115" rtl="0" eaLnBrk="1" latinLnBrk="0" hangingPunct="1">
              <a:lnSpc>
                <a:spcPct val="110000"/>
              </a:lnSpc>
              <a:spcBef>
                <a:spcPts val="0"/>
              </a:spcBef>
              <a:spcAft>
                <a:spcPts val="0"/>
              </a:spcAft>
              <a:buFontTx/>
              <a:buNone/>
              <a:defRPr sz="1200" b="0" kern="1200">
                <a:solidFill>
                  <a:schemeClr val="bg2"/>
                </a:solidFill>
                <a:latin typeface="+mn-lt"/>
                <a:ea typeface="+mn-ea"/>
                <a:cs typeface="+mn-cs"/>
              </a:defRPr>
            </a:lvl1pPr>
            <a:lvl2pPr marL="0" indent="0" algn="ctr" defTabSz="914115" rtl="0" eaLnBrk="1" latinLnBrk="0" hangingPunct="1">
              <a:lnSpc>
                <a:spcPct val="110000"/>
              </a:lnSpc>
              <a:spcBef>
                <a:spcPts val="0"/>
              </a:spcBef>
              <a:spcAft>
                <a:spcPts val="0"/>
              </a:spcAft>
              <a:buFontTx/>
              <a:buNone/>
              <a:defRPr lang="de-DE" sz="1200" b="0" kern="1200" dirty="0">
                <a:solidFill>
                  <a:schemeClr val="bg2"/>
                </a:solidFill>
                <a:latin typeface="+mn-lt"/>
                <a:ea typeface="+mn-ea"/>
                <a:cs typeface="+mn-cs"/>
              </a:defRPr>
            </a:lvl2pPr>
            <a:lvl3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3pPr>
            <a:lvl4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4pPr>
            <a:lvl5pPr marL="0" indent="0" algn="ctr" defTabSz="914115" rtl="0" eaLnBrk="1" latinLnBrk="0" hangingPunct="1">
              <a:lnSpc>
                <a:spcPct val="110000"/>
              </a:lnSpc>
              <a:spcBef>
                <a:spcPts val="0"/>
              </a:spcBef>
              <a:spcAft>
                <a:spcPts val="0"/>
              </a:spcAft>
              <a:buClr>
                <a:schemeClr val="bg2"/>
              </a:buClr>
              <a:buFontTx/>
              <a:buNone/>
              <a:defRPr sz="1200" kern="1200">
                <a:solidFill>
                  <a:schemeClr val="bg2"/>
                </a:solidFill>
                <a:latin typeface="+mn-lt"/>
                <a:ea typeface="+mn-ea"/>
                <a:cs typeface="+mn-cs"/>
              </a:defRPr>
            </a:lvl5pPr>
            <a:lvl6pPr marL="0" indent="0" algn="ctr" defTabSz="914115" rtl="0" eaLnBrk="1" latinLnBrk="0" hangingPunct="1">
              <a:lnSpc>
                <a:spcPct val="110000"/>
              </a:lnSpc>
              <a:spcBef>
                <a:spcPts val="0"/>
              </a:spcBef>
              <a:spcAft>
                <a:spcPts val="0"/>
              </a:spcAft>
              <a:buFontTx/>
              <a:buNone/>
              <a:defRPr sz="1200" kern="1200" baseline="0">
                <a:solidFill>
                  <a:schemeClr val="bg2"/>
                </a:solidFill>
                <a:latin typeface="+mn-lt"/>
                <a:ea typeface="+mn-ea"/>
                <a:cs typeface="+mn-cs"/>
              </a:defRPr>
            </a:lvl6pPr>
            <a:lvl7pPr marL="0" indent="0" algn="ctr" defTabSz="914115" rtl="0" eaLnBrk="1" latinLnBrk="0" hangingPunct="1">
              <a:lnSpc>
                <a:spcPct val="110000"/>
              </a:lnSpc>
              <a:spcBef>
                <a:spcPts val="0"/>
              </a:spcBef>
              <a:spcAft>
                <a:spcPts val="0"/>
              </a:spcAft>
              <a:buFontTx/>
              <a:buNone/>
              <a:tabLst/>
              <a:defRPr sz="1200" kern="1200" baseline="0">
                <a:solidFill>
                  <a:schemeClr val="bg2"/>
                </a:solidFill>
                <a:latin typeface="+mn-lt"/>
                <a:ea typeface="+mn-ea"/>
                <a:cs typeface="+mn-cs"/>
              </a:defRPr>
            </a:lvl7pPr>
            <a:lvl8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8pPr>
            <a:lvl9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9pPr>
          </a:lstStyle>
          <a:p>
            <a:r>
              <a:rPr lang="de-DE" dirty="0">
                <a:solidFill>
                  <a:schemeClr val="tx2"/>
                </a:solidFill>
              </a:rPr>
              <a:t>4</a:t>
            </a:r>
          </a:p>
        </p:txBody>
      </p:sp>
      <p:sp>
        <p:nvSpPr>
          <p:cNvPr id="51" name="Textplatzhalter 14">
            <a:extLst>
              <a:ext uri="{FF2B5EF4-FFF2-40B4-BE49-F238E27FC236}">
                <a16:creationId xmlns:a16="http://schemas.microsoft.com/office/drawing/2014/main" id="{80962221-6FA8-0300-5A42-769BF053AAF4}"/>
              </a:ext>
            </a:extLst>
          </p:cNvPr>
          <p:cNvSpPr txBox="1">
            <a:spLocks noChangeAspect="1"/>
          </p:cNvSpPr>
          <p:nvPr/>
        </p:nvSpPr>
        <p:spPr bwMode="gray">
          <a:xfrm>
            <a:off x="1847600" y="260600"/>
            <a:ext cx="216000" cy="216000"/>
          </a:xfrm>
          <a:prstGeom prst="ellipse">
            <a:avLst/>
          </a:prstGeom>
          <a:ln>
            <a:solidFill>
              <a:schemeClr val="tx2"/>
            </a:solidFill>
          </a:ln>
        </p:spPr>
        <p:txBody>
          <a:bodyPr wrap="none" lIns="0" tIns="0" rIns="0" bIns="0" anchor="ctr"/>
          <a:lstStyle>
            <a:lvl1pPr marL="0" indent="0" algn="ctr" defTabSz="914115" rtl="0" eaLnBrk="1" latinLnBrk="0" hangingPunct="1">
              <a:lnSpc>
                <a:spcPct val="110000"/>
              </a:lnSpc>
              <a:spcBef>
                <a:spcPts val="0"/>
              </a:spcBef>
              <a:spcAft>
                <a:spcPts val="0"/>
              </a:spcAft>
              <a:buFontTx/>
              <a:buNone/>
              <a:defRPr sz="1200" b="0" kern="1200">
                <a:solidFill>
                  <a:schemeClr val="bg2"/>
                </a:solidFill>
                <a:latin typeface="+mn-lt"/>
                <a:ea typeface="+mn-ea"/>
                <a:cs typeface="+mn-cs"/>
              </a:defRPr>
            </a:lvl1pPr>
            <a:lvl2pPr marL="0" indent="0" algn="ctr" defTabSz="914115" rtl="0" eaLnBrk="1" latinLnBrk="0" hangingPunct="1">
              <a:lnSpc>
                <a:spcPct val="110000"/>
              </a:lnSpc>
              <a:spcBef>
                <a:spcPts val="0"/>
              </a:spcBef>
              <a:spcAft>
                <a:spcPts val="0"/>
              </a:spcAft>
              <a:buFontTx/>
              <a:buNone/>
              <a:defRPr lang="de-DE" sz="1200" b="0" kern="1200" dirty="0">
                <a:solidFill>
                  <a:schemeClr val="bg2"/>
                </a:solidFill>
                <a:latin typeface="+mn-lt"/>
                <a:ea typeface="+mn-ea"/>
                <a:cs typeface="+mn-cs"/>
              </a:defRPr>
            </a:lvl2pPr>
            <a:lvl3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3pPr>
            <a:lvl4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4pPr>
            <a:lvl5pPr marL="0" indent="0" algn="ctr" defTabSz="914115" rtl="0" eaLnBrk="1" latinLnBrk="0" hangingPunct="1">
              <a:lnSpc>
                <a:spcPct val="110000"/>
              </a:lnSpc>
              <a:spcBef>
                <a:spcPts val="0"/>
              </a:spcBef>
              <a:spcAft>
                <a:spcPts val="0"/>
              </a:spcAft>
              <a:buClr>
                <a:schemeClr val="bg2"/>
              </a:buClr>
              <a:buFontTx/>
              <a:buNone/>
              <a:defRPr sz="1200" kern="1200">
                <a:solidFill>
                  <a:schemeClr val="bg2"/>
                </a:solidFill>
                <a:latin typeface="+mn-lt"/>
                <a:ea typeface="+mn-ea"/>
                <a:cs typeface="+mn-cs"/>
              </a:defRPr>
            </a:lvl5pPr>
            <a:lvl6pPr marL="0" indent="0" algn="ctr" defTabSz="914115" rtl="0" eaLnBrk="1" latinLnBrk="0" hangingPunct="1">
              <a:lnSpc>
                <a:spcPct val="110000"/>
              </a:lnSpc>
              <a:spcBef>
                <a:spcPts val="0"/>
              </a:spcBef>
              <a:spcAft>
                <a:spcPts val="0"/>
              </a:spcAft>
              <a:buFontTx/>
              <a:buNone/>
              <a:defRPr sz="1200" kern="1200" baseline="0">
                <a:solidFill>
                  <a:schemeClr val="bg2"/>
                </a:solidFill>
                <a:latin typeface="+mn-lt"/>
                <a:ea typeface="+mn-ea"/>
                <a:cs typeface="+mn-cs"/>
              </a:defRPr>
            </a:lvl6pPr>
            <a:lvl7pPr marL="0" indent="0" algn="ctr" defTabSz="914115" rtl="0" eaLnBrk="1" latinLnBrk="0" hangingPunct="1">
              <a:lnSpc>
                <a:spcPct val="110000"/>
              </a:lnSpc>
              <a:spcBef>
                <a:spcPts val="0"/>
              </a:spcBef>
              <a:spcAft>
                <a:spcPts val="0"/>
              </a:spcAft>
              <a:buFontTx/>
              <a:buNone/>
              <a:tabLst/>
              <a:defRPr sz="1200" kern="1200" baseline="0">
                <a:solidFill>
                  <a:schemeClr val="bg2"/>
                </a:solidFill>
                <a:latin typeface="+mn-lt"/>
                <a:ea typeface="+mn-ea"/>
                <a:cs typeface="+mn-cs"/>
              </a:defRPr>
            </a:lvl7pPr>
            <a:lvl8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8pPr>
            <a:lvl9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9pPr>
          </a:lstStyle>
          <a:p>
            <a:r>
              <a:rPr lang="de-DE" dirty="0">
                <a:solidFill>
                  <a:schemeClr val="tx2"/>
                </a:solidFill>
              </a:rPr>
              <a:t>5</a:t>
            </a:r>
          </a:p>
        </p:txBody>
      </p:sp>
      <p:sp>
        <p:nvSpPr>
          <p:cNvPr id="52" name="Textplatzhalter 14">
            <a:extLst>
              <a:ext uri="{FF2B5EF4-FFF2-40B4-BE49-F238E27FC236}">
                <a16:creationId xmlns:a16="http://schemas.microsoft.com/office/drawing/2014/main" id="{E094FB2C-1E4F-5D6F-472B-1D5C3752D04A}"/>
              </a:ext>
            </a:extLst>
          </p:cNvPr>
          <p:cNvSpPr txBox="1">
            <a:spLocks noChangeAspect="1"/>
          </p:cNvSpPr>
          <p:nvPr/>
        </p:nvSpPr>
        <p:spPr bwMode="gray">
          <a:xfrm>
            <a:off x="2135656" y="260576"/>
            <a:ext cx="216000" cy="216000"/>
          </a:xfrm>
          <a:prstGeom prst="ellipse">
            <a:avLst/>
          </a:prstGeom>
          <a:ln>
            <a:solidFill>
              <a:schemeClr val="tx2"/>
            </a:solidFill>
          </a:ln>
        </p:spPr>
        <p:txBody>
          <a:bodyPr wrap="none" lIns="0" tIns="0" rIns="0" bIns="0" anchor="ctr"/>
          <a:lstStyle>
            <a:lvl1pPr marL="0" indent="0" algn="ctr" defTabSz="914115" rtl="0" eaLnBrk="1" latinLnBrk="0" hangingPunct="1">
              <a:lnSpc>
                <a:spcPct val="110000"/>
              </a:lnSpc>
              <a:spcBef>
                <a:spcPts val="0"/>
              </a:spcBef>
              <a:spcAft>
                <a:spcPts val="0"/>
              </a:spcAft>
              <a:buFontTx/>
              <a:buNone/>
              <a:defRPr sz="1200" b="0" kern="1200">
                <a:solidFill>
                  <a:schemeClr val="bg2"/>
                </a:solidFill>
                <a:latin typeface="+mn-lt"/>
                <a:ea typeface="+mn-ea"/>
                <a:cs typeface="+mn-cs"/>
              </a:defRPr>
            </a:lvl1pPr>
            <a:lvl2pPr marL="0" indent="0" algn="ctr" defTabSz="914115" rtl="0" eaLnBrk="1" latinLnBrk="0" hangingPunct="1">
              <a:lnSpc>
                <a:spcPct val="110000"/>
              </a:lnSpc>
              <a:spcBef>
                <a:spcPts val="0"/>
              </a:spcBef>
              <a:spcAft>
                <a:spcPts val="0"/>
              </a:spcAft>
              <a:buFontTx/>
              <a:buNone/>
              <a:defRPr lang="de-DE" sz="1200" b="0" kern="1200" dirty="0">
                <a:solidFill>
                  <a:schemeClr val="bg2"/>
                </a:solidFill>
                <a:latin typeface="+mn-lt"/>
                <a:ea typeface="+mn-ea"/>
                <a:cs typeface="+mn-cs"/>
              </a:defRPr>
            </a:lvl2pPr>
            <a:lvl3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3pPr>
            <a:lvl4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4pPr>
            <a:lvl5pPr marL="0" indent="0" algn="ctr" defTabSz="914115" rtl="0" eaLnBrk="1" latinLnBrk="0" hangingPunct="1">
              <a:lnSpc>
                <a:spcPct val="110000"/>
              </a:lnSpc>
              <a:spcBef>
                <a:spcPts val="0"/>
              </a:spcBef>
              <a:spcAft>
                <a:spcPts val="0"/>
              </a:spcAft>
              <a:buClr>
                <a:schemeClr val="bg2"/>
              </a:buClr>
              <a:buFontTx/>
              <a:buNone/>
              <a:defRPr sz="1200" kern="1200">
                <a:solidFill>
                  <a:schemeClr val="bg2"/>
                </a:solidFill>
                <a:latin typeface="+mn-lt"/>
                <a:ea typeface="+mn-ea"/>
                <a:cs typeface="+mn-cs"/>
              </a:defRPr>
            </a:lvl5pPr>
            <a:lvl6pPr marL="0" indent="0" algn="ctr" defTabSz="914115" rtl="0" eaLnBrk="1" latinLnBrk="0" hangingPunct="1">
              <a:lnSpc>
                <a:spcPct val="110000"/>
              </a:lnSpc>
              <a:spcBef>
                <a:spcPts val="0"/>
              </a:spcBef>
              <a:spcAft>
                <a:spcPts val="0"/>
              </a:spcAft>
              <a:buFontTx/>
              <a:buNone/>
              <a:defRPr sz="1200" kern="1200" baseline="0">
                <a:solidFill>
                  <a:schemeClr val="bg2"/>
                </a:solidFill>
                <a:latin typeface="+mn-lt"/>
                <a:ea typeface="+mn-ea"/>
                <a:cs typeface="+mn-cs"/>
              </a:defRPr>
            </a:lvl6pPr>
            <a:lvl7pPr marL="0" indent="0" algn="ctr" defTabSz="914115" rtl="0" eaLnBrk="1" latinLnBrk="0" hangingPunct="1">
              <a:lnSpc>
                <a:spcPct val="110000"/>
              </a:lnSpc>
              <a:spcBef>
                <a:spcPts val="0"/>
              </a:spcBef>
              <a:spcAft>
                <a:spcPts val="0"/>
              </a:spcAft>
              <a:buFontTx/>
              <a:buNone/>
              <a:tabLst/>
              <a:defRPr sz="1200" kern="1200" baseline="0">
                <a:solidFill>
                  <a:schemeClr val="bg2"/>
                </a:solidFill>
                <a:latin typeface="+mn-lt"/>
                <a:ea typeface="+mn-ea"/>
                <a:cs typeface="+mn-cs"/>
              </a:defRPr>
            </a:lvl7pPr>
            <a:lvl8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8pPr>
            <a:lvl9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9pPr>
          </a:lstStyle>
          <a:p>
            <a:r>
              <a:rPr lang="de-DE" dirty="0">
                <a:solidFill>
                  <a:schemeClr val="tx2"/>
                </a:solidFill>
              </a:rPr>
              <a:t>6</a:t>
            </a:r>
          </a:p>
        </p:txBody>
      </p:sp>
      <p:sp>
        <p:nvSpPr>
          <p:cNvPr id="53" name="Textplatzhalter 14">
            <a:extLst>
              <a:ext uri="{FF2B5EF4-FFF2-40B4-BE49-F238E27FC236}">
                <a16:creationId xmlns:a16="http://schemas.microsoft.com/office/drawing/2014/main" id="{A28FFE00-19CD-1E21-F990-B6CAE4956CD1}"/>
              </a:ext>
            </a:extLst>
          </p:cNvPr>
          <p:cNvSpPr txBox="1">
            <a:spLocks noChangeAspect="1"/>
          </p:cNvSpPr>
          <p:nvPr/>
        </p:nvSpPr>
        <p:spPr bwMode="gray">
          <a:xfrm>
            <a:off x="2423712" y="260552"/>
            <a:ext cx="216000" cy="216000"/>
          </a:xfrm>
          <a:prstGeom prst="ellipse">
            <a:avLst/>
          </a:prstGeom>
          <a:ln>
            <a:solidFill>
              <a:schemeClr val="tx2"/>
            </a:solidFill>
          </a:ln>
        </p:spPr>
        <p:txBody>
          <a:bodyPr wrap="none" lIns="0" tIns="0" rIns="0" bIns="0" anchor="ctr"/>
          <a:lstStyle>
            <a:lvl1pPr marL="0" indent="0" algn="ctr" defTabSz="914115" rtl="0" eaLnBrk="1" latinLnBrk="0" hangingPunct="1">
              <a:lnSpc>
                <a:spcPct val="110000"/>
              </a:lnSpc>
              <a:spcBef>
                <a:spcPts val="0"/>
              </a:spcBef>
              <a:spcAft>
                <a:spcPts val="0"/>
              </a:spcAft>
              <a:buFontTx/>
              <a:buNone/>
              <a:defRPr sz="1200" b="0" kern="1200">
                <a:solidFill>
                  <a:schemeClr val="bg2"/>
                </a:solidFill>
                <a:latin typeface="+mn-lt"/>
                <a:ea typeface="+mn-ea"/>
                <a:cs typeface="+mn-cs"/>
              </a:defRPr>
            </a:lvl1pPr>
            <a:lvl2pPr marL="0" indent="0" algn="ctr" defTabSz="914115" rtl="0" eaLnBrk="1" latinLnBrk="0" hangingPunct="1">
              <a:lnSpc>
                <a:spcPct val="110000"/>
              </a:lnSpc>
              <a:spcBef>
                <a:spcPts val="0"/>
              </a:spcBef>
              <a:spcAft>
                <a:spcPts val="0"/>
              </a:spcAft>
              <a:buFontTx/>
              <a:buNone/>
              <a:defRPr lang="de-DE" sz="1200" b="0" kern="1200" dirty="0">
                <a:solidFill>
                  <a:schemeClr val="bg2"/>
                </a:solidFill>
                <a:latin typeface="+mn-lt"/>
                <a:ea typeface="+mn-ea"/>
                <a:cs typeface="+mn-cs"/>
              </a:defRPr>
            </a:lvl2pPr>
            <a:lvl3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3pPr>
            <a:lvl4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4pPr>
            <a:lvl5pPr marL="0" indent="0" algn="ctr" defTabSz="914115" rtl="0" eaLnBrk="1" latinLnBrk="0" hangingPunct="1">
              <a:lnSpc>
                <a:spcPct val="110000"/>
              </a:lnSpc>
              <a:spcBef>
                <a:spcPts val="0"/>
              </a:spcBef>
              <a:spcAft>
                <a:spcPts val="0"/>
              </a:spcAft>
              <a:buClr>
                <a:schemeClr val="bg2"/>
              </a:buClr>
              <a:buFontTx/>
              <a:buNone/>
              <a:defRPr sz="1200" kern="1200">
                <a:solidFill>
                  <a:schemeClr val="bg2"/>
                </a:solidFill>
                <a:latin typeface="+mn-lt"/>
                <a:ea typeface="+mn-ea"/>
                <a:cs typeface="+mn-cs"/>
              </a:defRPr>
            </a:lvl5pPr>
            <a:lvl6pPr marL="0" indent="0" algn="ctr" defTabSz="914115" rtl="0" eaLnBrk="1" latinLnBrk="0" hangingPunct="1">
              <a:lnSpc>
                <a:spcPct val="110000"/>
              </a:lnSpc>
              <a:spcBef>
                <a:spcPts val="0"/>
              </a:spcBef>
              <a:spcAft>
                <a:spcPts val="0"/>
              </a:spcAft>
              <a:buFontTx/>
              <a:buNone/>
              <a:defRPr sz="1200" kern="1200" baseline="0">
                <a:solidFill>
                  <a:schemeClr val="bg2"/>
                </a:solidFill>
                <a:latin typeface="+mn-lt"/>
                <a:ea typeface="+mn-ea"/>
                <a:cs typeface="+mn-cs"/>
              </a:defRPr>
            </a:lvl6pPr>
            <a:lvl7pPr marL="0" indent="0" algn="ctr" defTabSz="914115" rtl="0" eaLnBrk="1" latinLnBrk="0" hangingPunct="1">
              <a:lnSpc>
                <a:spcPct val="110000"/>
              </a:lnSpc>
              <a:spcBef>
                <a:spcPts val="0"/>
              </a:spcBef>
              <a:spcAft>
                <a:spcPts val="0"/>
              </a:spcAft>
              <a:buFontTx/>
              <a:buNone/>
              <a:tabLst/>
              <a:defRPr sz="1200" kern="1200" baseline="0">
                <a:solidFill>
                  <a:schemeClr val="bg2"/>
                </a:solidFill>
                <a:latin typeface="+mn-lt"/>
                <a:ea typeface="+mn-ea"/>
                <a:cs typeface="+mn-cs"/>
              </a:defRPr>
            </a:lvl7pPr>
            <a:lvl8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8pPr>
            <a:lvl9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9pPr>
          </a:lstStyle>
          <a:p>
            <a:r>
              <a:rPr lang="de-DE" dirty="0">
                <a:solidFill>
                  <a:schemeClr val="tx2"/>
                </a:solidFill>
              </a:rPr>
              <a:t>7</a:t>
            </a:r>
          </a:p>
        </p:txBody>
      </p:sp>
      <p:sp>
        <p:nvSpPr>
          <p:cNvPr id="54" name="Textplatzhalter 14">
            <a:extLst>
              <a:ext uri="{FF2B5EF4-FFF2-40B4-BE49-F238E27FC236}">
                <a16:creationId xmlns:a16="http://schemas.microsoft.com/office/drawing/2014/main" id="{A501A77C-FBD5-9CEB-81EE-D3FFAA99ECDB}"/>
              </a:ext>
            </a:extLst>
          </p:cNvPr>
          <p:cNvSpPr txBox="1">
            <a:spLocks noChangeAspect="1"/>
          </p:cNvSpPr>
          <p:nvPr/>
        </p:nvSpPr>
        <p:spPr bwMode="gray">
          <a:xfrm>
            <a:off x="2711768" y="260528"/>
            <a:ext cx="216000" cy="216000"/>
          </a:xfrm>
          <a:prstGeom prst="ellipse">
            <a:avLst/>
          </a:prstGeom>
          <a:ln>
            <a:solidFill>
              <a:schemeClr val="tx2"/>
            </a:solidFill>
          </a:ln>
        </p:spPr>
        <p:txBody>
          <a:bodyPr wrap="none" lIns="0" tIns="0" rIns="0" bIns="0" anchor="ctr"/>
          <a:lstStyle>
            <a:lvl1pPr marL="0" indent="0" algn="ctr" defTabSz="914115" rtl="0" eaLnBrk="1" latinLnBrk="0" hangingPunct="1">
              <a:lnSpc>
                <a:spcPct val="110000"/>
              </a:lnSpc>
              <a:spcBef>
                <a:spcPts val="0"/>
              </a:spcBef>
              <a:spcAft>
                <a:spcPts val="0"/>
              </a:spcAft>
              <a:buFontTx/>
              <a:buNone/>
              <a:defRPr sz="1200" b="0" kern="1200">
                <a:solidFill>
                  <a:schemeClr val="bg2"/>
                </a:solidFill>
                <a:latin typeface="+mn-lt"/>
                <a:ea typeface="+mn-ea"/>
                <a:cs typeface="+mn-cs"/>
              </a:defRPr>
            </a:lvl1pPr>
            <a:lvl2pPr marL="0" indent="0" algn="ctr" defTabSz="914115" rtl="0" eaLnBrk="1" latinLnBrk="0" hangingPunct="1">
              <a:lnSpc>
                <a:spcPct val="110000"/>
              </a:lnSpc>
              <a:spcBef>
                <a:spcPts val="0"/>
              </a:spcBef>
              <a:spcAft>
                <a:spcPts val="0"/>
              </a:spcAft>
              <a:buFontTx/>
              <a:buNone/>
              <a:defRPr lang="de-DE" sz="1200" b="0" kern="1200" dirty="0">
                <a:solidFill>
                  <a:schemeClr val="bg2"/>
                </a:solidFill>
                <a:latin typeface="+mn-lt"/>
                <a:ea typeface="+mn-ea"/>
                <a:cs typeface="+mn-cs"/>
              </a:defRPr>
            </a:lvl2pPr>
            <a:lvl3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3pPr>
            <a:lvl4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4pPr>
            <a:lvl5pPr marL="0" indent="0" algn="ctr" defTabSz="914115" rtl="0" eaLnBrk="1" latinLnBrk="0" hangingPunct="1">
              <a:lnSpc>
                <a:spcPct val="110000"/>
              </a:lnSpc>
              <a:spcBef>
                <a:spcPts val="0"/>
              </a:spcBef>
              <a:spcAft>
                <a:spcPts val="0"/>
              </a:spcAft>
              <a:buClr>
                <a:schemeClr val="bg2"/>
              </a:buClr>
              <a:buFontTx/>
              <a:buNone/>
              <a:defRPr sz="1200" kern="1200">
                <a:solidFill>
                  <a:schemeClr val="bg2"/>
                </a:solidFill>
                <a:latin typeface="+mn-lt"/>
                <a:ea typeface="+mn-ea"/>
                <a:cs typeface="+mn-cs"/>
              </a:defRPr>
            </a:lvl5pPr>
            <a:lvl6pPr marL="0" indent="0" algn="ctr" defTabSz="914115" rtl="0" eaLnBrk="1" latinLnBrk="0" hangingPunct="1">
              <a:lnSpc>
                <a:spcPct val="110000"/>
              </a:lnSpc>
              <a:spcBef>
                <a:spcPts val="0"/>
              </a:spcBef>
              <a:spcAft>
                <a:spcPts val="0"/>
              </a:spcAft>
              <a:buFontTx/>
              <a:buNone/>
              <a:defRPr sz="1200" kern="1200" baseline="0">
                <a:solidFill>
                  <a:schemeClr val="bg2"/>
                </a:solidFill>
                <a:latin typeface="+mn-lt"/>
                <a:ea typeface="+mn-ea"/>
                <a:cs typeface="+mn-cs"/>
              </a:defRPr>
            </a:lvl6pPr>
            <a:lvl7pPr marL="0" indent="0" algn="ctr" defTabSz="914115" rtl="0" eaLnBrk="1" latinLnBrk="0" hangingPunct="1">
              <a:lnSpc>
                <a:spcPct val="110000"/>
              </a:lnSpc>
              <a:spcBef>
                <a:spcPts val="0"/>
              </a:spcBef>
              <a:spcAft>
                <a:spcPts val="0"/>
              </a:spcAft>
              <a:buFontTx/>
              <a:buNone/>
              <a:tabLst/>
              <a:defRPr sz="1200" kern="1200" baseline="0">
                <a:solidFill>
                  <a:schemeClr val="bg2"/>
                </a:solidFill>
                <a:latin typeface="+mn-lt"/>
                <a:ea typeface="+mn-ea"/>
                <a:cs typeface="+mn-cs"/>
              </a:defRPr>
            </a:lvl7pPr>
            <a:lvl8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8pPr>
            <a:lvl9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9pPr>
          </a:lstStyle>
          <a:p>
            <a:r>
              <a:rPr lang="de-DE" dirty="0">
                <a:solidFill>
                  <a:schemeClr val="tx2"/>
                </a:solidFill>
              </a:rPr>
              <a:t>8</a:t>
            </a:r>
          </a:p>
        </p:txBody>
      </p:sp>
      <p:sp>
        <p:nvSpPr>
          <p:cNvPr id="55" name="Textplatzhalter 14">
            <a:extLst>
              <a:ext uri="{FF2B5EF4-FFF2-40B4-BE49-F238E27FC236}">
                <a16:creationId xmlns:a16="http://schemas.microsoft.com/office/drawing/2014/main" id="{73D769F8-0172-72DF-4FA9-124FC578694A}"/>
              </a:ext>
            </a:extLst>
          </p:cNvPr>
          <p:cNvSpPr txBox="1">
            <a:spLocks noChangeAspect="1"/>
          </p:cNvSpPr>
          <p:nvPr/>
        </p:nvSpPr>
        <p:spPr bwMode="gray">
          <a:xfrm>
            <a:off x="2999824" y="260504"/>
            <a:ext cx="216000" cy="216000"/>
          </a:xfrm>
          <a:prstGeom prst="ellipse">
            <a:avLst/>
          </a:prstGeom>
          <a:ln>
            <a:solidFill>
              <a:schemeClr val="tx2"/>
            </a:solidFill>
          </a:ln>
        </p:spPr>
        <p:txBody>
          <a:bodyPr wrap="none" lIns="0" tIns="0" rIns="0" bIns="0" anchor="ctr"/>
          <a:lstStyle>
            <a:lvl1pPr marL="0" indent="0" algn="ctr" defTabSz="914115" rtl="0" eaLnBrk="1" latinLnBrk="0" hangingPunct="1">
              <a:lnSpc>
                <a:spcPct val="110000"/>
              </a:lnSpc>
              <a:spcBef>
                <a:spcPts val="0"/>
              </a:spcBef>
              <a:spcAft>
                <a:spcPts val="0"/>
              </a:spcAft>
              <a:buFontTx/>
              <a:buNone/>
              <a:defRPr sz="1200" b="0" kern="1200">
                <a:solidFill>
                  <a:schemeClr val="bg2"/>
                </a:solidFill>
                <a:latin typeface="+mn-lt"/>
                <a:ea typeface="+mn-ea"/>
                <a:cs typeface="+mn-cs"/>
              </a:defRPr>
            </a:lvl1pPr>
            <a:lvl2pPr marL="0" indent="0" algn="ctr" defTabSz="914115" rtl="0" eaLnBrk="1" latinLnBrk="0" hangingPunct="1">
              <a:lnSpc>
                <a:spcPct val="110000"/>
              </a:lnSpc>
              <a:spcBef>
                <a:spcPts val="0"/>
              </a:spcBef>
              <a:spcAft>
                <a:spcPts val="0"/>
              </a:spcAft>
              <a:buFontTx/>
              <a:buNone/>
              <a:defRPr lang="de-DE" sz="1200" b="0" kern="1200" dirty="0">
                <a:solidFill>
                  <a:schemeClr val="bg2"/>
                </a:solidFill>
                <a:latin typeface="+mn-lt"/>
                <a:ea typeface="+mn-ea"/>
                <a:cs typeface="+mn-cs"/>
              </a:defRPr>
            </a:lvl2pPr>
            <a:lvl3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3pPr>
            <a:lvl4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4pPr>
            <a:lvl5pPr marL="0" indent="0" algn="ctr" defTabSz="914115" rtl="0" eaLnBrk="1" latinLnBrk="0" hangingPunct="1">
              <a:lnSpc>
                <a:spcPct val="110000"/>
              </a:lnSpc>
              <a:spcBef>
                <a:spcPts val="0"/>
              </a:spcBef>
              <a:spcAft>
                <a:spcPts val="0"/>
              </a:spcAft>
              <a:buClr>
                <a:schemeClr val="bg2"/>
              </a:buClr>
              <a:buFontTx/>
              <a:buNone/>
              <a:defRPr sz="1200" kern="1200">
                <a:solidFill>
                  <a:schemeClr val="bg2"/>
                </a:solidFill>
                <a:latin typeface="+mn-lt"/>
                <a:ea typeface="+mn-ea"/>
                <a:cs typeface="+mn-cs"/>
              </a:defRPr>
            </a:lvl5pPr>
            <a:lvl6pPr marL="0" indent="0" algn="ctr" defTabSz="914115" rtl="0" eaLnBrk="1" latinLnBrk="0" hangingPunct="1">
              <a:lnSpc>
                <a:spcPct val="110000"/>
              </a:lnSpc>
              <a:spcBef>
                <a:spcPts val="0"/>
              </a:spcBef>
              <a:spcAft>
                <a:spcPts val="0"/>
              </a:spcAft>
              <a:buFontTx/>
              <a:buNone/>
              <a:defRPr sz="1200" kern="1200" baseline="0">
                <a:solidFill>
                  <a:schemeClr val="bg2"/>
                </a:solidFill>
                <a:latin typeface="+mn-lt"/>
                <a:ea typeface="+mn-ea"/>
                <a:cs typeface="+mn-cs"/>
              </a:defRPr>
            </a:lvl6pPr>
            <a:lvl7pPr marL="0" indent="0" algn="ctr" defTabSz="914115" rtl="0" eaLnBrk="1" latinLnBrk="0" hangingPunct="1">
              <a:lnSpc>
                <a:spcPct val="110000"/>
              </a:lnSpc>
              <a:spcBef>
                <a:spcPts val="0"/>
              </a:spcBef>
              <a:spcAft>
                <a:spcPts val="0"/>
              </a:spcAft>
              <a:buFontTx/>
              <a:buNone/>
              <a:tabLst/>
              <a:defRPr sz="1200" kern="1200" baseline="0">
                <a:solidFill>
                  <a:schemeClr val="bg2"/>
                </a:solidFill>
                <a:latin typeface="+mn-lt"/>
                <a:ea typeface="+mn-ea"/>
                <a:cs typeface="+mn-cs"/>
              </a:defRPr>
            </a:lvl7pPr>
            <a:lvl8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8pPr>
            <a:lvl9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9pPr>
          </a:lstStyle>
          <a:p>
            <a:r>
              <a:rPr lang="de-DE" dirty="0">
                <a:solidFill>
                  <a:schemeClr val="tx2"/>
                </a:solidFill>
              </a:rPr>
              <a:t>9</a:t>
            </a:r>
          </a:p>
        </p:txBody>
      </p:sp>
      <p:sp>
        <p:nvSpPr>
          <p:cNvPr id="58" name="Textplatzhalter 14">
            <a:extLst>
              <a:ext uri="{FF2B5EF4-FFF2-40B4-BE49-F238E27FC236}">
                <a16:creationId xmlns:a16="http://schemas.microsoft.com/office/drawing/2014/main" id="{ACB5A8EA-BC43-30FC-7DE8-0FAD81D44208}"/>
              </a:ext>
            </a:extLst>
          </p:cNvPr>
          <p:cNvSpPr txBox="1">
            <a:spLocks noChangeAspect="1"/>
          </p:cNvSpPr>
          <p:nvPr/>
        </p:nvSpPr>
        <p:spPr bwMode="gray">
          <a:xfrm>
            <a:off x="3287712" y="260648"/>
            <a:ext cx="216000" cy="216000"/>
          </a:xfrm>
          <a:prstGeom prst="ellipse">
            <a:avLst/>
          </a:prstGeom>
          <a:ln>
            <a:solidFill>
              <a:schemeClr val="tx2"/>
            </a:solidFill>
          </a:ln>
        </p:spPr>
        <p:txBody>
          <a:bodyPr wrap="none" lIns="0" tIns="0" rIns="0" bIns="0" anchor="ctr"/>
          <a:lstStyle>
            <a:lvl1pPr marL="0" indent="0" algn="ctr" defTabSz="914115" rtl="0" eaLnBrk="1" latinLnBrk="0" hangingPunct="1">
              <a:lnSpc>
                <a:spcPct val="110000"/>
              </a:lnSpc>
              <a:spcBef>
                <a:spcPts val="0"/>
              </a:spcBef>
              <a:spcAft>
                <a:spcPts val="0"/>
              </a:spcAft>
              <a:buFontTx/>
              <a:buNone/>
              <a:defRPr sz="1200" b="0" kern="1200">
                <a:solidFill>
                  <a:schemeClr val="bg2"/>
                </a:solidFill>
                <a:latin typeface="+mn-lt"/>
                <a:ea typeface="+mn-ea"/>
                <a:cs typeface="+mn-cs"/>
              </a:defRPr>
            </a:lvl1pPr>
            <a:lvl2pPr marL="0" indent="0" algn="ctr" defTabSz="914115" rtl="0" eaLnBrk="1" latinLnBrk="0" hangingPunct="1">
              <a:lnSpc>
                <a:spcPct val="110000"/>
              </a:lnSpc>
              <a:spcBef>
                <a:spcPts val="0"/>
              </a:spcBef>
              <a:spcAft>
                <a:spcPts val="0"/>
              </a:spcAft>
              <a:buFontTx/>
              <a:buNone/>
              <a:defRPr lang="de-DE" sz="1200" b="0" kern="1200" dirty="0">
                <a:solidFill>
                  <a:schemeClr val="bg2"/>
                </a:solidFill>
                <a:latin typeface="+mn-lt"/>
                <a:ea typeface="+mn-ea"/>
                <a:cs typeface="+mn-cs"/>
              </a:defRPr>
            </a:lvl2pPr>
            <a:lvl3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3pPr>
            <a:lvl4pPr marL="0" indent="0" algn="ctr" defTabSz="914115" rtl="0" eaLnBrk="1" latinLnBrk="0" hangingPunct="1">
              <a:lnSpc>
                <a:spcPct val="110000"/>
              </a:lnSpc>
              <a:spcBef>
                <a:spcPts val="0"/>
              </a:spcBef>
              <a:spcAft>
                <a:spcPts val="0"/>
              </a:spcAft>
              <a:buClr>
                <a:schemeClr val="bg2"/>
              </a:buClr>
              <a:buFontTx/>
              <a:buNone/>
              <a:defRPr lang="de-DE" sz="1200" kern="1200" dirty="0">
                <a:solidFill>
                  <a:schemeClr val="bg2"/>
                </a:solidFill>
                <a:latin typeface="+mn-lt"/>
                <a:ea typeface="+mn-ea"/>
                <a:cs typeface="+mn-cs"/>
              </a:defRPr>
            </a:lvl4pPr>
            <a:lvl5pPr marL="0" indent="0" algn="ctr" defTabSz="914115" rtl="0" eaLnBrk="1" latinLnBrk="0" hangingPunct="1">
              <a:lnSpc>
                <a:spcPct val="110000"/>
              </a:lnSpc>
              <a:spcBef>
                <a:spcPts val="0"/>
              </a:spcBef>
              <a:spcAft>
                <a:spcPts val="0"/>
              </a:spcAft>
              <a:buClr>
                <a:schemeClr val="bg2"/>
              </a:buClr>
              <a:buFontTx/>
              <a:buNone/>
              <a:defRPr sz="1200" kern="1200">
                <a:solidFill>
                  <a:schemeClr val="bg2"/>
                </a:solidFill>
                <a:latin typeface="+mn-lt"/>
                <a:ea typeface="+mn-ea"/>
                <a:cs typeface="+mn-cs"/>
              </a:defRPr>
            </a:lvl5pPr>
            <a:lvl6pPr marL="0" indent="0" algn="ctr" defTabSz="914115" rtl="0" eaLnBrk="1" latinLnBrk="0" hangingPunct="1">
              <a:lnSpc>
                <a:spcPct val="110000"/>
              </a:lnSpc>
              <a:spcBef>
                <a:spcPts val="0"/>
              </a:spcBef>
              <a:spcAft>
                <a:spcPts val="0"/>
              </a:spcAft>
              <a:buFontTx/>
              <a:buNone/>
              <a:defRPr sz="1200" kern="1200" baseline="0">
                <a:solidFill>
                  <a:schemeClr val="bg2"/>
                </a:solidFill>
                <a:latin typeface="+mn-lt"/>
                <a:ea typeface="+mn-ea"/>
                <a:cs typeface="+mn-cs"/>
              </a:defRPr>
            </a:lvl6pPr>
            <a:lvl7pPr marL="0" indent="0" algn="ctr" defTabSz="914115" rtl="0" eaLnBrk="1" latinLnBrk="0" hangingPunct="1">
              <a:lnSpc>
                <a:spcPct val="110000"/>
              </a:lnSpc>
              <a:spcBef>
                <a:spcPts val="0"/>
              </a:spcBef>
              <a:spcAft>
                <a:spcPts val="0"/>
              </a:spcAft>
              <a:buFontTx/>
              <a:buNone/>
              <a:tabLst/>
              <a:defRPr sz="1200" kern="1200" baseline="0">
                <a:solidFill>
                  <a:schemeClr val="bg2"/>
                </a:solidFill>
                <a:latin typeface="+mn-lt"/>
                <a:ea typeface="+mn-ea"/>
                <a:cs typeface="+mn-cs"/>
              </a:defRPr>
            </a:lvl7pPr>
            <a:lvl8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8pPr>
            <a:lvl9pPr marL="0" indent="0" algn="ctr" defTabSz="914115" rtl="0" eaLnBrk="1" latinLnBrk="0" hangingPunct="1">
              <a:lnSpc>
                <a:spcPct val="110000"/>
              </a:lnSpc>
              <a:spcBef>
                <a:spcPts val="0"/>
              </a:spcBef>
              <a:spcAft>
                <a:spcPts val="0"/>
              </a:spcAft>
              <a:buClr>
                <a:schemeClr val="bg2"/>
              </a:buClr>
              <a:buFontTx/>
              <a:buNone/>
              <a:defRPr sz="1200" kern="1200" baseline="0">
                <a:solidFill>
                  <a:schemeClr val="bg2"/>
                </a:solidFill>
                <a:latin typeface="+mn-lt"/>
                <a:ea typeface="+mn-ea"/>
                <a:cs typeface="+mn-cs"/>
              </a:defRPr>
            </a:lvl9pPr>
          </a:lstStyle>
          <a:p>
            <a:r>
              <a:rPr lang="de-DE" dirty="0">
                <a:solidFill>
                  <a:schemeClr val="tx2"/>
                </a:solidFill>
              </a:rPr>
              <a:t>10</a:t>
            </a:r>
          </a:p>
        </p:txBody>
      </p:sp>
      <p:sp>
        <p:nvSpPr>
          <p:cNvPr id="39" name="Textplatzhalter 9">
            <a:extLst>
              <a:ext uri="{FF2B5EF4-FFF2-40B4-BE49-F238E27FC236}">
                <a16:creationId xmlns:a16="http://schemas.microsoft.com/office/drawing/2014/main" id="{E22D41F5-384E-3E56-4BB5-B7A13138A77B}"/>
              </a:ext>
            </a:extLst>
          </p:cNvPr>
          <p:cNvSpPr txBox="1">
            <a:spLocks/>
          </p:cNvSpPr>
          <p:nvPr/>
        </p:nvSpPr>
        <p:spPr bwMode="gray">
          <a:xfrm>
            <a:off x="695821" y="6021388"/>
            <a:ext cx="10872787" cy="287337"/>
          </a:xfrm>
          <a:prstGeom prst="rect">
            <a:avLst/>
          </a:prstGeom>
        </p:spPr>
        <p:txBody>
          <a:bodyPr vert="horz" lIns="0" tIns="0" rIns="0" bIns="0" rtlCol="0" anchor="b" anchorCtr="0">
            <a:noAutofit/>
          </a:bodyPr>
          <a:lstStyle>
            <a:lvl1pPr marL="0" indent="0" algn="l" defTabSz="914115" rtl="0" eaLnBrk="1" latinLnBrk="0" hangingPunct="1">
              <a:lnSpc>
                <a:spcPct val="110000"/>
              </a:lnSpc>
              <a:spcBef>
                <a:spcPts val="0"/>
              </a:spcBef>
              <a:spcAft>
                <a:spcPts val="0"/>
              </a:spcAft>
              <a:buFontTx/>
              <a:buNone/>
              <a:defRPr sz="800" b="0" kern="1200">
                <a:solidFill>
                  <a:schemeClr val="tx1"/>
                </a:solidFill>
                <a:latin typeface="+mn-lt"/>
                <a:ea typeface="+mn-ea"/>
                <a:cs typeface="+mn-cs"/>
              </a:defRPr>
            </a:lvl1pPr>
            <a:lvl2pPr marL="0" indent="0" algn="l" defTabSz="914115" rtl="0" eaLnBrk="1" latinLnBrk="0" hangingPunct="1">
              <a:lnSpc>
                <a:spcPct val="110000"/>
              </a:lnSpc>
              <a:spcBef>
                <a:spcPts val="0"/>
              </a:spcBef>
              <a:spcAft>
                <a:spcPts val="0"/>
              </a:spcAft>
              <a:buFontTx/>
              <a:buNone/>
              <a:defRPr lang="de-DE" sz="800" b="0" kern="1200">
                <a:solidFill>
                  <a:schemeClr val="tx1"/>
                </a:solidFill>
                <a:latin typeface="+mn-lt"/>
                <a:ea typeface="+mn-ea"/>
                <a:cs typeface="+mn-cs"/>
              </a:defRPr>
            </a:lvl2pPr>
            <a:lvl3pPr marL="0" indent="0" algn="l" defTabSz="914115" rtl="0" eaLnBrk="1" latinLnBrk="0" hangingPunct="1">
              <a:lnSpc>
                <a:spcPct val="110000"/>
              </a:lnSpc>
              <a:spcBef>
                <a:spcPts val="0"/>
              </a:spcBef>
              <a:spcAft>
                <a:spcPts val="0"/>
              </a:spcAft>
              <a:buClr>
                <a:schemeClr val="bg2"/>
              </a:buClr>
              <a:buFontTx/>
              <a:buNone/>
              <a:defRPr lang="de-DE" sz="800" kern="1200">
                <a:solidFill>
                  <a:schemeClr val="tx1"/>
                </a:solidFill>
                <a:latin typeface="+mn-lt"/>
                <a:ea typeface="+mn-ea"/>
                <a:cs typeface="+mn-cs"/>
              </a:defRPr>
            </a:lvl3pPr>
            <a:lvl4pPr marL="0" indent="0" algn="l" defTabSz="914115" rtl="0" eaLnBrk="1" latinLnBrk="0" hangingPunct="1">
              <a:lnSpc>
                <a:spcPct val="110000"/>
              </a:lnSpc>
              <a:spcBef>
                <a:spcPts val="0"/>
              </a:spcBef>
              <a:spcAft>
                <a:spcPts val="0"/>
              </a:spcAft>
              <a:buClr>
                <a:schemeClr val="bg2"/>
              </a:buClr>
              <a:buFontTx/>
              <a:buNone/>
              <a:defRPr lang="de-DE" sz="800" kern="1200">
                <a:solidFill>
                  <a:schemeClr val="tx1"/>
                </a:solidFill>
                <a:latin typeface="+mn-lt"/>
                <a:ea typeface="+mn-ea"/>
                <a:cs typeface="+mn-cs"/>
              </a:defRPr>
            </a:lvl4pPr>
            <a:lvl5pPr marL="0" indent="0" algn="l" defTabSz="914115" rtl="0" eaLnBrk="1" latinLnBrk="0" hangingPunct="1">
              <a:lnSpc>
                <a:spcPct val="110000"/>
              </a:lnSpc>
              <a:spcBef>
                <a:spcPts val="0"/>
              </a:spcBef>
              <a:spcAft>
                <a:spcPts val="0"/>
              </a:spcAft>
              <a:buClr>
                <a:schemeClr val="bg2"/>
              </a:buClr>
              <a:buFontTx/>
              <a:buNone/>
              <a:defRPr sz="8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0"/>
              </a:spcAft>
              <a:buFontTx/>
              <a:buNone/>
              <a:defRPr sz="800" kern="1200" baseline="0">
                <a:solidFill>
                  <a:schemeClr val="tx1"/>
                </a:solidFill>
                <a:latin typeface="+mn-lt"/>
                <a:ea typeface="+mn-ea"/>
                <a:cs typeface="+mn-cs"/>
              </a:defRPr>
            </a:lvl6pPr>
            <a:lvl7pPr marL="0" indent="0" algn="l" defTabSz="914115" rtl="0" eaLnBrk="1" latinLnBrk="0" hangingPunct="1">
              <a:lnSpc>
                <a:spcPct val="110000"/>
              </a:lnSpc>
              <a:spcBef>
                <a:spcPts val="0"/>
              </a:spcBef>
              <a:spcAft>
                <a:spcPts val="0"/>
              </a:spcAft>
              <a:buFontTx/>
              <a:buNone/>
              <a:tabLst/>
              <a:defRPr sz="800" kern="1200" baseline="0">
                <a:solidFill>
                  <a:schemeClr val="tx1"/>
                </a:solidFill>
                <a:latin typeface="+mn-lt"/>
                <a:ea typeface="+mn-ea"/>
                <a:cs typeface="+mn-cs"/>
              </a:defRPr>
            </a:lvl7pPr>
            <a:lvl8pPr marL="0" indent="0" algn="l" defTabSz="914115" rtl="0" eaLnBrk="1" latinLnBrk="0" hangingPunct="1">
              <a:lnSpc>
                <a:spcPct val="110000"/>
              </a:lnSpc>
              <a:spcBef>
                <a:spcPts val="0"/>
              </a:spcBef>
              <a:spcAft>
                <a:spcPts val="0"/>
              </a:spcAft>
              <a:buClr>
                <a:schemeClr val="bg2"/>
              </a:buClr>
              <a:buFontTx/>
              <a:buNone/>
              <a:defRPr sz="800" kern="1200" baseline="0">
                <a:solidFill>
                  <a:schemeClr val="tx1"/>
                </a:solidFill>
                <a:latin typeface="+mn-lt"/>
                <a:ea typeface="+mn-ea"/>
                <a:cs typeface="+mn-cs"/>
              </a:defRPr>
            </a:lvl8pPr>
            <a:lvl9pPr marL="0" indent="0" algn="l" defTabSz="914115" rtl="0" eaLnBrk="1" latinLnBrk="0" hangingPunct="1">
              <a:lnSpc>
                <a:spcPct val="110000"/>
              </a:lnSpc>
              <a:spcBef>
                <a:spcPts val="0"/>
              </a:spcBef>
              <a:spcAft>
                <a:spcPts val="0"/>
              </a:spcAft>
              <a:buClr>
                <a:schemeClr val="bg2"/>
              </a:buClr>
              <a:buFontTx/>
              <a:buNone/>
              <a:defRPr sz="800" kern="1200" baseline="0">
                <a:solidFill>
                  <a:schemeClr val="tx1"/>
                </a:solidFill>
                <a:latin typeface="+mn-lt"/>
                <a:ea typeface="+mn-ea"/>
                <a:cs typeface="+mn-cs"/>
              </a:defRPr>
            </a:lvl9pPr>
          </a:lstStyle>
          <a:p>
            <a:pPr lvl="3"/>
            <a:r>
              <a:rPr lang="de-DE" dirty="0"/>
              <a:t>Hier kann eine Quellenangabe stehen.</a:t>
            </a:r>
          </a:p>
        </p:txBody>
      </p:sp>
    </p:spTree>
    <p:extLst>
      <p:ext uri="{BB962C8B-B14F-4D97-AF65-F5344CB8AC3E}">
        <p14:creationId xmlns:p14="http://schemas.microsoft.com/office/powerpoint/2010/main" val="130754431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 name="Banderole">
            <a:extLst>
              <a:ext uri="{FF2B5EF4-FFF2-40B4-BE49-F238E27FC236}">
                <a16:creationId xmlns:a16="http://schemas.microsoft.com/office/drawing/2014/main" id="{D67267D6-DB65-BF5F-FF24-06548C27E11B}"/>
              </a:ext>
            </a:extLst>
          </p:cNvPr>
          <p:cNvSpPr txBox="1">
            <a:spLocks noGrp="1" noRot="1" noMove="1" noResize="1" noEditPoints="1" noAdjustHandles="1" noChangeArrowheads="1" noChangeShapeType="1"/>
          </p:cNvSpPr>
          <p:nvPr/>
        </p:nvSpPr>
        <p:spPr bwMode="gray">
          <a:xfrm>
            <a:off x="695398" y="2205037"/>
            <a:ext cx="5328000" cy="4103687"/>
          </a:xfrm>
          <a:prstGeom prst="round2DiagRect">
            <a:avLst>
              <a:gd name="adj1" fmla="val 15276"/>
              <a:gd name="adj2" fmla="val 0"/>
            </a:avLst>
          </a:prstGeom>
          <a:solidFill>
            <a:schemeClr val="tx2"/>
          </a:solidFill>
        </p:spPr>
        <p:txBody>
          <a:bodyPr wrap="square" lIns="288000" tIns="216000" rIns="288000" bIns="216000" numCol="1" spcCol="576000" anchor="t" anchorCtr="0">
            <a:noAutofit/>
          </a:bodyPr>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bg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a:solidFill>
                  <a:schemeClr val="bg1"/>
                </a:solidFill>
                <a:latin typeface="+mn-lt"/>
                <a:ea typeface="+mn-ea"/>
                <a:cs typeface="+mn-cs"/>
              </a:defRPr>
            </a:lvl2pPr>
            <a:lvl3pPr marL="180000" indent="-180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lang="de-DE" sz="1600" kern="1200">
                <a:solidFill>
                  <a:schemeClr val="bg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1"/>
              </a:buClr>
              <a:buFont typeface="Arial" panose="020B0604020202020204" pitchFamily="34" charset="0"/>
              <a:buChar char="•"/>
              <a:defRPr lang="de-DE" sz="1600" kern="1200">
                <a:solidFill>
                  <a:schemeClr val="bg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600" kern="1200">
                <a:solidFill>
                  <a:schemeClr val="bg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bg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bg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200" kern="1200" baseline="0">
                <a:solidFill>
                  <a:schemeClr val="bg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200" kern="1200" baseline="0">
                <a:solidFill>
                  <a:schemeClr val="bg1"/>
                </a:solidFill>
                <a:latin typeface="+mn-lt"/>
                <a:ea typeface="+mn-ea"/>
                <a:cs typeface="+mn-cs"/>
              </a:defRPr>
            </a:lvl9pPr>
          </a:lstStyle>
          <a:p>
            <a:endParaRPr lang="de-DE" dirty="0"/>
          </a:p>
        </p:txBody>
      </p:sp>
      <p:sp>
        <p:nvSpPr>
          <p:cNvPr id="2" name="Textplatzhalter 1">
            <a:extLst>
              <a:ext uri="{FF2B5EF4-FFF2-40B4-BE49-F238E27FC236}">
                <a16:creationId xmlns:a16="http://schemas.microsoft.com/office/drawing/2014/main" id="{98280F41-F195-D5B9-1EBD-3C268BD18CC7}"/>
              </a:ext>
            </a:extLst>
          </p:cNvPr>
          <p:cNvSpPr>
            <a:spLocks noGrp="1"/>
          </p:cNvSpPr>
          <p:nvPr>
            <p:ph type="body" sz="quarter" idx="26"/>
          </p:nvPr>
        </p:nvSpPr>
        <p:spPr/>
        <p:txBody>
          <a:bodyPr/>
          <a:lstStyle/>
          <a:p>
            <a:r>
              <a:rPr lang="de-DE" dirty="0"/>
              <a:t>Basis Informationen</a:t>
            </a:r>
          </a:p>
        </p:txBody>
      </p:sp>
      <p:sp>
        <p:nvSpPr>
          <p:cNvPr id="3" name="Titel 2">
            <a:extLst>
              <a:ext uri="{FF2B5EF4-FFF2-40B4-BE49-F238E27FC236}">
                <a16:creationId xmlns:a16="http://schemas.microsoft.com/office/drawing/2014/main" id="{14010AB1-B03A-884F-ABB1-2BAA2CDDB6CF}"/>
              </a:ext>
            </a:extLst>
          </p:cNvPr>
          <p:cNvSpPr>
            <a:spLocks noGrp="1"/>
          </p:cNvSpPr>
          <p:nvPr>
            <p:ph type="title"/>
          </p:nvPr>
        </p:nvSpPr>
        <p:spPr/>
        <p:txBody>
          <a:bodyPr/>
          <a:lstStyle/>
          <a:p>
            <a:r>
              <a:rPr lang="de-DE" dirty="0"/>
              <a:t>KI-Kennzeichnungen als Kopierelemente </a:t>
            </a:r>
          </a:p>
        </p:txBody>
      </p:sp>
      <p:sp>
        <p:nvSpPr>
          <p:cNvPr id="4" name="Textplatzhalter 3">
            <a:extLst>
              <a:ext uri="{FF2B5EF4-FFF2-40B4-BE49-F238E27FC236}">
                <a16:creationId xmlns:a16="http://schemas.microsoft.com/office/drawing/2014/main" id="{F77B405F-7F91-C929-7A0C-112602D7AB37}"/>
              </a:ext>
            </a:extLst>
          </p:cNvPr>
          <p:cNvSpPr>
            <a:spLocks noGrp="1"/>
          </p:cNvSpPr>
          <p:nvPr>
            <p:ph type="body" sz="quarter" idx="27"/>
          </p:nvPr>
        </p:nvSpPr>
        <p:spPr/>
        <p:txBody>
          <a:bodyPr/>
          <a:lstStyle/>
          <a:p>
            <a:r>
              <a:rPr lang="de-DE" dirty="0"/>
              <a:t>Kennzeichnung eigener KI-generierter Inhalte</a:t>
            </a:r>
          </a:p>
        </p:txBody>
      </p:sp>
      <p:sp>
        <p:nvSpPr>
          <p:cNvPr id="5" name="Foliennummernplatzhalter 4">
            <a:extLst>
              <a:ext uri="{FF2B5EF4-FFF2-40B4-BE49-F238E27FC236}">
                <a16:creationId xmlns:a16="http://schemas.microsoft.com/office/drawing/2014/main" id="{6241F033-F729-0291-5586-C0F703A7C7E3}"/>
              </a:ext>
            </a:extLst>
          </p:cNvPr>
          <p:cNvSpPr>
            <a:spLocks noGrp="1"/>
          </p:cNvSpPr>
          <p:nvPr>
            <p:ph type="sldNum" sz="quarter" idx="24"/>
          </p:nvPr>
        </p:nvSpPr>
        <p:spPr/>
        <p:txBody>
          <a:bodyPr/>
          <a:lstStyle/>
          <a:p>
            <a:r>
              <a:rPr lang="de-DE"/>
              <a:t>Seite </a:t>
            </a:r>
            <a:fld id="{DC907883-A228-4E41-A7BF-33DDF6A01B2A}" type="slidenum">
              <a:rPr lang="de-DE" smtClean="0"/>
              <a:pPr/>
              <a:t>6</a:t>
            </a:fld>
            <a:endParaRPr lang="de-DE" dirty="0"/>
          </a:p>
        </p:txBody>
      </p:sp>
      <p:sp>
        <p:nvSpPr>
          <p:cNvPr id="6" name="Datumsplatzhalter 5">
            <a:extLst>
              <a:ext uri="{FF2B5EF4-FFF2-40B4-BE49-F238E27FC236}">
                <a16:creationId xmlns:a16="http://schemas.microsoft.com/office/drawing/2014/main" id="{26FBAAB7-97FA-7A5F-6EBB-34FC5AEA8F32}"/>
              </a:ext>
            </a:extLst>
          </p:cNvPr>
          <p:cNvSpPr>
            <a:spLocks noGrp="1"/>
          </p:cNvSpPr>
          <p:nvPr>
            <p:ph type="dt" sz="half" idx="29"/>
          </p:nvPr>
        </p:nvSpPr>
        <p:spPr/>
        <p:txBody>
          <a:bodyPr/>
          <a:lstStyle/>
          <a:p>
            <a:r>
              <a:rPr lang="de-DE"/>
              <a:t>Intern, TT.MM.JJJJ</a:t>
            </a:r>
            <a:endParaRPr lang="de-DE" dirty="0"/>
          </a:p>
        </p:txBody>
      </p:sp>
      <p:pic>
        <p:nvPicPr>
          <p:cNvPr id="9" name="Grafik 8">
            <a:extLst>
              <a:ext uri="{FF2B5EF4-FFF2-40B4-BE49-F238E27FC236}">
                <a16:creationId xmlns:a16="http://schemas.microsoft.com/office/drawing/2014/main" id="{B13D99A8-976F-EF44-B428-8D870B3A5F0F}"/>
              </a:ext>
            </a:extLst>
          </p:cNvPr>
          <p:cNvPicPr>
            <a:picLocks noGrp="1" noRot="1" noChangeAspect="1" noMove="1" noResize="1" noEditPoints="1" noAdjustHandles="1" noChangeArrowheads="1" noChangeShapeType="1" noCrop="1"/>
          </p:cNvPicPr>
          <p:nvPr/>
        </p:nvPicPr>
        <p:blipFill>
          <a:blip r:embed="rId2"/>
          <a:srcRect t="5323" r="1495" b="10287"/>
          <a:stretch>
            <a:fillRect/>
          </a:stretch>
        </p:blipFill>
        <p:spPr>
          <a:xfrm>
            <a:off x="6255150" y="2205038"/>
            <a:ext cx="4212000" cy="2255240"/>
          </a:xfrm>
          <a:prstGeom prst="rect">
            <a:avLst/>
          </a:prstGeom>
        </p:spPr>
      </p:pic>
      <p:pic>
        <p:nvPicPr>
          <p:cNvPr id="13" name="Grafik 12">
            <a:extLst>
              <a:ext uri="{FF2B5EF4-FFF2-40B4-BE49-F238E27FC236}">
                <a16:creationId xmlns:a16="http://schemas.microsoft.com/office/drawing/2014/main" id="{F45A89CC-BECB-6ACB-DE2D-D1C83E1A83EA}"/>
              </a:ext>
            </a:extLst>
          </p:cNvPr>
          <p:cNvPicPr>
            <a:picLocks noGrp="1" noRot="1" noChangeAspect="1" noMove="1" noResize="1" noEditPoints="1" noAdjustHandles="1" noChangeArrowheads="1" noChangeShapeType="1" noCrop="1"/>
          </p:cNvPicPr>
          <p:nvPr/>
        </p:nvPicPr>
        <p:blipFill>
          <a:blip r:embed="rId3"/>
          <a:srcRect l="2" t="5910" r="13" b="10950"/>
          <a:stretch>
            <a:fillRect/>
          </a:stretch>
        </p:blipFill>
        <p:spPr>
          <a:xfrm>
            <a:off x="7356113" y="3127353"/>
            <a:ext cx="4212000" cy="2188910"/>
          </a:xfrm>
          <a:prstGeom prst="rect">
            <a:avLst/>
          </a:prstGeom>
        </p:spPr>
      </p:pic>
      <p:sp>
        <p:nvSpPr>
          <p:cNvPr id="15" name="Textplatzhalter 6">
            <a:extLst>
              <a:ext uri="{FF2B5EF4-FFF2-40B4-BE49-F238E27FC236}">
                <a16:creationId xmlns:a16="http://schemas.microsoft.com/office/drawing/2014/main" id="{22F1B451-536A-C1B4-0528-66C397B777F8}"/>
              </a:ext>
            </a:extLst>
          </p:cNvPr>
          <p:cNvSpPr txBox="1">
            <a:spLocks noGrp="1" noRot="1" noMove="1" noResize="1" noEditPoints="1" noAdjustHandles="1" noChangeArrowheads="1" noChangeShapeType="1"/>
          </p:cNvSpPr>
          <p:nvPr/>
        </p:nvSpPr>
        <p:spPr bwMode="gray">
          <a:xfrm>
            <a:off x="7356114" y="5373216"/>
            <a:ext cx="4212000" cy="913218"/>
          </a:xfrm>
          <a:prstGeom prst="rect">
            <a:avLst/>
          </a:prstGeom>
        </p:spPr>
        <p:txBody>
          <a:bodyPr vert="horz" wrap="square" lIns="0" tIns="0" rIns="0" bIns="0" rtlCol="0" anchor="t" anchorCtr="0">
            <a:noAutofit/>
          </a:bodyPr>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tx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a:lstStyle>
          <a:p>
            <a:pPr lvl="6"/>
            <a:r>
              <a:rPr lang="de-DE" dirty="0"/>
              <a:t>Anwendungsbeispiele (siehe auch Fotobibliothek)</a:t>
            </a:r>
          </a:p>
        </p:txBody>
      </p:sp>
      <p:grpSp>
        <p:nvGrpSpPr>
          <p:cNvPr id="37" name="Gruppieren 36">
            <a:extLst>
              <a:ext uri="{FF2B5EF4-FFF2-40B4-BE49-F238E27FC236}">
                <a16:creationId xmlns:a16="http://schemas.microsoft.com/office/drawing/2014/main" id="{57ED810C-6058-5800-7134-9424EF37919E}"/>
              </a:ext>
            </a:extLst>
          </p:cNvPr>
          <p:cNvGrpSpPr>
            <a:grpSpLocks/>
          </p:cNvGrpSpPr>
          <p:nvPr/>
        </p:nvGrpSpPr>
        <p:grpSpPr>
          <a:xfrm>
            <a:off x="3431704" y="3550891"/>
            <a:ext cx="2116800" cy="302400"/>
            <a:chOff x="1098880" y="2683245"/>
            <a:chExt cx="2116800" cy="302400"/>
          </a:xfrm>
        </p:grpSpPr>
        <p:pic>
          <p:nvPicPr>
            <p:cNvPr id="16" name="Grafik 15">
              <a:extLst>
                <a:ext uri="{FF2B5EF4-FFF2-40B4-BE49-F238E27FC236}">
                  <a16:creationId xmlns:a16="http://schemas.microsoft.com/office/drawing/2014/main" id="{90B8F6A3-A545-EAAA-E237-53FED6B0FCB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8880" y="2683245"/>
              <a:ext cx="2116800" cy="302400"/>
            </a:xfrm>
            <a:prstGeom prst="rect">
              <a:avLst/>
            </a:prstGeom>
          </p:spPr>
        </p:pic>
        <p:sp>
          <p:nvSpPr>
            <p:cNvPr id="35" name="Rechteck: abgerundete Ecken 34">
              <a:extLst>
                <a:ext uri="{FF2B5EF4-FFF2-40B4-BE49-F238E27FC236}">
                  <a16:creationId xmlns:a16="http://schemas.microsoft.com/office/drawing/2014/main" id="{7B8454A9-4A3E-2E70-9DE6-3079DEC73BAD}"/>
                </a:ext>
              </a:extLst>
            </p:cNvPr>
            <p:cNvSpPr>
              <a:spLocks/>
            </p:cNvSpPr>
            <p:nvPr/>
          </p:nvSpPr>
          <p:spPr bwMode="gray">
            <a:xfrm>
              <a:off x="1098880" y="2683245"/>
              <a:ext cx="2116800" cy="302400"/>
            </a:xfrm>
            <a:prstGeom prst="roundRect">
              <a:avLst>
                <a:gd name="adj" fmla="val 50000"/>
              </a:avLst>
            </a:prstGeom>
            <a:solidFill>
              <a:schemeClr val="bg2">
                <a:alpha val="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buClr>
                  <a:schemeClr val="bg1"/>
                </a:buClr>
              </a:pPr>
              <a:endParaRPr lang="de-DE">
                <a:solidFill>
                  <a:schemeClr val="bg1"/>
                </a:solidFill>
              </a:endParaRPr>
            </a:p>
          </p:txBody>
        </p:sp>
      </p:grpSp>
      <p:grpSp>
        <p:nvGrpSpPr>
          <p:cNvPr id="40" name="Gruppieren 39">
            <a:extLst>
              <a:ext uri="{FF2B5EF4-FFF2-40B4-BE49-F238E27FC236}">
                <a16:creationId xmlns:a16="http://schemas.microsoft.com/office/drawing/2014/main" id="{00614B59-0EE4-D84D-7ABE-11BC786FCC5A}"/>
              </a:ext>
            </a:extLst>
          </p:cNvPr>
          <p:cNvGrpSpPr>
            <a:grpSpLocks/>
          </p:cNvGrpSpPr>
          <p:nvPr/>
        </p:nvGrpSpPr>
        <p:grpSpPr>
          <a:xfrm>
            <a:off x="3431704" y="4161195"/>
            <a:ext cx="2116800" cy="302400"/>
            <a:chOff x="1098880" y="3147854"/>
            <a:chExt cx="2116800" cy="302400"/>
          </a:xfrm>
        </p:grpSpPr>
        <p:pic>
          <p:nvPicPr>
            <p:cNvPr id="12" name="Grafik 11">
              <a:extLst>
                <a:ext uri="{FF2B5EF4-FFF2-40B4-BE49-F238E27FC236}">
                  <a16:creationId xmlns:a16="http://schemas.microsoft.com/office/drawing/2014/main" id="{C90F6710-9207-C625-12B2-9B4176EC17F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98880" y="3147854"/>
              <a:ext cx="2116800" cy="302400"/>
            </a:xfrm>
            <a:prstGeom prst="rect">
              <a:avLst/>
            </a:prstGeom>
          </p:spPr>
        </p:pic>
        <p:sp>
          <p:nvSpPr>
            <p:cNvPr id="39" name="Rechteck: abgerundete Ecken 38">
              <a:extLst>
                <a:ext uri="{FF2B5EF4-FFF2-40B4-BE49-F238E27FC236}">
                  <a16:creationId xmlns:a16="http://schemas.microsoft.com/office/drawing/2014/main" id="{139A392E-2797-1FF6-2673-C973E8D3FA6A}"/>
                </a:ext>
              </a:extLst>
            </p:cNvPr>
            <p:cNvSpPr>
              <a:spLocks/>
            </p:cNvSpPr>
            <p:nvPr/>
          </p:nvSpPr>
          <p:spPr bwMode="gray">
            <a:xfrm>
              <a:off x="1098880" y="3147854"/>
              <a:ext cx="2116800" cy="302400"/>
            </a:xfrm>
            <a:prstGeom prst="roundRect">
              <a:avLst>
                <a:gd name="adj" fmla="val 50000"/>
              </a:avLst>
            </a:prstGeom>
            <a:solidFill>
              <a:schemeClr val="bg2">
                <a:alpha val="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buClr>
                  <a:schemeClr val="bg1"/>
                </a:buClr>
              </a:pPr>
              <a:endParaRPr lang="de-DE">
                <a:solidFill>
                  <a:schemeClr val="bg1"/>
                </a:solidFill>
              </a:endParaRPr>
            </a:p>
          </p:txBody>
        </p:sp>
      </p:grpSp>
      <p:grpSp>
        <p:nvGrpSpPr>
          <p:cNvPr id="43" name="Gruppieren 42">
            <a:extLst>
              <a:ext uri="{FF2B5EF4-FFF2-40B4-BE49-F238E27FC236}">
                <a16:creationId xmlns:a16="http://schemas.microsoft.com/office/drawing/2014/main" id="{D1CBC1FF-05F6-6AC4-6168-3F142CD4865E}"/>
              </a:ext>
            </a:extLst>
          </p:cNvPr>
          <p:cNvGrpSpPr>
            <a:grpSpLocks/>
          </p:cNvGrpSpPr>
          <p:nvPr/>
        </p:nvGrpSpPr>
        <p:grpSpPr>
          <a:xfrm>
            <a:off x="3431704" y="4767205"/>
            <a:ext cx="2116800" cy="302400"/>
            <a:chOff x="1098880" y="3612463"/>
            <a:chExt cx="2116800" cy="302400"/>
          </a:xfrm>
        </p:grpSpPr>
        <p:pic>
          <p:nvPicPr>
            <p:cNvPr id="14" name="Grafik 13">
              <a:extLst>
                <a:ext uri="{FF2B5EF4-FFF2-40B4-BE49-F238E27FC236}">
                  <a16:creationId xmlns:a16="http://schemas.microsoft.com/office/drawing/2014/main" id="{8FC82970-91AA-BFD9-5E88-7B7C0DA235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98880" y="3612463"/>
              <a:ext cx="2116800" cy="302400"/>
            </a:xfrm>
            <a:prstGeom prst="rect">
              <a:avLst/>
            </a:prstGeom>
          </p:spPr>
        </p:pic>
        <p:sp>
          <p:nvSpPr>
            <p:cNvPr id="42" name="Rechteck: abgerundete Ecken 41">
              <a:extLst>
                <a:ext uri="{FF2B5EF4-FFF2-40B4-BE49-F238E27FC236}">
                  <a16:creationId xmlns:a16="http://schemas.microsoft.com/office/drawing/2014/main" id="{8B00F19B-9C4C-0B12-0C6B-133A104168C5}"/>
                </a:ext>
              </a:extLst>
            </p:cNvPr>
            <p:cNvSpPr>
              <a:spLocks/>
            </p:cNvSpPr>
            <p:nvPr/>
          </p:nvSpPr>
          <p:spPr bwMode="gray">
            <a:xfrm>
              <a:off x="1098880" y="3612463"/>
              <a:ext cx="2116800" cy="302400"/>
            </a:xfrm>
            <a:prstGeom prst="roundRect">
              <a:avLst>
                <a:gd name="adj" fmla="val 50000"/>
              </a:avLst>
            </a:prstGeom>
            <a:solidFill>
              <a:schemeClr val="bg2">
                <a:alpha val="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buClr>
                  <a:schemeClr val="bg1"/>
                </a:buClr>
              </a:pPr>
              <a:endParaRPr lang="de-DE">
                <a:solidFill>
                  <a:schemeClr val="bg1"/>
                </a:solidFill>
              </a:endParaRPr>
            </a:p>
          </p:txBody>
        </p:sp>
      </p:grpSp>
      <p:grpSp>
        <p:nvGrpSpPr>
          <p:cNvPr id="46" name="Gruppieren 45">
            <a:extLst>
              <a:ext uri="{FF2B5EF4-FFF2-40B4-BE49-F238E27FC236}">
                <a16:creationId xmlns:a16="http://schemas.microsoft.com/office/drawing/2014/main" id="{64806D62-90AF-516A-EAFA-50873268E653}"/>
              </a:ext>
            </a:extLst>
          </p:cNvPr>
          <p:cNvGrpSpPr>
            <a:grpSpLocks/>
          </p:cNvGrpSpPr>
          <p:nvPr/>
        </p:nvGrpSpPr>
        <p:grpSpPr>
          <a:xfrm>
            <a:off x="3431704" y="5373216"/>
            <a:ext cx="2116800" cy="302400"/>
            <a:chOff x="1098880" y="4077072"/>
            <a:chExt cx="2116800" cy="302400"/>
          </a:xfrm>
        </p:grpSpPr>
        <p:pic>
          <p:nvPicPr>
            <p:cNvPr id="10" name="Grafik 9">
              <a:extLst>
                <a:ext uri="{FF2B5EF4-FFF2-40B4-BE49-F238E27FC236}">
                  <a16:creationId xmlns:a16="http://schemas.microsoft.com/office/drawing/2014/main" id="{5F47E6F2-B877-4B39-B233-40A0CA26B58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98880" y="4077072"/>
              <a:ext cx="2116800" cy="302400"/>
            </a:xfrm>
            <a:prstGeom prst="rect">
              <a:avLst/>
            </a:prstGeom>
          </p:spPr>
        </p:pic>
        <p:sp>
          <p:nvSpPr>
            <p:cNvPr id="45" name="Rechteck: abgerundete Ecken 44">
              <a:extLst>
                <a:ext uri="{FF2B5EF4-FFF2-40B4-BE49-F238E27FC236}">
                  <a16:creationId xmlns:a16="http://schemas.microsoft.com/office/drawing/2014/main" id="{FA6F0422-33A6-28F5-C122-D0A4504B2C27}"/>
                </a:ext>
              </a:extLst>
            </p:cNvPr>
            <p:cNvSpPr>
              <a:spLocks/>
            </p:cNvSpPr>
            <p:nvPr/>
          </p:nvSpPr>
          <p:spPr bwMode="gray">
            <a:xfrm>
              <a:off x="1098880" y="4077072"/>
              <a:ext cx="2116800" cy="302400"/>
            </a:xfrm>
            <a:prstGeom prst="roundRect">
              <a:avLst>
                <a:gd name="adj" fmla="val 50000"/>
              </a:avLst>
            </a:prstGeom>
            <a:solidFill>
              <a:schemeClr val="bg2">
                <a:alpha val="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buClr>
                  <a:schemeClr val="bg1"/>
                </a:buClr>
              </a:pPr>
              <a:endParaRPr lang="de-DE">
                <a:solidFill>
                  <a:schemeClr val="bg1"/>
                </a:solidFill>
              </a:endParaRPr>
            </a:p>
          </p:txBody>
        </p:sp>
      </p:grpSp>
      <p:sp>
        <p:nvSpPr>
          <p:cNvPr id="21" name="Textplatzhalter 6">
            <a:extLst>
              <a:ext uri="{FF2B5EF4-FFF2-40B4-BE49-F238E27FC236}">
                <a16:creationId xmlns:a16="http://schemas.microsoft.com/office/drawing/2014/main" id="{F5067C73-692F-B100-9494-1EBD42274955}"/>
              </a:ext>
            </a:extLst>
          </p:cNvPr>
          <p:cNvSpPr txBox="1">
            <a:spLocks noGrp="1" noRot="1" noMove="1" noResize="1" noEditPoints="1" noAdjustHandles="1" noChangeArrowheads="1" noChangeShapeType="1"/>
          </p:cNvSpPr>
          <p:nvPr/>
        </p:nvSpPr>
        <p:spPr bwMode="gray">
          <a:xfrm>
            <a:off x="3431704" y="2781008"/>
            <a:ext cx="1728000" cy="720000"/>
          </a:xfrm>
          <a:prstGeom prst="rect">
            <a:avLst/>
          </a:prstGeom>
        </p:spPr>
        <p:txBody>
          <a:bodyPr vert="horz" wrap="square" lIns="0" tIns="0" rIns="0" bIns="0" rtlCol="0" anchor="t" anchorCtr="0">
            <a:noAutofit/>
          </a:bodyPr>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tx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a:lstStyle>
          <a:p>
            <a:pPr lvl="6"/>
            <a:r>
              <a:rPr lang="de-DE" sz="800" dirty="0"/>
              <a:t>Diese Kennzeichnung wird verwendet, wenn ein von Menschen geschaffener Inhalt nachträglich mit KI verändert, ergänzt oder bearbeitet wurde:</a:t>
            </a:r>
          </a:p>
        </p:txBody>
      </p:sp>
      <p:grpSp>
        <p:nvGrpSpPr>
          <p:cNvPr id="32" name="Gruppieren 31">
            <a:extLst>
              <a:ext uri="{FF2B5EF4-FFF2-40B4-BE49-F238E27FC236}">
                <a16:creationId xmlns:a16="http://schemas.microsoft.com/office/drawing/2014/main" id="{635EA2EA-11A9-082F-3CEE-C99367D4438D}"/>
              </a:ext>
            </a:extLst>
          </p:cNvPr>
          <p:cNvGrpSpPr>
            <a:grpSpLocks/>
          </p:cNvGrpSpPr>
          <p:nvPr/>
        </p:nvGrpSpPr>
        <p:grpSpPr>
          <a:xfrm>
            <a:off x="1199456" y="3550891"/>
            <a:ext cx="1436400" cy="306694"/>
            <a:chOff x="4124324" y="2675488"/>
            <a:chExt cx="1436400" cy="306694"/>
          </a:xfrm>
        </p:grpSpPr>
        <p:pic>
          <p:nvPicPr>
            <p:cNvPr id="20" name="Grafik 19">
              <a:extLst>
                <a:ext uri="{FF2B5EF4-FFF2-40B4-BE49-F238E27FC236}">
                  <a16:creationId xmlns:a16="http://schemas.microsoft.com/office/drawing/2014/main" id="{80D2E23F-EDBD-DCA4-FBD5-D1D96741A7E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124324" y="2675488"/>
              <a:ext cx="1434556" cy="302400"/>
            </a:xfrm>
            <a:prstGeom prst="rect">
              <a:avLst/>
            </a:prstGeom>
          </p:spPr>
        </p:pic>
        <p:sp>
          <p:nvSpPr>
            <p:cNvPr id="25" name="Rechteck: abgerundete Ecken 24">
              <a:extLst>
                <a:ext uri="{FF2B5EF4-FFF2-40B4-BE49-F238E27FC236}">
                  <a16:creationId xmlns:a16="http://schemas.microsoft.com/office/drawing/2014/main" id="{226D3744-2430-030A-152A-3D07C186FB9B}"/>
                </a:ext>
              </a:extLst>
            </p:cNvPr>
            <p:cNvSpPr>
              <a:spLocks/>
            </p:cNvSpPr>
            <p:nvPr/>
          </p:nvSpPr>
          <p:spPr bwMode="gray">
            <a:xfrm>
              <a:off x="4124324" y="2679782"/>
              <a:ext cx="1436400" cy="302400"/>
            </a:xfrm>
            <a:prstGeom prst="roundRect">
              <a:avLst>
                <a:gd name="adj" fmla="val 50000"/>
              </a:avLst>
            </a:prstGeom>
            <a:solidFill>
              <a:schemeClr val="bg2">
                <a:alpha val="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buClr>
                  <a:schemeClr val="bg1"/>
                </a:buClr>
              </a:pPr>
              <a:endParaRPr lang="de-DE">
                <a:solidFill>
                  <a:schemeClr val="bg1"/>
                </a:solidFill>
              </a:endParaRPr>
            </a:p>
          </p:txBody>
        </p:sp>
      </p:grpSp>
      <p:grpSp>
        <p:nvGrpSpPr>
          <p:cNvPr id="33" name="Gruppieren 32">
            <a:extLst>
              <a:ext uri="{FF2B5EF4-FFF2-40B4-BE49-F238E27FC236}">
                <a16:creationId xmlns:a16="http://schemas.microsoft.com/office/drawing/2014/main" id="{10CBFBD0-1ECF-ABA8-6976-D3A7CF3FE8C1}"/>
              </a:ext>
            </a:extLst>
          </p:cNvPr>
          <p:cNvGrpSpPr>
            <a:grpSpLocks/>
          </p:cNvGrpSpPr>
          <p:nvPr/>
        </p:nvGrpSpPr>
        <p:grpSpPr>
          <a:xfrm>
            <a:off x="1199456" y="4161195"/>
            <a:ext cx="1436400" cy="302400"/>
            <a:chOff x="4124324" y="3126600"/>
            <a:chExt cx="1436400" cy="302400"/>
          </a:xfrm>
        </p:grpSpPr>
        <p:pic>
          <p:nvPicPr>
            <p:cNvPr id="8" name="Grafik 7">
              <a:extLst>
                <a:ext uri="{FF2B5EF4-FFF2-40B4-BE49-F238E27FC236}">
                  <a16:creationId xmlns:a16="http://schemas.microsoft.com/office/drawing/2014/main" id="{62199366-28AF-7214-96FF-4B291802A5C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124324" y="3126600"/>
              <a:ext cx="1434556" cy="302400"/>
            </a:xfrm>
            <a:prstGeom prst="rect">
              <a:avLst/>
            </a:prstGeom>
          </p:spPr>
        </p:pic>
        <p:sp>
          <p:nvSpPr>
            <p:cNvPr id="27" name="Rechteck: abgerundete Ecken 26">
              <a:extLst>
                <a:ext uri="{FF2B5EF4-FFF2-40B4-BE49-F238E27FC236}">
                  <a16:creationId xmlns:a16="http://schemas.microsoft.com/office/drawing/2014/main" id="{AD699C6A-516D-6DE9-B5C2-73B000233DC1}"/>
                </a:ext>
              </a:extLst>
            </p:cNvPr>
            <p:cNvSpPr>
              <a:spLocks/>
            </p:cNvSpPr>
            <p:nvPr/>
          </p:nvSpPr>
          <p:spPr bwMode="gray">
            <a:xfrm>
              <a:off x="4124324" y="3126600"/>
              <a:ext cx="1436400" cy="302400"/>
            </a:xfrm>
            <a:prstGeom prst="roundRect">
              <a:avLst>
                <a:gd name="adj" fmla="val 50000"/>
              </a:avLst>
            </a:prstGeom>
            <a:solidFill>
              <a:schemeClr val="bg2">
                <a:alpha val="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buClr>
                  <a:schemeClr val="bg1"/>
                </a:buClr>
              </a:pPr>
              <a:endParaRPr lang="de-DE">
                <a:solidFill>
                  <a:schemeClr val="bg1"/>
                </a:solidFill>
              </a:endParaRPr>
            </a:p>
          </p:txBody>
        </p:sp>
      </p:grpSp>
      <p:grpSp>
        <p:nvGrpSpPr>
          <p:cNvPr id="29" name="Gruppieren 28">
            <a:extLst>
              <a:ext uri="{FF2B5EF4-FFF2-40B4-BE49-F238E27FC236}">
                <a16:creationId xmlns:a16="http://schemas.microsoft.com/office/drawing/2014/main" id="{95032C02-4304-7CF6-B829-1E813CDF2112}"/>
              </a:ext>
            </a:extLst>
          </p:cNvPr>
          <p:cNvGrpSpPr>
            <a:grpSpLocks/>
          </p:cNvGrpSpPr>
          <p:nvPr/>
        </p:nvGrpSpPr>
        <p:grpSpPr>
          <a:xfrm>
            <a:off x="1199456" y="4767205"/>
            <a:ext cx="1444594" cy="302400"/>
            <a:chOff x="4079776" y="3612463"/>
            <a:chExt cx="1444594" cy="302400"/>
          </a:xfrm>
        </p:grpSpPr>
        <p:pic>
          <p:nvPicPr>
            <p:cNvPr id="18" name="Grafik 17">
              <a:extLst>
                <a:ext uri="{FF2B5EF4-FFF2-40B4-BE49-F238E27FC236}">
                  <a16:creationId xmlns:a16="http://schemas.microsoft.com/office/drawing/2014/main" id="{BF852561-93F3-E034-C7A7-A4E11F3F3D3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079776" y="3612463"/>
              <a:ext cx="1434556" cy="302400"/>
            </a:xfrm>
            <a:prstGeom prst="rect">
              <a:avLst/>
            </a:prstGeom>
          </p:spPr>
        </p:pic>
        <p:sp>
          <p:nvSpPr>
            <p:cNvPr id="28" name="Rechteck: abgerundete Ecken 27">
              <a:extLst>
                <a:ext uri="{FF2B5EF4-FFF2-40B4-BE49-F238E27FC236}">
                  <a16:creationId xmlns:a16="http://schemas.microsoft.com/office/drawing/2014/main" id="{1802E254-C6C3-52BF-3D70-797A8525FD78}"/>
                </a:ext>
              </a:extLst>
            </p:cNvPr>
            <p:cNvSpPr>
              <a:spLocks/>
            </p:cNvSpPr>
            <p:nvPr/>
          </p:nvSpPr>
          <p:spPr bwMode="gray">
            <a:xfrm>
              <a:off x="4087970" y="3612463"/>
              <a:ext cx="1436400" cy="302400"/>
            </a:xfrm>
            <a:prstGeom prst="roundRect">
              <a:avLst>
                <a:gd name="adj" fmla="val 50000"/>
              </a:avLst>
            </a:prstGeom>
            <a:solidFill>
              <a:schemeClr val="bg2">
                <a:alpha val="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buClr>
                  <a:schemeClr val="bg1"/>
                </a:buClr>
              </a:pPr>
              <a:endParaRPr lang="de-DE">
                <a:solidFill>
                  <a:schemeClr val="bg1"/>
                </a:solidFill>
              </a:endParaRPr>
            </a:p>
          </p:txBody>
        </p:sp>
      </p:grpSp>
      <p:grpSp>
        <p:nvGrpSpPr>
          <p:cNvPr id="31" name="Gruppieren 30">
            <a:extLst>
              <a:ext uri="{FF2B5EF4-FFF2-40B4-BE49-F238E27FC236}">
                <a16:creationId xmlns:a16="http://schemas.microsoft.com/office/drawing/2014/main" id="{22DCE7B7-9E18-17F9-8A2C-899BA3D87F7E}"/>
              </a:ext>
            </a:extLst>
          </p:cNvPr>
          <p:cNvGrpSpPr>
            <a:grpSpLocks/>
          </p:cNvGrpSpPr>
          <p:nvPr/>
        </p:nvGrpSpPr>
        <p:grpSpPr>
          <a:xfrm>
            <a:off x="1199456" y="5373216"/>
            <a:ext cx="1480948" cy="302400"/>
            <a:chOff x="4079776" y="4063575"/>
            <a:chExt cx="1480948" cy="302400"/>
          </a:xfrm>
        </p:grpSpPr>
        <p:pic>
          <p:nvPicPr>
            <p:cNvPr id="22" name="Grafik 21">
              <a:extLst>
                <a:ext uri="{FF2B5EF4-FFF2-40B4-BE49-F238E27FC236}">
                  <a16:creationId xmlns:a16="http://schemas.microsoft.com/office/drawing/2014/main" id="{8C7BE4BE-D8F1-F086-DF0D-88FB2FAA9D1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079776" y="4063575"/>
              <a:ext cx="1434556" cy="302400"/>
            </a:xfrm>
            <a:prstGeom prst="rect">
              <a:avLst/>
            </a:prstGeom>
          </p:spPr>
        </p:pic>
        <p:sp>
          <p:nvSpPr>
            <p:cNvPr id="30" name="Rechteck: abgerundete Ecken 29">
              <a:extLst>
                <a:ext uri="{FF2B5EF4-FFF2-40B4-BE49-F238E27FC236}">
                  <a16:creationId xmlns:a16="http://schemas.microsoft.com/office/drawing/2014/main" id="{4A040581-09D6-0877-0827-160051834586}"/>
                </a:ext>
              </a:extLst>
            </p:cNvPr>
            <p:cNvSpPr>
              <a:spLocks/>
            </p:cNvSpPr>
            <p:nvPr/>
          </p:nvSpPr>
          <p:spPr bwMode="gray">
            <a:xfrm>
              <a:off x="4124324" y="4063575"/>
              <a:ext cx="1436400" cy="302400"/>
            </a:xfrm>
            <a:prstGeom prst="roundRect">
              <a:avLst>
                <a:gd name="adj" fmla="val 50000"/>
              </a:avLst>
            </a:prstGeom>
            <a:solidFill>
              <a:schemeClr val="bg2">
                <a:alpha val="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buClr>
                  <a:schemeClr val="bg1"/>
                </a:buClr>
              </a:pPr>
              <a:endParaRPr lang="de-DE">
                <a:solidFill>
                  <a:schemeClr val="bg1"/>
                </a:solidFill>
              </a:endParaRPr>
            </a:p>
          </p:txBody>
        </p:sp>
      </p:grpSp>
      <p:sp>
        <p:nvSpPr>
          <p:cNvPr id="23" name="Textplatzhalter 6">
            <a:extLst>
              <a:ext uri="{FF2B5EF4-FFF2-40B4-BE49-F238E27FC236}">
                <a16:creationId xmlns:a16="http://schemas.microsoft.com/office/drawing/2014/main" id="{7904ACD6-5EB8-3928-ED93-115EE2723B59}"/>
              </a:ext>
            </a:extLst>
          </p:cNvPr>
          <p:cNvSpPr txBox="1">
            <a:spLocks/>
          </p:cNvSpPr>
          <p:nvPr/>
        </p:nvSpPr>
        <p:spPr bwMode="gray">
          <a:xfrm>
            <a:off x="1199456" y="2781008"/>
            <a:ext cx="1728000" cy="720000"/>
          </a:xfrm>
          <a:prstGeom prst="rect">
            <a:avLst/>
          </a:prstGeom>
        </p:spPr>
        <p:txBody>
          <a:bodyPr vert="horz" wrap="square" lIns="0" tIns="0" rIns="0" bIns="0" rtlCol="0" anchor="t" anchorCtr="0">
            <a:noAutofit/>
          </a:bodyPr>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tx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a:lstStyle>
          <a:p>
            <a:pPr lvl="6"/>
            <a:r>
              <a:rPr lang="de-DE" sz="800" dirty="0"/>
              <a:t>Diese Kennzeichnung wird verwendet, wenn ein Motiv, ein Video oder eine Sprachaufnahme vollständig durch ein KI-System erzeugt wurde:</a:t>
            </a:r>
          </a:p>
        </p:txBody>
      </p:sp>
      <p:sp>
        <p:nvSpPr>
          <p:cNvPr id="48" name="Textplatzhalter 6">
            <a:extLst>
              <a:ext uri="{FF2B5EF4-FFF2-40B4-BE49-F238E27FC236}">
                <a16:creationId xmlns:a16="http://schemas.microsoft.com/office/drawing/2014/main" id="{5E3CAD37-4F8A-BD0C-5238-3E71AA32B504}"/>
              </a:ext>
            </a:extLst>
          </p:cNvPr>
          <p:cNvSpPr txBox="1">
            <a:spLocks noGrp="1" noRot="1" noMove="1" noResize="1" noEditPoints="1" noAdjustHandles="1" noChangeArrowheads="1" noChangeShapeType="1"/>
          </p:cNvSpPr>
          <p:nvPr/>
        </p:nvSpPr>
        <p:spPr bwMode="gray">
          <a:xfrm>
            <a:off x="1179082" y="5877272"/>
            <a:ext cx="4196838" cy="269298"/>
          </a:xfrm>
          <a:prstGeom prst="rect">
            <a:avLst/>
          </a:prstGeom>
        </p:spPr>
        <p:txBody>
          <a:bodyPr vert="horz" wrap="square" lIns="0" tIns="0" rIns="0" bIns="0" rtlCol="0" anchor="t" anchorCtr="0">
            <a:noAutofit/>
          </a:bodyPr>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tx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a:lstStyle>
          <a:p>
            <a:pPr lvl="6"/>
            <a:r>
              <a:rPr lang="de-DE" sz="800" dirty="0"/>
              <a:t>Das Kennzeichen wird direkt im Motiv platziert, idealerweise unten links. Sollte das Motiv dies nicht zulassen, ist auch oben links zulässig.</a:t>
            </a:r>
          </a:p>
        </p:txBody>
      </p:sp>
      <p:sp>
        <p:nvSpPr>
          <p:cNvPr id="7" name="Textplatzhalter 6">
            <a:extLst>
              <a:ext uri="{FF2B5EF4-FFF2-40B4-BE49-F238E27FC236}">
                <a16:creationId xmlns:a16="http://schemas.microsoft.com/office/drawing/2014/main" id="{49AE789F-73E8-AA88-D32C-915C32BA025A}"/>
              </a:ext>
            </a:extLst>
          </p:cNvPr>
          <p:cNvSpPr txBox="1">
            <a:spLocks noGrp="1" noRot="1" noMove="1" noResize="1" noEditPoints="1" noAdjustHandles="1" noChangeArrowheads="1" noChangeShapeType="1"/>
          </p:cNvSpPr>
          <p:nvPr/>
        </p:nvSpPr>
        <p:spPr bwMode="gray">
          <a:xfrm>
            <a:off x="1199457" y="2494534"/>
            <a:ext cx="4680520" cy="286394"/>
          </a:xfrm>
          <a:prstGeom prst="rect">
            <a:avLst/>
          </a:prstGeom>
        </p:spPr>
        <p:txBody>
          <a:bodyPr vert="horz" lIns="0" tIns="0" rIns="0" bIns="0" rtlCol="0">
            <a:noAutofit/>
          </a:bodyPr>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tx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a:lstStyle>
          <a:p>
            <a:r>
              <a:rPr lang="de-DE" sz="1400" dirty="0"/>
              <a:t>Kopierelemente</a:t>
            </a:r>
          </a:p>
        </p:txBody>
      </p:sp>
    </p:spTree>
    <p:extLst>
      <p:ext uri="{BB962C8B-B14F-4D97-AF65-F5344CB8AC3E}">
        <p14:creationId xmlns:p14="http://schemas.microsoft.com/office/powerpoint/2010/main" val="147581453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A421A364-6E2A-AC32-62E6-72EAF610ECD2}"/>
              </a:ext>
            </a:extLst>
          </p:cNvPr>
          <p:cNvSpPr>
            <a:spLocks noGrp="1"/>
          </p:cNvSpPr>
          <p:nvPr>
            <p:ph type="body" sz="quarter" idx="26"/>
          </p:nvPr>
        </p:nvSpPr>
        <p:spPr bwMode="gray">
          <a:xfrm>
            <a:off x="695401" y="548680"/>
            <a:ext cx="10296000" cy="288000"/>
          </a:xfrm>
        </p:spPr>
        <p:txBody>
          <a:bodyPr/>
          <a:lstStyle/>
          <a:p>
            <a:r>
              <a:rPr lang="de-DE" dirty="0"/>
              <a:t>Basis Informationen</a:t>
            </a:r>
          </a:p>
        </p:txBody>
      </p:sp>
      <p:sp>
        <p:nvSpPr>
          <p:cNvPr id="3" name="Titel 2">
            <a:extLst>
              <a:ext uri="{FF2B5EF4-FFF2-40B4-BE49-F238E27FC236}">
                <a16:creationId xmlns:a16="http://schemas.microsoft.com/office/drawing/2014/main" id="{7C7778AC-2811-BAB4-059B-E0F0B8369F36}"/>
              </a:ext>
            </a:extLst>
          </p:cNvPr>
          <p:cNvSpPr>
            <a:spLocks noGrp="1"/>
          </p:cNvSpPr>
          <p:nvPr>
            <p:ph type="title"/>
          </p:nvPr>
        </p:nvSpPr>
        <p:spPr bwMode="gray">
          <a:xfrm>
            <a:off x="695325" y="908720"/>
            <a:ext cx="10872788" cy="576064"/>
          </a:xfrm>
        </p:spPr>
        <p:txBody>
          <a:bodyPr/>
          <a:lstStyle/>
          <a:p>
            <a:r>
              <a:rPr lang="de-DE" dirty="0"/>
              <a:t>Wo finde ich was?</a:t>
            </a:r>
          </a:p>
        </p:txBody>
      </p:sp>
      <p:sp>
        <p:nvSpPr>
          <p:cNvPr id="4" name="Textplatzhalter 3">
            <a:extLst>
              <a:ext uri="{FF2B5EF4-FFF2-40B4-BE49-F238E27FC236}">
                <a16:creationId xmlns:a16="http://schemas.microsoft.com/office/drawing/2014/main" id="{3836E7D1-990B-3E4E-F5E0-CB2242982B78}"/>
              </a:ext>
            </a:extLst>
          </p:cNvPr>
          <p:cNvSpPr>
            <a:spLocks noGrp="1"/>
          </p:cNvSpPr>
          <p:nvPr>
            <p:ph type="body" sz="quarter" idx="27"/>
          </p:nvPr>
        </p:nvSpPr>
        <p:spPr bwMode="gray">
          <a:xfrm>
            <a:off x="695401" y="1484784"/>
            <a:ext cx="10872712" cy="504000"/>
          </a:xfrm>
        </p:spPr>
        <p:txBody>
          <a:bodyPr/>
          <a:lstStyle/>
          <a:p>
            <a:r>
              <a:rPr lang="de-DE" dirty="0"/>
              <a:t>Orientierungshilfe für Ihre neuen PowerPoint-Vorlagen</a:t>
            </a:r>
          </a:p>
        </p:txBody>
      </p:sp>
      <p:sp>
        <p:nvSpPr>
          <p:cNvPr id="5" name="Foliennummernplatzhalter 4">
            <a:extLst>
              <a:ext uri="{FF2B5EF4-FFF2-40B4-BE49-F238E27FC236}">
                <a16:creationId xmlns:a16="http://schemas.microsoft.com/office/drawing/2014/main" id="{A8492505-0818-7713-0384-3FBD39951901}"/>
              </a:ext>
            </a:extLst>
          </p:cNvPr>
          <p:cNvSpPr>
            <a:spLocks noGrp="1"/>
          </p:cNvSpPr>
          <p:nvPr>
            <p:ph type="sldNum" sz="quarter" idx="24"/>
          </p:nvPr>
        </p:nvSpPr>
        <p:spPr bwMode="gray">
          <a:xfrm>
            <a:off x="11280745" y="6573600"/>
            <a:ext cx="647903" cy="144000"/>
          </a:xfrm>
        </p:spPr>
        <p:txBody>
          <a:bodyPr/>
          <a:lstStyle/>
          <a:p>
            <a:r>
              <a:rPr lang="de-DE" dirty="0"/>
              <a:t>Seite </a:t>
            </a:r>
            <a:fld id="{DC907883-A228-4E41-A7BF-33DDF6A01B2A}" type="slidenum">
              <a:rPr lang="de-DE" smtClean="0"/>
              <a:pPr/>
              <a:t>7</a:t>
            </a:fld>
            <a:endParaRPr lang="de-DE" dirty="0"/>
          </a:p>
        </p:txBody>
      </p:sp>
      <p:sp>
        <p:nvSpPr>
          <p:cNvPr id="23" name="Datumsplatzhalter 22">
            <a:extLst>
              <a:ext uri="{FF2B5EF4-FFF2-40B4-BE49-F238E27FC236}">
                <a16:creationId xmlns:a16="http://schemas.microsoft.com/office/drawing/2014/main" id="{73CDDF3E-97EE-9B91-4F88-73E1A44C6BB2}"/>
              </a:ext>
            </a:extLst>
          </p:cNvPr>
          <p:cNvSpPr>
            <a:spLocks noGrp="1"/>
          </p:cNvSpPr>
          <p:nvPr>
            <p:ph type="dt" sz="half" idx="29"/>
          </p:nvPr>
        </p:nvSpPr>
        <p:spPr bwMode="gray">
          <a:xfrm>
            <a:off x="1559656" y="6573600"/>
            <a:ext cx="1944000" cy="144000"/>
          </a:xfrm>
        </p:spPr>
        <p:txBody>
          <a:bodyPr/>
          <a:lstStyle/>
          <a:p>
            <a:r>
              <a:rPr lang="de-DE"/>
              <a:t>Intern, TT.MM.JJJJ</a:t>
            </a:r>
            <a:endParaRPr lang="de-DE" dirty="0"/>
          </a:p>
        </p:txBody>
      </p:sp>
      <p:sp>
        <p:nvSpPr>
          <p:cNvPr id="7" name="Banderole">
            <a:extLst>
              <a:ext uri="{FF2B5EF4-FFF2-40B4-BE49-F238E27FC236}">
                <a16:creationId xmlns:a16="http://schemas.microsoft.com/office/drawing/2014/main" id="{F1F17850-2A60-751A-BEC2-048DF7927291}"/>
              </a:ext>
            </a:extLst>
          </p:cNvPr>
          <p:cNvSpPr txBox="1">
            <a:spLocks/>
          </p:cNvSpPr>
          <p:nvPr/>
        </p:nvSpPr>
        <p:spPr bwMode="gray">
          <a:xfrm>
            <a:off x="695400" y="2205038"/>
            <a:ext cx="2447851" cy="3240000"/>
          </a:xfrm>
          <a:prstGeom prst="round2DiagRect">
            <a:avLst>
              <a:gd name="adj1" fmla="val 24903"/>
              <a:gd name="adj2" fmla="val 0"/>
            </a:avLst>
          </a:prstGeom>
          <a:gradFill>
            <a:gsLst>
              <a:gs pos="78000">
                <a:schemeClr val="bg2"/>
              </a:gs>
              <a:gs pos="0">
                <a:srgbClr val="9B348E"/>
              </a:gs>
              <a:gs pos="37000">
                <a:schemeClr val="bg2"/>
              </a:gs>
            </a:gsLst>
            <a:lin ang="12600000" scaled="0"/>
          </a:gradFill>
        </p:spPr>
        <p:txBody>
          <a:bodyPr wrap="square" lIns="216000" tIns="720000" rIns="216000" bIns="216000" numCol="1" spcCol="576000" anchor="t" anchorCtr="0">
            <a:noAutofit/>
          </a:bodyPr>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bg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a:solidFill>
                  <a:schemeClr val="bg1"/>
                </a:solidFill>
                <a:latin typeface="+mn-lt"/>
                <a:ea typeface="+mn-ea"/>
                <a:cs typeface="+mn-cs"/>
              </a:defRPr>
            </a:lvl2pPr>
            <a:lvl3pPr marL="180000" indent="-180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lang="de-DE" sz="1600" kern="1200">
                <a:solidFill>
                  <a:schemeClr val="bg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1"/>
              </a:buClr>
              <a:buFont typeface="Arial" panose="020B0604020202020204" pitchFamily="34" charset="0"/>
              <a:buChar char="•"/>
              <a:defRPr lang="de-DE" sz="1600" kern="1200">
                <a:solidFill>
                  <a:schemeClr val="bg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600" kern="1200">
                <a:solidFill>
                  <a:schemeClr val="bg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bg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bg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200" kern="1200" baseline="0">
                <a:solidFill>
                  <a:schemeClr val="bg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200" kern="1200" baseline="0">
                <a:solidFill>
                  <a:schemeClr val="bg1"/>
                </a:solidFill>
                <a:latin typeface="+mn-lt"/>
                <a:ea typeface="+mn-ea"/>
                <a:cs typeface="+mn-cs"/>
              </a:defRPr>
            </a:lvl9pPr>
          </a:lstStyle>
          <a:p>
            <a:pPr lvl="5"/>
            <a:r>
              <a:rPr lang="de-DE" noProof="0" dirty="0"/>
              <a:t>Folien-</a:t>
            </a:r>
            <a:br>
              <a:rPr lang="de-DE" noProof="0" dirty="0"/>
            </a:br>
            <a:r>
              <a:rPr lang="de-DE" noProof="0" dirty="0" err="1"/>
              <a:t>bibliotheken</a:t>
            </a:r>
            <a:endParaRPr lang="de-DE" noProof="0" dirty="0"/>
          </a:p>
          <a:p>
            <a:pPr lvl="6"/>
            <a:r>
              <a:rPr lang="de-DE" noProof="0" dirty="0"/>
              <a:t>Auswahl an beispiel-haften Darstellungen</a:t>
            </a:r>
            <a:br>
              <a:rPr lang="de-DE" noProof="0" dirty="0"/>
            </a:br>
            <a:r>
              <a:rPr lang="de-DE" noProof="0" dirty="0"/>
              <a:t>für FI-Präsentationen</a:t>
            </a:r>
            <a:br>
              <a:rPr lang="de-DE" noProof="0" dirty="0"/>
            </a:br>
            <a:r>
              <a:rPr lang="de-DE" noProof="0" dirty="0"/>
              <a:t>(per </a:t>
            </a:r>
            <a:r>
              <a:rPr lang="de-DE" noProof="0" dirty="0" err="1"/>
              <a:t>copy</a:t>
            </a:r>
            <a:r>
              <a:rPr lang="de-DE" noProof="0" dirty="0"/>
              <a:t> &amp; </a:t>
            </a:r>
            <a:r>
              <a:rPr lang="de-DE" noProof="0" dirty="0" err="1"/>
              <a:t>paste</a:t>
            </a:r>
            <a:br>
              <a:rPr lang="de-DE" noProof="0" dirty="0"/>
            </a:br>
            <a:r>
              <a:rPr lang="de-DE" noProof="0" dirty="0"/>
              <a:t>auswählen und in Ihrer aktiven Präsentation einfügen)</a:t>
            </a:r>
          </a:p>
        </p:txBody>
      </p:sp>
      <p:sp>
        <p:nvSpPr>
          <p:cNvPr id="8" name="Textplatzhalter 11">
            <a:extLst>
              <a:ext uri="{FF2B5EF4-FFF2-40B4-BE49-F238E27FC236}">
                <a16:creationId xmlns:a16="http://schemas.microsoft.com/office/drawing/2014/main" id="{6A2DE57C-94D2-E8FD-A7E6-4CAC0916C59B}"/>
              </a:ext>
            </a:extLst>
          </p:cNvPr>
          <p:cNvSpPr txBox="1">
            <a:spLocks noChangeAspect="1"/>
          </p:cNvSpPr>
          <p:nvPr/>
        </p:nvSpPr>
        <p:spPr bwMode="gray">
          <a:xfrm>
            <a:off x="1055440" y="2492896"/>
            <a:ext cx="432000" cy="432000"/>
          </a:xfrm>
          <a:prstGeom prst="ellipse">
            <a:avLst/>
          </a:prstGeom>
          <a:noFill/>
          <a:ln w="12700">
            <a:solidFill>
              <a:schemeClr val="bg1"/>
            </a:solidFill>
          </a:ln>
        </p:spPr>
        <p:txBody>
          <a:bodyPr wrap="none"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r>
              <a:rPr lang="de-DE" noProof="0" dirty="0"/>
              <a:t>1</a:t>
            </a:r>
          </a:p>
        </p:txBody>
      </p:sp>
      <p:sp>
        <p:nvSpPr>
          <p:cNvPr id="9" name="Banderole">
            <a:extLst>
              <a:ext uri="{FF2B5EF4-FFF2-40B4-BE49-F238E27FC236}">
                <a16:creationId xmlns:a16="http://schemas.microsoft.com/office/drawing/2014/main" id="{6AE18F69-1FF8-9DC0-4D24-0EAB83FEEC46}"/>
              </a:ext>
            </a:extLst>
          </p:cNvPr>
          <p:cNvSpPr txBox="1">
            <a:spLocks/>
          </p:cNvSpPr>
          <p:nvPr/>
        </p:nvSpPr>
        <p:spPr bwMode="gray">
          <a:xfrm>
            <a:off x="3503712" y="2205038"/>
            <a:ext cx="2447851" cy="3240000"/>
          </a:xfrm>
          <a:prstGeom prst="round2DiagRect">
            <a:avLst>
              <a:gd name="adj1" fmla="val 24903"/>
              <a:gd name="adj2" fmla="val 0"/>
            </a:avLst>
          </a:prstGeom>
          <a:gradFill>
            <a:gsLst>
              <a:gs pos="78000">
                <a:schemeClr val="bg2"/>
              </a:gs>
              <a:gs pos="0">
                <a:srgbClr val="9B348E"/>
              </a:gs>
              <a:gs pos="37000">
                <a:schemeClr val="bg2"/>
              </a:gs>
            </a:gsLst>
            <a:lin ang="12600000" scaled="0"/>
          </a:gradFill>
        </p:spPr>
        <p:txBody>
          <a:bodyPr wrap="square" lIns="216000" tIns="720000" rIns="216000" bIns="216000" numCol="1" spcCol="576000" anchor="t" anchorCtr="0">
            <a:noAutofit/>
          </a:bodyPr>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bg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a:solidFill>
                  <a:schemeClr val="bg1"/>
                </a:solidFill>
                <a:latin typeface="+mn-lt"/>
                <a:ea typeface="+mn-ea"/>
                <a:cs typeface="+mn-cs"/>
              </a:defRPr>
            </a:lvl2pPr>
            <a:lvl3pPr marL="180000" indent="-180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lang="de-DE" sz="1600" kern="1200">
                <a:solidFill>
                  <a:schemeClr val="bg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1"/>
              </a:buClr>
              <a:buFont typeface="Arial" panose="020B0604020202020204" pitchFamily="34" charset="0"/>
              <a:buChar char="•"/>
              <a:defRPr lang="de-DE" sz="1600" kern="1200">
                <a:solidFill>
                  <a:schemeClr val="bg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600" kern="1200">
                <a:solidFill>
                  <a:schemeClr val="bg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bg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bg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200" kern="1200" baseline="0">
                <a:solidFill>
                  <a:schemeClr val="bg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200" kern="1200" baseline="0">
                <a:solidFill>
                  <a:schemeClr val="bg1"/>
                </a:solidFill>
                <a:latin typeface="+mn-lt"/>
                <a:ea typeface="+mn-ea"/>
                <a:cs typeface="+mn-cs"/>
              </a:defRPr>
            </a:lvl9pPr>
          </a:lstStyle>
          <a:p>
            <a:pPr lvl="5"/>
            <a:r>
              <a:rPr lang="de-DE" noProof="0" dirty="0"/>
              <a:t>Foto-</a:t>
            </a:r>
            <a:br>
              <a:rPr lang="de-DE" noProof="0" dirty="0"/>
            </a:br>
            <a:r>
              <a:rPr lang="de-DE" noProof="0" dirty="0"/>
              <a:t>Bibliothek</a:t>
            </a:r>
          </a:p>
          <a:p>
            <a:pPr lvl="6"/>
            <a:r>
              <a:rPr lang="de-DE" noProof="0" dirty="0"/>
              <a:t>Auswahl an relevantem Bildmaterial für FI-Präsentationen </a:t>
            </a:r>
            <a:br>
              <a:rPr lang="de-DE" noProof="0" dirty="0"/>
            </a:br>
            <a:r>
              <a:rPr lang="de-DE" noProof="0" dirty="0"/>
              <a:t>(per </a:t>
            </a:r>
            <a:r>
              <a:rPr lang="de-DE" noProof="0" dirty="0" err="1"/>
              <a:t>copy</a:t>
            </a:r>
            <a:r>
              <a:rPr lang="de-DE" noProof="0" dirty="0"/>
              <a:t> &amp; </a:t>
            </a:r>
            <a:r>
              <a:rPr lang="de-DE" noProof="0" dirty="0" err="1"/>
              <a:t>paste</a:t>
            </a:r>
            <a:r>
              <a:rPr lang="de-DE" noProof="0" dirty="0"/>
              <a:t> auswählen und in Ihrer aktiven Präsentation einfügen)</a:t>
            </a:r>
          </a:p>
        </p:txBody>
      </p:sp>
      <p:sp>
        <p:nvSpPr>
          <p:cNvPr id="10" name="Textplatzhalter 11">
            <a:extLst>
              <a:ext uri="{FF2B5EF4-FFF2-40B4-BE49-F238E27FC236}">
                <a16:creationId xmlns:a16="http://schemas.microsoft.com/office/drawing/2014/main" id="{25C9273A-D2EC-37EA-066B-82A74683271B}"/>
              </a:ext>
            </a:extLst>
          </p:cNvPr>
          <p:cNvSpPr txBox="1">
            <a:spLocks noChangeAspect="1"/>
          </p:cNvSpPr>
          <p:nvPr/>
        </p:nvSpPr>
        <p:spPr bwMode="gray">
          <a:xfrm>
            <a:off x="3863752" y="2492896"/>
            <a:ext cx="432000" cy="432000"/>
          </a:xfrm>
          <a:prstGeom prst="ellipse">
            <a:avLst/>
          </a:prstGeom>
          <a:noFill/>
          <a:ln w="12700">
            <a:solidFill>
              <a:schemeClr val="bg1"/>
            </a:solidFill>
          </a:ln>
        </p:spPr>
        <p:txBody>
          <a:bodyPr wrap="none"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r>
              <a:rPr lang="de-DE" noProof="0" dirty="0"/>
              <a:t>2</a:t>
            </a:r>
          </a:p>
        </p:txBody>
      </p:sp>
      <p:sp>
        <p:nvSpPr>
          <p:cNvPr id="11" name="Banderole">
            <a:extLst>
              <a:ext uri="{FF2B5EF4-FFF2-40B4-BE49-F238E27FC236}">
                <a16:creationId xmlns:a16="http://schemas.microsoft.com/office/drawing/2014/main" id="{41103582-F302-9DD9-3442-3D2930EDB8CB}"/>
              </a:ext>
            </a:extLst>
          </p:cNvPr>
          <p:cNvSpPr txBox="1">
            <a:spLocks/>
          </p:cNvSpPr>
          <p:nvPr/>
        </p:nvSpPr>
        <p:spPr bwMode="gray">
          <a:xfrm>
            <a:off x="6312445" y="2205038"/>
            <a:ext cx="2447851" cy="3240000"/>
          </a:xfrm>
          <a:prstGeom prst="round2DiagRect">
            <a:avLst>
              <a:gd name="adj1" fmla="val 24903"/>
              <a:gd name="adj2" fmla="val 0"/>
            </a:avLst>
          </a:prstGeom>
          <a:gradFill>
            <a:gsLst>
              <a:gs pos="78000">
                <a:schemeClr val="bg2"/>
              </a:gs>
              <a:gs pos="0">
                <a:srgbClr val="9B348E"/>
              </a:gs>
              <a:gs pos="37000">
                <a:schemeClr val="bg2"/>
              </a:gs>
            </a:gsLst>
            <a:lin ang="12600000" scaled="0"/>
          </a:gradFill>
        </p:spPr>
        <p:txBody>
          <a:bodyPr wrap="square" lIns="216000" tIns="720000" rIns="216000" bIns="216000" numCol="1" spcCol="576000" anchor="t" anchorCtr="0">
            <a:noAutofit/>
          </a:bodyPr>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bg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a:solidFill>
                  <a:schemeClr val="bg1"/>
                </a:solidFill>
                <a:latin typeface="+mn-lt"/>
                <a:ea typeface="+mn-ea"/>
                <a:cs typeface="+mn-cs"/>
              </a:defRPr>
            </a:lvl2pPr>
            <a:lvl3pPr marL="180000" indent="-180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lang="de-DE" sz="1600" kern="1200">
                <a:solidFill>
                  <a:schemeClr val="bg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1"/>
              </a:buClr>
              <a:buFont typeface="Arial" panose="020B0604020202020204" pitchFamily="34" charset="0"/>
              <a:buChar char="•"/>
              <a:defRPr lang="de-DE" sz="1600" kern="1200">
                <a:solidFill>
                  <a:schemeClr val="bg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600" kern="1200">
                <a:solidFill>
                  <a:schemeClr val="bg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bg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bg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200" kern="1200" baseline="0">
                <a:solidFill>
                  <a:schemeClr val="bg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1"/>
              </a:buClr>
              <a:buFont typeface="Arial" panose="020B0604020202020204" pitchFamily="34" charset="0"/>
              <a:buChar char="•"/>
              <a:defRPr sz="1200" kern="1200" baseline="0">
                <a:solidFill>
                  <a:schemeClr val="bg1"/>
                </a:solidFill>
                <a:latin typeface="+mn-lt"/>
                <a:ea typeface="+mn-ea"/>
                <a:cs typeface="+mn-cs"/>
              </a:defRPr>
            </a:lvl9pPr>
          </a:lstStyle>
          <a:p>
            <a:pPr lvl="5"/>
            <a:r>
              <a:rPr lang="de-DE" noProof="0" dirty="0"/>
              <a:t>Icon-</a:t>
            </a:r>
            <a:br>
              <a:rPr lang="de-DE" noProof="0" dirty="0"/>
            </a:br>
            <a:r>
              <a:rPr lang="de-DE" noProof="0" dirty="0"/>
              <a:t>Bibliothek</a:t>
            </a:r>
          </a:p>
          <a:p>
            <a:pPr lvl="6"/>
            <a:r>
              <a:rPr lang="de-DE" noProof="0" dirty="0"/>
              <a:t>Auswahl an </a:t>
            </a:r>
            <a:br>
              <a:rPr lang="de-DE" noProof="0" dirty="0"/>
            </a:br>
            <a:r>
              <a:rPr lang="de-DE" noProof="0" dirty="0"/>
              <a:t>diversen Icons für </a:t>
            </a:r>
            <a:br>
              <a:rPr lang="de-DE" noProof="0" dirty="0"/>
            </a:br>
            <a:r>
              <a:rPr lang="de-DE" noProof="0" dirty="0"/>
              <a:t>FI-Präsentationen</a:t>
            </a:r>
            <a:br>
              <a:rPr lang="de-DE" noProof="0" dirty="0"/>
            </a:br>
            <a:r>
              <a:rPr lang="de-DE" noProof="0" dirty="0"/>
              <a:t>(per </a:t>
            </a:r>
            <a:r>
              <a:rPr lang="de-DE" noProof="0" dirty="0" err="1"/>
              <a:t>copy</a:t>
            </a:r>
            <a:r>
              <a:rPr lang="de-DE" noProof="0" dirty="0"/>
              <a:t> &amp; </a:t>
            </a:r>
            <a:r>
              <a:rPr lang="de-DE" noProof="0" dirty="0" err="1"/>
              <a:t>paste</a:t>
            </a:r>
            <a:r>
              <a:rPr lang="de-DE" noProof="0" dirty="0"/>
              <a:t> auswählen und in Ihrer aktiven Präsentation einfügen)</a:t>
            </a:r>
          </a:p>
        </p:txBody>
      </p:sp>
      <p:sp>
        <p:nvSpPr>
          <p:cNvPr id="12" name="Textplatzhalter 11">
            <a:extLst>
              <a:ext uri="{FF2B5EF4-FFF2-40B4-BE49-F238E27FC236}">
                <a16:creationId xmlns:a16="http://schemas.microsoft.com/office/drawing/2014/main" id="{67D96C02-9280-441E-29C3-44F8995E3355}"/>
              </a:ext>
            </a:extLst>
          </p:cNvPr>
          <p:cNvSpPr txBox="1">
            <a:spLocks noChangeAspect="1"/>
          </p:cNvSpPr>
          <p:nvPr/>
        </p:nvSpPr>
        <p:spPr bwMode="gray">
          <a:xfrm>
            <a:off x="6672485" y="2492896"/>
            <a:ext cx="432000" cy="432000"/>
          </a:xfrm>
          <a:prstGeom prst="ellipse">
            <a:avLst/>
          </a:prstGeom>
          <a:noFill/>
          <a:ln w="12700">
            <a:solidFill>
              <a:schemeClr val="bg1"/>
            </a:solidFill>
          </a:ln>
        </p:spPr>
        <p:txBody>
          <a:bodyPr wrap="none"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r>
              <a:rPr lang="de-DE" noProof="0" dirty="0"/>
              <a:t>3</a:t>
            </a:r>
          </a:p>
        </p:txBody>
      </p:sp>
      <p:sp>
        <p:nvSpPr>
          <p:cNvPr id="13" name="Inhaltsplatzhalter 16">
            <a:extLst>
              <a:ext uri="{FF2B5EF4-FFF2-40B4-BE49-F238E27FC236}">
                <a16:creationId xmlns:a16="http://schemas.microsoft.com/office/drawing/2014/main" id="{C0EE8F1B-3B97-7372-0740-C70E2DE84622}"/>
              </a:ext>
            </a:extLst>
          </p:cNvPr>
          <p:cNvSpPr txBox="1">
            <a:spLocks/>
          </p:cNvSpPr>
          <p:nvPr/>
        </p:nvSpPr>
        <p:spPr bwMode="gray">
          <a:xfrm>
            <a:off x="9192270" y="2205038"/>
            <a:ext cx="2375844" cy="4103687"/>
          </a:xfrm>
          <a:prstGeom prst="rect">
            <a:avLst/>
          </a:prstGeom>
        </p:spPr>
        <p:txBody>
          <a:bodyPr lIns="0" tIns="0" rIns="0" bIns="0"/>
          <a:lstStyle>
            <a:lvl1pPr marL="0" indent="0" algn="l" defTabSz="914115" rtl="0" eaLnBrk="1" latinLnBrk="0" hangingPunct="1">
              <a:lnSpc>
                <a:spcPct val="110000"/>
              </a:lnSpc>
              <a:spcBef>
                <a:spcPts val="0"/>
              </a:spcBef>
              <a:spcAft>
                <a:spcPts val="600"/>
              </a:spcAft>
              <a:buFont typeface="Arial" pitchFamily="34" charset="0"/>
              <a:buNone/>
              <a:defRPr sz="1800" b="0" kern="1200">
                <a:solidFill>
                  <a:schemeClr val="tx1"/>
                </a:solidFill>
                <a:latin typeface="+mj-lt"/>
                <a:ea typeface="+mn-ea"/>
                <a:cs typeface="+mn-cs"/>
              </a:defRPr>
            </a:lvl1pPr>
            <a:lvl2pPr marL="0" indent="0" algn="l" defTabSz="914115" rtl="0" eaLnBrk="1" latinLnBrk="0" hangingPunct="1">
              <a:lnSpc>
                <a:spcPct val="110000"/>
              </a:lnSpc>
              <a:spcBef>
                <a:spcPts val="0"/>
              </a:spcBef>
              <a:spcAft>
                <a:spcPts val="600"/>
              </a:spcAft>
              <a:buFont typeface="Arial" pitchFamily="34" charset="0"/>
              <a:buNone/>
              <a:defRPr lang="de-DE" sz="1600" b="0" kern="1200" dirty="0">
                <a:solidFill>
                  <a:schemeClr val="tx1"/>
                </a:solidFill>
                <a:latin typeface="+mn-lt"/>
                <a:ea typeface="+mn-ea"/>
                <a:cs typeface="+mn-cs"/>
              </a:defRPr>
            </a:lvl2pPr>
            <a:lvl3pPr marL="179944"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3pPr>
            <a:lvl4pPr marL="359888"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lang="de-DE" sz="1600" kern="1200" dirty="0">
                <a:solidFill>
                  <a:schemeClr val="tx1"/>
                </a:solidFill>
                <a:latin typeface="+mn-lt"/>
                <a:ea typeface="+mn-ea"/>
                <a:cs typeface="+mn-cs"/>
              </a:defRPr>
            </a:lvl4pPr>
            <a:lvl5pPr marL="540000" indent="-179944"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1"/>
                </a:solidFill>
                <a:latin typeface="+mn-lt"/>
                <a:ea typeface="+mn-ea"/>
                <a:cs typeface="+mn-cs"/>
              </a:defRPr>
            </a:lvl5pPr>
            <a:lvl6pPr marL="0" indent="0" algn="l" defTabSz="914115" rtl="0" eaLnBrk="1" latinLnBrk="0" hangingPunct="1">
              <a:lnSpc>
                <a:spcPct val="110000"/>
              </a:lnSpc>
              <a:spcBef>
                <a:spcPts val="0"/>
              </a:spcBef>
              <a:spcAft>
                <a:spcPts val="600"/>
              </a:spcAft>
              <a:buFont typeface="Arial" pitchFamily="34" charset="0"/>
              <a:buNone/>
              <a:defRPr sz="1400" kern="1200" baseline="0">
                <a:solidFill>
                  <a:schemeClr val="tx1"/>
                </a:solidFill>
                <a:latin typeface="+mj-lt"/>
                <a:ea typeface="+mn-ea"/>
                <a:cs typeface="+mn-cs"/>
              </a:defRPr>
            </a:lvl6pPr>
            <a:lvl7pPr marL="0" indent="0" algn="l" defTabSz="914115" rtl="0" eaLnBrk="1" latinLnBrk="0" hangingPunct="1">
              <a:lnSpc>
                <a:spcPct val="110000"/>
              </a:lnSpc>
              <a:spcBef>
                <a:spcPts val="0"/>
              </a:spcBef>
              <a:spcAft>
                <a:spcPts val="600"/>
              </a:spcAft>
              <a:buFont typeface="Arial" pitchFamily="34" charset="0"/>
              <a:buNone/>
              <a:tabLst/>
              <a:defRPr sz="1200" kern="1200" baseline="0">
                <a:solidFill>
                  <a:schemeClr val="tx1"/>
                </a:solidFill>
                <a:latin typeface="+mn-lt"/>
                <a:ea typeface="+mn-ea"/>
                <a:cs typeface="+mn-cs"/>
              </a:defRPr>
            </a:lvl7pPr>
            <a:lvl8pPr marL="144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8pPr>
            <a:lvl9pPr marL="288000" indent="-144000" algn="l" defTabSz="914115" rtl="0" eaLnBrk="1" latinLnBrk="0" hangingPunct="1">
              <a:lnSpc>
                <a:spcPct val="110000"/>
              </a:lnSpc>
              <a:spcBef>
                <a:spcPts val="0"/>
              </a:spcBef>
              <a:spcAft>
                <a:spcPts val="600"/>
              </a:spcAft>
              <a:buClr>
                <a:schemeClr val="bg2"/>
              </a:buClr>
              <a:buFont typeface="Arial" panose="020B0604020202020204" pitchFamily="34" charset="0"/>
              <a:buChar char="•"/>
              <a:defRPr sz="1200" kern="1200" baseline="0">
                <a:solidFill>
                  <a:schemeClr val="tx1"/>
                </a:solidFill>
                <a:latin typeface="+mn-lt"/>
                <a:ea typeface="+mn-ea"/>
                <a:cs typeface="+mn-cs"/>
              </a:defRPr>
            </a:lvl9pPr>
          </a:lstStyle>
          <a:p>
            <a:pPr lvl="5"/>
            <a:endParaRPr lang="de-DE" noProof="0" dirty="0"/>
          </a:p>
          <a:p>
            <a:pPr lvl="5"/>
            <a:r>
              <a:rPr lang="de-DE" noProof="0" dirty="0"/>
              <a:t>Eingabe in PowerPoint: </a:t>
            </a:r>
          </a:p>
          <a:p>
            <a:pPr lvl="6"/>
            <a:r>
              <a:rPr lang="de-DE" noProof="0" dirty="0"/>
              <a:t>Datei </a:t>
            </a:r>
            <a:r>
              <a:rPr lang="de-DE" dirty="0"/>
              <a:t>› Neu › Vorlagen › </a:t>
            </a:r>
            <a:br>
              <a:rPr lang="de-DE" dirty="0"/>
            </a:br>
            <a:r>
              <a:rPr lang="de-DE" dirty="0"/>
              <a:t>Bibliotheken Guideline</a:t>
            </a:r>
          </a:p>
          <a:p>
            <a:pPr lvl="6"/>
            <a:endParaRPr lang="de-DE" noProof="0" dirty="0"/>
          </a:p>
          <a:p>
            <a:pPr lvl="5"/>
            <a:r>
              <a:rPr lang="de-DE" noProof="0" dirty="0"/>
              <a:t>Notebook:</a:t>
            </a:r>
          </a:p>
          <a:p>
            <a:pPr lvl="6"/>
            <a:r>
              <a:rPr lang="de-DE" noProof="0" dirty="0"/>
              <a:t>C:\\Office\Vorlagen\</a:t>
            </a:r>
            <a:br>
              <a:rPr lang="de-DE" noProof="0" dirty="0"/>
            </a:br>
            <a:r>
              <a:rPr lang="de-DE" noProof="0" dirty="0"/>
              <a:t>Bibliotheken Guideline</a:t>
            </a:r>
          </a:p>
          <a:p>
            <a:pPr lvl="5"/>
            <a:endParaRPr lang="de-DE" noProof="0" dirty="0"/>
          </a:p>
          <a:p>
            <a:pPr lvl="5"/>
            <a:r>
              <a:rPr lang="de-DE" noProof="0" dirty="0"/>
              <a:t>Citrix:</a:t>
            </a:r>
          </a:p>
          <a:p>
            <a:pPr lvl="6"/>
            <a:r>
              <a:rPr lang="de-DE" noProof="0" dirty="0"/>
              <a:t>U:\\Office\Vorlagen\</a:t>
            </a:r>
            <a:br>
              <a:rPr lang="de-DE" noProof="0" dirty="0"/>
            </a:br>
            <a:r>
              <a:rPr lang="de-DE" dirty="0"/>
              <a:t>Bibliotheken Guideline</a:t>
            </a:r>
            <a:endParaRPr lang="de-DE" noProof="0" dirty="0"/>
          </a:p>
        </p:txBody>
      </p:sp>
      <p:sp>
        <p:nvSpPr>
          <p:cNvPr id="14" name="Textplatzhalter 11">
            <a:extLst>
              <a:ext uri="{FF2B5EF4-FFF2-40B4-BE49-F238E27FC236}">
                <a16:creationId xmlns:a16="http://schemas.microsoft.com/office/drawing/2014/main" id="{1D03C132-BF9A-EDC5-CEB1-34253EAF4F5E}"/>
              </a:ext>
            </a:extLst>
          </p:cNvPr>
          <p:cNvSpPr txBox="1">
            <a:spLocks noChangeAspect="1"/>
          </p:cNvSpPr>
          <p:nvPr/>
        </p:nvSpPr>
        <p:spPr bwMode="gray">
          <a:xfrm>
            <a:off x="9192269" y="2277220"/>
            <a:ext cx="216000" cy="216000"/>
          </a:xfrm>
          <a:prstGeom prst="ellipse">
            <a:avLst/>
          </a:prstGeom>
          <a:solidFill>
            <a:schemeClr val="bg2"/>
          </a:solidFill>
          <a:ln w="12700">
            <a:noFill/>
          </a:ln>
        </p:spPr>
        <p:txBody>
          <a:bodyPr wrap="none"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r>
              <a:rPr lang="de-DE" sz="1200" noProof="0" dirty="0"/>
              <a:t>1</a:t>
            </a:r>
          </a:p>
        </p:txBody>
      </p:sp>
      <p:sp>
        <p:nvSpPr>
          <p:cNvPr id="15" name="Textplatzhalter 11">
            <a:extLst>
              <a:ext uri="{FF2B5EF4-FFF2-40B4-BE49-F238E27FC236}">
                <a16:creationId xmlns:a16="http://schemas.microsoft.com/office/drawing/2014/main" id="{73518FD9-D0E9-CDE1-51D5-A7693D7938F3}"/>
              </a:ext>
            </a:extLst>
          </p:cNvPr>
          <p:cNvSpPr txBox="1">
            <a:spLocks noChangeAspect="1"/>
          </p:cNvSpPr>
          <p:nvPr/>
        </p:nvSpPr>
        <p:spPr bwMode="gray">
          <a:xfrm>
            <a:off x="9480400" y="2277046"/>
            <a:ext cx="216000" cy="216000"/>
          </a:xfrm>
          <a:prstGeom prst="ellipse">
            <a:avLst/>
          </a:prstGeom>
          <a:solidFill>
            <a:schemeClr val="bg2"/>
          </a:solidFill>
          <a:ln w="12700">
            <a:noFill/>
          </a:ln>
        </p:spPr>
        <p:txBody>
          <a:bodyPr wrap="none"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r>
              <a:rPr lang="de-DE" sz="1200" noProof="0" dirty="0"/>
              <a:t>2</a:t>
            </a:r>
          </a:p>
        </p:txBody>
      </p:sp>
      <p:sp>
        <p:nvSpPr>
          <p:cNvPr id="16" name="Textplatzhalter 11">
            <a:extLst>
              <a:ext uri="{FF2B5EF4-FFF2-40B4-BE49-F238E27FC236}">
                <a16:creationId xmlns:a16="http://schemas.microsoft.com/office/drawing/2014/main" id="{03D9E7CA-805A-58D8-ACC3-62C18B4D6FA4}"/>
              </a:ext>
            </a:extLst>
          </p:cNvPr>
          <p:cNvSpPr txBox="1">
            <a:spLocks noChangeAspect="1"/>
          </p:cNvSpPr>
          <p:nvPr/>
        </p:nvSpPr>
        <p:spPr bwMode="gray">
          <a:xfrm>
            <a:off x="9768531" y="2276872"/>
            <a:ext cx="216000" cy="216000"/>
          </a:xfrm>
          <a:prstGeom prst="ellipse">
            <a:avLst/>
          </a:prstGeom>
          <a:solidFill>
            <a:schemeClr val="bg2"/>
          </a:solidFill>
          <a:ln w="12700">
            <a:noFill/>
          </a:ln>
        </p:spPr>
        <p:txBody>
          <a:bodyPr wrap="none"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r>
              <a:rPr lang="de-DE" sz="1200" noProof="0" dirty="0"/>
              <a:t>3</a:t>
            </a:r>
          </a:p>
        </p:txBody>
      </p:sp>
      <p:sp>
        <p:nvSpPr>
          <p:cNvPr id="17" name="Textplatzhalter 11">
            <a:extLst>
              <a:ext uri="{FF2B5EF4-FFF2-40B4-BE49-F238E27FC236}">
                <a16:creationId xmlns:a16="http://schemas.microsoft.com/office/drawing/2014/main" id="{304292AE-D8E4-7230-F609-E4C6AA39FE9A}"/>
              </a:ext>
            </a:extLst>
          </p:cNvPr>
          <p:cNvSpPr txBox="1">
            <a:spLocks noChangeAspect="1"/>
          </p:cNvSpPr>
          <p:nvPr/>
        </p:nvSpPr>
        <p:spPr bwMode="gray">
          <a:xfrm>
            <a:off x="9192344" y="3357340"/>
            <a:ext cx="216000" cy="216000"/>
          </a:xfrm>
          <a:prstGeom prst="ellipse">
            <a:avLst/>
          </a:prstGeom>
          <a:solidFill>
            <a:schemeClr val="bg2"/>
          </a:solidFill>
          <a:ln w="12700">
            <a:noFill/>
          </a:ln>
        </p:spPr>
        <p:txBody>
          <a:bodyPr wrap="none"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r>
              <a:rPr lang="de-DE" sz="1200" noProof="0" dirty="0"/>
              <a:t>1</a:t>
            </a:r>
          </a:p>
        </p:txBody>
      </p:sp>
      <p:sp>
        <p:nvSpPr>
          <p:cNvPr id="18" name="Textplatzhalter 11">
            <a:extLst>
              <a:ext uri="{FF2B5EF4-FFF2-40B4-BE49-F238E27FC236}">
                <a16:creationId xmlns:a16="http://schemas.microsoft.com/office/drawing/2014/main" id="{B76D30E7-B105-4989-C9D2-B35492308466}"/>
              </a:ext>
            </a:extLst>
          </p:cNvPr>
          <p:cNvSpPr txBox="1">
            <a:spLocks noChangeAspect="1"/>
          </p:cNvSpPr>
          <p:nvPr/>
        </p:nvSpPr>
        <p:spPr bwMode="gray">
          <a:xfrm>
            <a:off x="9480475" y="3357166"/>
            <a:ext cx="216000" cy="216000"/>
          </a:xfrm>
          <a:prstGeom prst="ellipse">
            <a:avLst/>
          </a:prstGeom>
          <a:solidFill>
            <a:schemeClr val="bg2"/>
          </a:solidFill>
          <a:ln w="12700">
            <a:noFill/>
          </a:ln>
        </p:spPr>
        <p:txBody>
          <a:bodyPr wrap="none"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r>
              <a:rPr lang="de-DE" sz="1200" noProof="0" dirty="0"/>
              <a:t>2</a:t>
            </a:r>
          </a:p>
        </p:txBody>
      </p:sp>
      <p:sp>
        <p:nvSpPr>
          <p:cNvPr id="19" name="Textplatzhalter 11">
            <a:extLst>
              <a:ext uri="{FF2B5EF4-FFF2-40B4-BE49-F238E27FC236}">
                <a16:creationId xmlns:a16="http://schemas.microsoft.com/office/drawing/2014/main" id="{26513277-8068-2C7E-32E6-6FB3830ED54C}"/>
              </a:ext>
            </a:extLst>
          </p:cNvPr>
          <p:cNvSpPr txBox="1">
            <a:spLocks noChangeAspect="1"/>
          </p:cNvSpPr>
          <p:nvPr/>
        </p:nvSpPr>
        <p:spPr bwMode="gray">
          <a:xfrm>
            <a:off x="9768606" y="3356992"/>
            <a:ext cx="216000" cy="216000"/>
          </a:xfrm>
          <a:prstGeom prst="ellipse">
            <a:avLst/>
          </a:prstGeom>
          <a:solidFill>
            <a:schemeClr val="bg2"/>
          </a:solidFill>
          <a:ln w="12700">
            <a:noFill/>
          </a:ln>
        </p:spPr>
        <p:txBody>
          <a:bodyPr wrap="none"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r>
              <a:rPr lang="de-DE" sz="1200" noProof="0" dirty="0"/>
              <a:t>3</a:t>
            </a:r>
          </a:p>
        </p:txBody>
      </p:sp>
      <p:sp>
        <p:nvSpPr>
          <p:cNvPr id="20" name="Textplatzhalter 11">
            <a:extLst>
              <a:ext uri="{FF2B5EF4-FFF2-40B4-BE49-F238E27FC236}">
                <a16:creationId xmlns:a16="http://schemas.microsoft.com/office/drawing/2014/main" id="{32352FC2-CB2E-8417-C6B5-672856CBDFB2}"/>
              </a:ext>
            </a:extLst>
          </p:cNvPr>
          <p:cNvSpPr txBox="1">
            <a:spLocks noChangeAspect="1"/>
          </p:cNvSpPr>
          <p:nvPr/>
        </p:nvSpPr>
        <p:spPr bwMode="gray">
          <a:xfrm>
            <a:off x="9192419" y="4456759"/>
            <a:ext cx="216000" cy="216000"/>
          </a:xfrm>
          <a:prstGeom prst="ellipse">
            <a:avLst/>
          </a:prstGeom>
          <a:solidFill>
            <a:schemeClr val="bg2"/>
          </a:solidFill>
          <a:ln w="12700">
            <a:noFill/>
          </a:ln>
        </p:spPr>
        <p:txBody>
          <a:bodyPr wrap="none"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r>
              <a:rPr lang="de-DE" sz="1200" noProof="0" dirty="0"/>
              <a:t>1</a:t>
            </a:r>
          </a:p>
        </p:txBody>
      </p:sp>
      <p:sp>
        <p:nvSpPr>
          <p:cNvPr id="21" name="Textplatzhalter 11">
            <a:extLst>
              <a:ext uri="{FF2B5EF4-FFF2-40B4-BE49-F238E27FC236}">
                <a16:creationId xmlns:a16="http://schemas.microsoft.com/office/drawing/2014/main" id="{C5AEF066-7FD8-77F5-F7E8-491855C1E81D}"/>
              </a:ext>
            </a:extLst>
          </p:cNvPr>
          <p:cNvSpPr txBox="1">
            <a:spLocks noChangeAspect="1"/>
          </p:cNvSpPr>
          <p:nvPr/>
        </p:nvSpPr>
        <p:spPr bwMode="gray">
          <a:xfrm>
            <a:off x="9480550" y="4456585"/>
            <a:ext cx="216000" cy="216000"/>
          </a:xfrm>
          <a:prstGeom prst="ellipse">
            <a:avLst/>
          </a:prstGeom>
          <a:solidFill>
            <a:schemeClr val="bg2"/>
          </a:solidFill>
          <a:ln w="12700">
            <a:noFill/>
          </a:ln>
        </p:spPr>
        <p:txBody>
          <a:bodyPr wrap="none"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r>
              <a:rPr lang="de-DE" sz="1200" noProof="0" dirty="0"/>
              <a:t>2</a:t>
            </a:r>
          </a:p>
        </p:txBody>
      </p:sp>
      <p:sp>
        <p:nvSpPr>
          <p:cNvPr id="22" name="Textplatzhalter 11">
            <a:extLst>
              <a:ext uri="{FF2B5EF4-FFF2-40B4-BE49-F238E27FC236}">
                <a16:creationId xmlns:a16="http://schemas.microsoft.com/office/drawing/2014/main" id="{A57C9451-9BB3-18A9-8B8A-1590B62B66BC}"/>
              </a:ext>
            </a:extLst>
          </p:cNvPr>
          <p:cNvSpPr txBox="1">
            <a:spLocks noChangeAspect="1"/>
          </p:cNvSpPr>
          <p:nvPr/>
        </p:nvSpPr>
        <p:spPr bwMode="gray">
          <a:xfrm>
            <a:off x="9768681" y="4456411"/>
            <a:ext cx="216000" cy="216000"/>
          </a:xfrm>
          <a:prstGeom prst="ellipse">
            <a:avLst/>
          </a:prstGeom>
          <a:solidFill>
            <a:schemeClr val="bg2"/>
          </a:solidFill>
          <a:ln w="12700">
            <a:noFill/>
          </a:ln>
        </p:spPr>
        <p:txBody>
          <a:bodyPr wrap="none" anchor="ctr"/>
          <a:lstStyle>
            <a:lvl1pPr marL="0" indent="0" algn="ctr" defTabSz="914115" rtl="0" eaLnBrk="1" latinLnBrk="0" hangingPunct="1">
              <a:lnSpc>
                <a:spcPct val="100000"/>
              </a:lnSpc>
              <a:spcBef>
                <a:spcPts val="0"/>
              </a:spcBef>
              <a:spcAft>
                <a:spcPts val="0"/>
              </a:spcAft>
              <a:buFontTx/>
              <a:buNone/>
              <a:defRPr sz="2400" b="0" kern="1200" spc="-100">
                <a:solidFill>
                  <a:schemeClr val="bg1"/>
                </a:solidFill>
                <a:latin typeface="+mn-lt"/>
                <a:ea typeface="+mn-ea"/>
                <a:cs typeface="+mn-cs"/>
              </a:defRPr>
            </a:lvl1pPr>
            <a:lvl2pPr marL="0" indent="0" algn="ctr" defTabSz="914115" rtl="0" eaLnBrk="1" latinLnBrk="0" hangingPunct="1">
              <a:lnSpc>
                <a:spcPct val="100000"/>
              </a:lnSpc>
              <a:spcBef>
                <a:spcPts val="0"/>
              </a:spcBef>
              <a:spcAft>
                <a:spcPts val="0"/>
              </a:spcAft>
              <a:buFontTx/>
              <a:buNone/>
              <a:defRPr lang="de-DE" sz="2400" b="0" kern="1200" spc="-100">
                <a:solidFill>
                  <a:schemeClr val="bg1"/>
                </a:solidFill>
                <a:latin typeface="+mn-lt"/>
                <a:ea typeface="+mn-ea"/>
                <a:cs typeface="+mn-cs"/>
              </a:defRPr>
            </a:lvl2pPr>
            <a:lvl3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3pPr>
            <a:lvl4pPr marL="0" indent="0" algn="ctr" defTabSz="914115" rtl="0" eaLnBrk="1" latinLnBrk="0" hangingPunct="1">
              <a:lnSpc>
                <a:spcPct val="100000"/>
              </a:lnSpc>
              <a:spcBef>
                <a:spcPts val="0"/>
              </a:spcBef>
              <a:spcAft>
                <a:spcPts val="0"/>
              </a:spcAft>
              <a:buClr>
                <a:schemeClr val="bg2"/>
              </a:buClr>
              <a:buFontTx/>
              <a:buNone/>
              <a:defRPr lang="de-DE" sz="2400" b="0" kern="1200" spc="-100">
                <a:solidFill>
                  <a:schemeClr val="bg1"/>
                </a:solidFill>
                <a:latin typeface="+mn-lt"/>
                <a:ea typeface="+mn-ea"/>
                <a:cs typeface="+mn-cs"/>
              </a:defRPr>
            </a:lvl4pPr>
            <a:lvl5pPr marL="0" indent="0" algn="ctr" defTabSz="914115" rtl="0" eaLnBrk="1" latinLnBrk="0" hangingPunct="1">
              <a:lnSpc>
                <a:spcPct val="100000"/>
              </a:lnSpc>
              <a:spcBef>
                <a:spcPts val="0"/>
              </a:spcBef>
              <a:spcAft>
                <a:spcPts val="0"/>
              </a:spcAft>
              <a:buClr>
                <a:schemeClr val="bg2"/>
              </a:buClr>
              <a:buFontTx/>
              <a:buNone/>
              <a:defRPr sz="2400" b="0" kern="1200" spc="-100">
                <a:solidFill>
                  <a:schemeClr val="bg1"/>
                </a:solidFill>
                <a:latin typeface="+mn-lt"/>
                <a:ea typeface="+mn-ea"/>
                <a:cs typeface="+mn-cs"/>
              </a:defRPr>
            </a:lvl5pPr>
            <a:lvl6pPr marL="0" indent="0" algn="ctr" defTabSz="914115" rtl="0" eaLnBrk="1" latinLnBrk="0" hangingPunct="1">
              <a:lnSpc>
                <a:spcPct val="100000"/>
              </a:lnSpc>
              <a:spcBef>
                <a:spcPts val="0"/>
              </a:spcBef>
              <a:spcAft>
                <a:spcPts val="0"/>
              </a:spcAft>
              <a:buFontTx/>
              <a:buNone/>
              <a:defRPr sz="2400" b="0" kern="1200" spc="-100" baseline="0">
                <a:solidFill>
                  <a:schemeClr val="bg1"/>
                </a:solidFill>
                <a:latin typeface="+mn-lt"/>
                <a:ea typeface="+mn-ea"/>
                <a:cs typeface="+mn-cs"/>
              </a:defRPr>
            </a:lvl6pPr>
            <a:lvl7pPr marL="0" indent="0" algn="ctr" defTabSz="914115" rtl="0" eaLnBrk="1" latinLnBrk="0" hangingPunct="1">
              <a:lnSpc>
                <a:spcPct val="100000"/>
              </a:lnSpc>
              <a:spcBef>
                <a:spcPts val="0"/>
              </a:spcBef>
              <a:spcAft>
                <a:spcPts val="0"/>
              </a:spcAft>
              <a:buFontTx/>
              <a:buNone/>
              <a:tabLst/>
              <a:defRPr sz="2400" b="0" kern="1200" spc="-100" baseline="0">
                <a:solidFill>
                  <a:schemeClr val="bg1"/>
                </a:solidFill>
                <a:latin typeface="+mn-lt"/>
                <a:ea typeface="+mn-ea"/>
                <a:cs typeface="+mn-cs"/>
              </a:defRPr>
            </a:lvl7pPr>
            <a:lvl8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8pPr>
            <a:lvl9pPr marL="0" indent="0" algn="ctr" defTabSz="914115" rtl="0" eaLnBrk="1" latinLnBrk="0" hangingPunct="1">
              <a:lnSpc>
                <a:spcPct val="100000"/>
              </a:lnSpc>
              <a:spcBef>
                <a:spcPts val="0"/>
              </a:spcBef>
              <a:spcAft>
                <a:spcPts val="0"/>
              </a:spcAft>
              <a:buClr>
                <a:schemeClr val="bg2"/>
              </a:buClr>
              <a:buFontTx/>
              <a:buNone/>
              <a:defRPr sz="2400" b="0" kern="1200" spc="-100" baseline="0">
                <a:solidFill>
                  <a:schemeClr val="bg1"/>
                </a:solidFill>
                <a:latin typeface="+mn-lt"/>
                <a:ea typeface="+mn-ea"/>
                <a:cs typeface="+mn-cs"/>
              </a:defRPr>
            </a:lvl9pPr>
          </a:lstStyle>
          <a:p>
            <a:r>
              <a:rPr lang="de-DE" sz="1200" noProof="0" dirty="0"/>
              <a:t>3</a:t>
            </a:r>
          </a:p>
        </p:txBody>
      </p:sp>
    </p:spTree>
    <p:extLst>
      <p:ext uri="{BB962C8B-B14F-4D97-AF65-F5344CB8AC3E}">
        <p14:creationId xmlns:p14="http://schemas.microsoft.com/office/powerpoint/2010/main" val="198641060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6.xml><?xml version="1.0" encoding="utf-8"?>
<p:tagLst xmlns:a="http://schemas.openxmlformats.org/drawingml/2006/main" xmlns:r="http://schemas.openxmlformats.org/officeDocument/2006/relationships" xmlns:p="http://schemas.openxmlformats.org/presentationml/2006/main">
  <p:tag name="VCTCREATESHAPEHANDLED" val="0"/>
</p:tagLst>
</file>

<file path=ppt/theme/theme1.xml><?xml version="1.0" encoding="utf-8"?>
<a:theme xmlns:a="http://schemas.openxmlformats.org/drawingml/2006/main" name="Explain">
  <a:themeElements>
    <a:clrScheme name="//FI_2025_EXPLAIN">
      <a:dk1>
        <a:srgbClr val="000000"/>
      </a:dk1>
      <a:lt1>
        <a:srgbClr val="FFFFFF"/>
      </a:lt1>
      <a:dk2>
        <a:srgbClr val="D9D9D9"/>
      </a:dk2>
      <a:lt2>
        <a:srgbClr val="EE0000"/>
      </a:lt2>
      <a:accent1>
        <a:srgbClr val="FFC900"/>
      </a:accent1>
      <a:accent2>
        <a:srgbClr val="FF8F00"/>
      </a:accent2>
      <a:accent3>
        <a:srgbClr val="9B348E"/>
      </a:accent3>
      <a:accent4>
        <a:srgbClr val="2C57D2"/>
      </a:accent4>
      <a:accent5>
        <a:srgbClr val="00ACD3"/>
      </a:accent5>
      <a:accent6>
        <a:srgbClr val="009864"/>
      </a:accent6>
      <a:hlink>
        <a:srgbClr val="EE0000"/>
      </a:hlink>
      <a:folHlink>
        <a:srgbClr val="444B52"/>
      </a:folHlink>
    </a:clrScheme>
    <a:fontScheme name="// FI 2025 EXPLAIN">
      <a:majorFont>
        <a:latin typeface="Sparkasse Head"/>
        <a:ea typeface=""/>
        <a:cs typeface=""/>
      </a:majorFont>
      <a:minorFont>
        <a:latin typeface="Sparkasse L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bg2"/>
        </a:solidFill>
        <a:ln w="6350">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gn="l">
          <a:buClr>
            <a:schemeClr val="bg1"/>
          </a:buClr>
          <a:defRPr>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bwMode="gray">
        <a:noFill/>
        <a:extLst>
          <a:ext uri="{909E8E84-426E-40DD-AFC4-6F175D3DCCD1}">
            <a14:hiddenFill xmlns:a14="http://schemas.microsoft.com/office/drawing/2010/main">
              <a:solidFill>
                <a:srgbClr val="FFFFFF">
                  <a:alpha val="0"/>
                </a:srgbClr>
              </a:solidFill>
            </a14:hiddenFill>
          </a:ext>
        </a:extLst>
      </a:spPr>
      <a:bodyPr vert="horz" wrap="square" lIns="0" tIns="0" rIns="0" bIns="0" rtlCol="0" anchor="t" anchorCtr="0">
        <a:noAutofit/>
      </a:bodyPr>
      <a:lstStyle>
        <a:defPPr algn="l">
          <a:defRPr b="0" smtClean="0"/>
        </a:defPPr>
      </a:lstStyle>
    </a:txDef>
  </a:objectDefaults>
  <a:extraClrSchemeLst/>
  <a:custClrLst>
    <a:custClr name="15%">
      <a:srgbClr val="DDE0E3"/>
    </a:custClr>
    <a:custClr name="20%">
      <a:srgbClr val="CACFD4"/>
    </a:custClr>
    <a:custClr name="40%">
      <a:srgbClr val="A1A9B1"/>
    </a:custClr>
    <a:custClr name="60%">
      <a:srgbClr val="76808A"/>
    </a:custClr>
    <a:custClr name="85%">
      <a:srgbClr val="444B52"/>
    </a:custClr>
    <a:custClr name="100% Dunkelgrau">
      <a:srgbClr val="24282C"/>
    </a:custClr>
    <a:custClr name="Weiß">
      <a:srgbClr val="FFFFFF"/>
    </a:custClr>
    <a:custClr name="Rot">
      <a:srgbClr val="EE0000"/>
    </a:custClr>
    <a:custClr name="Schwarz">
      <a:srgbClr val="000000"/>
    </a:custClr>
    <a:custClr name="#">
      <a:srgbClr val="FFFFFF"/>
    </a:custClr>
    <a:custClr name="Gelb">
      <a:srgbClr val="FFC900"/>
    </a:custClr>
    <a:custClr name="Orange">
      <a:srgbClr val="FF8F00"/>
    </a:custClr>
    <a:custClr name="Violett">
      <a:srgbClr val="9B348E"/>
    </a:custClr>
    <a:custClr name="Dunkelblau">
      <a:srgbClr val="2C57D2"/>
    </a:custClr>
    <a:custClr name="Hellblau">
      <a:srgbClr val="00ACD3"/>
    </a:custClr>
    <a:custClr name="Dunkelgrün">
      <a:srgbClr val="009864"/>
    </a:custClr>
    <a:custClr name="Hellgrün">
      <a:srgbClr val="8CD000"/>
    </a:custClr>
    <a:custClr name="#">
      <a:srgbClr val="FFFFFF"/>
    </a:custClr>
    <a:custClr name="#">
      <a:srgbClr val="FFFFFF"/>
    </a:custClr>
    <a:custClr name="#">
      <a:srgbClr val="FFFFFF"/>
    </a:custClr>
    <a:custClr name="80%">
      <a:srgbClr val="FFD433"/>
    </a:custClr>
    <a:custClr name="80%">
      <a:srgbClr val="FFA533"/>
    </a:custClr>
    <a:custClr name="80%">
      <a:srgbClr val="AF5DA5"/>
    </a:custClr>
    <a:custClr name="80%">
      <a:srgbClr val="5679DB"/>
    </a:custClr>
    <a:custClr name="80%">
      <a:srgbClr val="33BDDC"/>
    </a:custClr>
    <a:custClr name="80%">
      <a:srgbClr val="33AD83"/>
    </a:custClr>
    <a:custClr name="80%">
      <a:srgbClr val="A3D933"/>
    </a:custClr>
    <a:custClr name="#">
      <a:srgbClr val="FFFFFF"/>
    </a:custClr>
    <a:custClr name="#">
      <a:srgbClr val="FFFFFF"/>
    </a:custClr>
    <a:custClr name="#">
      <a:srgbClr val="FFFFFF"/>
    </a:custClr>
    <a:custClr name="60%">
      <a:srgbClr val="FFDF66"/>
    </a:custClr>
    <a:custClr name="60%">
      <a:srgbClr val="FFBC66"/>
    </a:custClr>
    <a:custClr name="60%">
      <a:srgbClr val="C385BB"/>
    </a:custClr>
    <a:custClr name="60%">
      <a:srgbClr val="809AE4"/>
    </a:custClr>
    <a:custClr name="60%">
      <a:srgbClr val="66CDE5"/>
    </a:custClr>
    <a:custClr name="60%">
      <a:srgbClr val="66C1A2"/>
    </a:custClr>
    <a:custClr name="60%">
      <a:srgbClr val="BAE366"/>
    </a:custClr>
    <a:custClr name="#">
      <a:srgbClr val="FFFFFF"/>
    </a:custClr>
    <a:custClr name="#">
      <a:srgbClr val="FFFFFF"/>
    </a:custClr>
    <a:custClr name="#">
      <a:srgbClr val="FFFFFF"/>
    </a:custClr>
    <a:custClr name="40%">
      <a:srgbClr val="FFE999"/>
    </a:custClr>
    <a:custClr name="40%">
      <a:srgbClr val="FFD299"/>
    </a:custClr>
    <a:custClr name="40%">
      <a:srgbClr val="D7AED2"/>
    </a:custClr>
    <a:custClr name="40%">
      <a:srgbClr val="ABBCED"/>
    </a:custClr>
    <a:custClr name="40%">
      <a:srgbClr val="99DEED"/>
    </a:custClr>
    <a:custClr name="40%">
      <a:srgbClr val="99D6C1"/>
    </a:custClr>
    <a:custClr name="40%">
      <a:srgbClr val="D1EC99"/>
    </a:custClr>
    <a:custClr name="#">
      <a:srgbClr val="FFFFFF"/>
    </a:custClr>
    <a:custClr name="#">
      <a:srgbClr val="FFFFFF"/>
    </a:custClr>
    <a:custClr name="#">
      <a:srgbClr val="FFFFFF"/>
    </a:custClr>
  </a:custClrLst>
  <a:extLst>
    <a:ext uri="{05A4C25C-085E-4340-85A3-A5531E510DB2}">
      <thm15:themeFamily xmlns:thm15="http://schemas.microsoft.com/office/thememl/2012/main" name="FI_Explain_Folienmaster.potx" id="{8319891B-C3C2-4C5B-AB58-8FEC785CAA8F}" vid="{55F984F6-B075-4043-B25B-C035C2DC6C77}"/>
    </a:ext>
  </a:extLst>
</a:theme>
</file>

<file path=ppt/theme/theme2.xml><?xml version="1.0" encoding="utf-8"?>
<a:theme xmlns:a="http://schemas.openxmlformats.org/drawingml/2006/main" name="Office Theme">
  <a:themeElements>
    <a:clrScheme name="//FI_2025_EXPLAIN">
      <a:dk1>
        <a:srgbClr val="000000"/>
      </a:dk1>
      <a:lt1>
        <a:srgbClr val="FFFFFF"/>
      </a:lt1>
      <a:dk2>
        <a:srgbClr val="D9D9D9"/>
      </a:dk2>
      <a:lt2>
        <a:srgbClr val="EE0000"/>
      </a:lt2>
      <a:accent1>
        <a:srgbClr val="FFC900"/>
      </a:accent1>
      <a:accent2>
        <a:srgbClr val="FF8F00"/>
      </a:accent2>
      <a:accent3>
        <a:srgbClr val="9B348E"/>
      </a:accent3>
      <a:accent4>
        <a:srgbClr val="2C57D2"/>
      </a:accent4>
      <a:accent5>
        <a:srgbClr val="00ACD3"/>
      </a:accent5>
      <a:accent6>
        <a:srgbClr val="009864"/>
      </a:accent6>
      <a:hlink>
        <a:srgbClr val="EE0000"/>
      </a:hlink>
      <a:folHlink>
        <a:srgbClr val="444B52"/>
      </a:folHlink>
    </a:clrScheme>
    <a:fontScheme name="// FI 2025 EXPLAIN">
      <a:majorFont>
        <a:latin typeface="Sparkasse Head"/>
        <a:ea typeface=""/>
        <a:cs typeface=""/>
      </a:majorFont>
      <a:minorFont>
        <a:latin typeface="Sparkasse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FI_2025_EXPLAIN">
      <a:dk1>
        <a:srgbClr val="000000"/>
      </a:dk1>
      <a:lt1>
        <a:srgbClr val="FFFFFF"/>
      </a:lt1>
      <a:dk2>
        <a:srgbClr val="D9D9D9"/>
      </a:dk2>
      <a:lt2>
        <a:srgbClr val="EE0000"/>
      </a:lt2>
      <a:accent1>
        <a:srgbClr val="FFC900"/>
      </a:accent1>
      <a:accent2>
        <a:srgbClr val="FF8F00"/>
      </a:accent2>
      <a:accent3>
        <a:srgbClr val="9B348E"/>
      </a:accent3>
      <a:accent4>
        <a:srgbClr val="2C57D2"/>
      </a:accent4>
      <a:accent5>
        <a:srgbClr val="00ACD3"/>
      </a:accent5>
      <a:accent6>
        <a:srgbClr val="009864"/>
      </a:accent6>
      <a:hlink>
        <a:srgbClr val="EE0000"/>
      </a:hlink>
      <a:folHlink>
        <a:srgbClr val="444B52"/>
      </a:folHlink>
    </a:clrScheme>
    <a:fontScheme name="// FI 2025 EXPLAIN">
      <a:majorFont>
        <a:latin typeface="Sparkasse Head"/>
        <a:ea typeface=""/>
        <a:cs typeface=""/>
      </a:majorFont>
      <a:minorFont>
        <a:latin typeface="Sparkasse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EBE6F24B031649438C44E37732657BBC" ma:contentTypeVersion="19" ma:contentTypeDescription="Ein neues Dokument erstellen." ma:contentTypeScope="" ma:versionID="0c10e704ad501c2c54a579fbb5e0d957">
  <xsd:schema xmlns:xsd="http://www.w3.org/2001/XMLSchema" xmlns:xs="http://www.w3.org/2001/XMLSchema" xmlns:p="http://schemas.microsoft.com/office/2006/metadata/properties" xmlns:ns3="ea335628-6d1c-4fd5-8eec-2d0b69cd2b41" xmlns:ns4="e92f0320-ac34-43bc-b321-04b08a4d3be4" targetNamespace="http://schemas.microsoft.com/office/2006/metadata/properties" ma:root="true" ma:fieldsID="d3ad4d4bfbd35ddff386eca64f804091" ns3:_="" ns4:_="">
    <xsd:import namespace="ea335628-6d1c-4fd5-8eec-2d0b69cd2b41"/>
    <xsd:import namespace="e92f0320-ac34-43bc-b321-04b08a4d3be4"/>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Location" minOccurs="0"/>
                <xsd:element ref="ns3:MediaLengthInSeconds" minOccurs="0"/>
                <xsd:element ref="ns3:MediaServiceOCR" minOccurs="0"/>
                <xsd:element ref="ns3:MediaServiceAutoKeyPoints" minOccurs="0"/>
                <xsd:element ref="ns3:MediaServiceKeyPoints" minOccurs="0"/>
                <xsd:element ref="ns3:_activity" minOccurs="0"/>
                <xsd:element ref="ns3:MediaServiceObjectDetectorVersions" minOccurs="0"/>
                <xsd:element ref="ns3:MediaServiceSystemTag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335628-6d1c-4fd5-8eec-2d0b69cd2b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92f0320-ac34-43bc-b321-04b08a4d3be4"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element name="SharingHintHash" ma:index="12"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a335628-6d1c-4fd5-8eec-2d0b69cd2b41" xsi:nil="true"/>
  </documentManagement>
</p:properties>
</file>

<file path=customXml/itemProps1.xml><?xml version="1.0" encoding="utf-8"?>
<ds:datastoreItem xmlns:ds="http://schemas.openxmlformats.org/officeDocument/2006/customXml" ds:itemID="{C4EAB4DE-F6D2-4FB3-B835-BD6DB7E340F2}">
  <ds:schemaRefs>
    <ds:schemaRef ds:uri="http://schemas.microsoft.com/sharepoint/v3/contenttype/forms"/>
  </ds:schemaRefs>
</ds:datastoreItem>
</file>

<file path=customXml/itemProps2.xml><?xml version="1.0" encoding="utf-8"?>
<ds:datastoreItem xmlns:ds="http://schemas.openxmlformats.org/officeDocument/2006/customXml" ds:itemID="{8FE75C3C-8C68-45B4-95EA-91BED0F966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335628-6d1c-4fd5-8eec-2d0b69cd2b41"/>
    <ds:schemaRef ds:uri="e92f0320-ac34-43bc-b321-04b08a4d3b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59C47E2-2EBC-43AC-A278-C2567F0F900F}">
  <ds:schemaRefs>
    <ds:schemaRef ds:uri="http://schemas.microsoft.com/office/2006/documentManagement/types"/>
    <ds:schemaRef ds:uri="http://www.w3.org/XML/1998/namespace"/>
    <ds:schemaRef ds:uri="http://schemas.microsoft.com/office/infopath/2007/PartnerControls"/>
    <ds:schemaRef ds:uri="http://purl.org/dc/elements/1.1/"/>
    <ds:schemaRef ds:uri="e92f0320-ac34-43bc-b321-04b08a4d3be4"/>
    <ds:schemaRef ds:uri="http://purl.org/dc/dcmitype/"/>
    <ds:schemaRef ds:uri="http://purl.org/dc/terms/"/>
    <ds:schemaRef ds:uri="http://schemas.microsoft.com/office/2006/metadata/properties"/>
    <ds:schemaRef ds:uri="http://schemas.openxmlformats.org/package/2006/metadata/core-properties"/>
    <ds:schemaRef ds:uri="ea335628-6d1c-4fd5-8eec-2d0b69cd2b41"/>
  </ds:schemaRefs>
</ds:datastoreItem>
</file>

<file path=docProps/app.xml><?xml version="1.0" encoding="utf-8"?>
<Properties xmlns="http://schemas.openxmlformats.org/officeDocument/2006/extended-properties" xmlns:vt="http://schemas.openxmlformats.org/officeDocument/2006/docPropsVTypes">
  <Template>FI_Explain_Folienmaster</Template>
  <TotalTime>0</TotalTime>
  <Words>628</Words>
  <Application>Microsoft Office PowerPoint</Application>
  <PresentationFormat>Breitbild</PresentationFormat>
  <Paragraphs>121</Paragraphs>
  <Slides>7</Slides>
  <Notes>6</Notes>
  <HiddenSlides>4</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7</vt:i4>
      </vt:variant>
    </vt:vector>
  </HeadingPairs>
  <TitlesOfParts>
    <vt:vector size="13" baseType="lpstr">
      <vt:lpstr>Sparkasse Head</vt:lpstr>
      <vt:lpstr>Sparkasse Lt</vt:lpstr>
      <vt:lpstr>Arial</vt:lpstr>
      <vt:lpstr>Red Hat Text</vt:lpstr>
      <vt:lpstr>Sparkasse Rg</vt:lpstr>
      <vt:lpstr>Explain</vt:lpstr>
      <vt:lpstr>Klassifizierung der Präsentation</vt:lpstr>
      <vt:lpstr>PowerPoint-Präsentation</vt:lpstr>
      <vt:lpstr>PowerPoint-Präsentation</vt:lpstr>
      <vt:lpstr>PowerPoint-Präsentation</vt:lpstr>
      <vt:lpstr>Kopierelemente</vt:lpstr>
      <vt:lpstr>KI-Kennzeichnungen als Kopierelemente </vt:lpstr>
      <vt:lpstr>Wo finde ich was?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Schwarz, Richard</dc:creator>
  <dc:description/>
  <cp:lastModifiedBy>Schwarz, Richard</cp:lastModifiedBy>
  <cp:revision>1</cp:revision>
  <dcterms:created xsi:type="dcterms:W3CDTF">2026-08-06T15:41:01Z</dcterms:created>
  <dcterms:modified xsi:type="dcterms:W3CDTF">2026-08-06T15:41:27Z</dcterms:modified>
  <cp:category>Explain</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mType">
    <vt:lpwstr>FI_Document</vt:lpwstr>
  </property>
  <property fmtid="{D5CDD505-2E9C-101B-9397-08002B2CF9AE}" pid="3" name="tmDate">
    <vt:filetime>2025-09-16T10:00:00Z</vt:filetime>
  </property>
  <property fmtid="{D5CDD505-2E9C-101B-9397-08002B2CF9AE}" pid="4" name="tmVersion">
    <vt:i4>1</vt:i4>
  </property>
  <property fmtid="{D5CDD505-2E9C-101B-9397-08002B2CF9AE}" pid="5" name="tmCO">
    <vt:lpwstr>I</vt:lpwstr>
  </property>
  <property fmtid="{D5CDD505-2E9C-101B-9397-08002B2CF9AE}" pid="6" name="tmCN">
    <vt:lpwstr>I</vt:lpwstr>
  </property>
  <property fmtid="{D5CDD505-2E9C-101B-9397-08002B2CF9AE}" pid="7" name="ContentTypeId">
    <vt:lpwstr>0x010100EBE6F24B031649438C44E37732657BBC</vt:lpwstr>
  </property>
</Properties>
</file>