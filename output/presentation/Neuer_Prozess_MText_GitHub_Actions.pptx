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779b79c2be44c2" /><Relationship Type="http://schemas.openxmlformats.org/officeDocument/2006/relationships/extended-properties" Target="/docProps/app.xml" Id="R6e15271259c84090" /><Relationship Type="http://schemas.openxmlformats.org/officeDocument/2006/relationships/officeDocument" Target="/ppt/presentation.xml" Id="R8f72a1be60c44ffa"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9547d8a9cbf44914"/>
  </p:sldMasterIdLst>
  <p:notesMasterIdLst>
    <p:notesMasterId xmlns:r="http://schemas.openxmlformats.org/officeDocument/2006/relationships" r:id="R96f9097a69d74a63"/>
  </p:notesMasterIdLst>
  <p:sldIdLst>
    <p:sldId xmlns:r="http://schemas.openxmlformats.org/officeDocument/2006/relationships" id="256" r:id="R49f90f06c95b43f3"/>
    <p:sldId xmlns:r="http://schemas.openxmlformats.org/officeDocument/2006/relationships" id="257" r:id="R32accdee33104cf6"/>
    <p:sldId xmlns:r="http://schemas.openxmlformats.org/officeDocument/2006/relationships" id="258" r:id="R2c88b3e209174f6a"/>
    <p:sldId xmlns:r="http://schemas.openxmlformats.org/officeDocument/2006/relationships" id="259" r:id="Rabe48fec0251419e"/>
    <p:sldId xmlns:r="http://schemas.openxmlformats.org/officeDocument/2006/relationships" id="260" r:id="R8b1f036638dc4035"/>
    <p:sldId xmlns:r="http://schemas.openxmlformats.org/officeDocument/2006/relationships" id="261" r:id="R49893c3b7dbd4a2e"/>
    <p:sldId xmlns:r="http://schemas.openxmlformats.org/officeDocument/2006/relationships" id="262" r:id="R54700050f3f74b35"/>
    <p:sldId xmlns:r="http://schemas.openxmlformats.org/officeDocument/2006/relationships" id="263" r:id="R235930f752484b73"/>
    <p:sldId xmlns:r="http://schemas.openxmlformats.org/officeDocument/2006/relationships" id="264" r:id="Rcc705e4e34bd4d0d"/>
    <p:sldId xmlns:r="http://schemas.openxmlformats.org/officeDocument/2006/relationships" id="265" r:id="Rd765023696104683"/>
  </p:sldIdLst>
  <p:sldSz cx="12192000" cy="6858000"/>
  <p:notesSz cx="6858000" cy="9144000"/>
  <p:embeddedFontLst>
    <p:embeddedFont>
      <p:font typeface="Red Hat Text"/>
      <p:regular xmlns:r="http://schemas.openxmlformats.org/officeDocument/2006/relationships" r:id="R4292d2cb97474457"/>
      <p:bold xmlns:r="http://schemas.openxmlformats.org/officeDocument/2006/relationships" r:id="R3294d69fdc05425a"/>
      <p:italic xmlns:r="http://schemas.openxmlformats.org/officeDocument/2006/relationships" r:id="Re91f6769a84945d4"/>
      <p:boldItalic xmlns:r="http://schemas.openxmlformats.org/officeDocument/2006/relationships" r:id="R9a9cf833ce8944ac"/>
    </p:embeddedFont>
    <p:embeddedFont>
      <p:font typeface="Sparkasse Head"/>
      <p:bold xmlns:r="http://schemas.openxmlformats.org/officeDocument/2006/relationships" r:id="R42ad7aa7844b471e"/>
    </p:embeddedFont>
    <p:embeddedFont>
      <p:font typeface="Sparkasse Lt"/>
      <p:regular xmlns:r="http://schemas.openxmlformats.org/officeDocument/2006/relationships" r:id="R0f32731d597d48ab"/>
      <p:italic xmlns:r="http://schemas.openxmlformats.org/officeDocument/2006/relationships" r:id="R52f47961383d4d6a"/>
    </p:embeddedFont>
    <p:embeddedFont>
      <p:font typeface="Sparkasse Rg"/>
      <p:regular xmlns:r="http://schemas.openxmlformats.org/officeDocument/2006/relationships" r:id="R81fe09489aed4cb4"/>
      <p:bold xmlns:r="http://schemas.openxmlformats.org/officeDocument/2006/relationships" r:id="R6ba0b39151084ec0"/>
      <p:italic xmlns:r="http://schemas.openxmlformats.org/officeDocument/2006/relationships" r:id="R5a8b5ee32dcf4fbe"/>
      <p:boldItalic xmlns:r="http://schemas.openxmlformats.org/officeDocument/2006/relationships" r:id="R55de9685ae764be5"/>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3CE8700-3E59-4620-AFA0-90B50C67F8CF}">
  <a:tblStyle styleId="{15B1976F-344B-47F6-BAD7-112B1A266717}" styleName="FI Explain">
    <a:wholeTbl>
      <a:tcTxStyle>
        <a:fontRef idx="minor">
          <a:prstClr val="black"/>
        </a:fontRef>
        <a:schemeClr val="dk1"/>
      </a:tcTxStyle>
      <a:tcStyle>
        <a:tcBdr>
          <a:left>
            <a:ln>
              <a:noFill/>
            </a:ln>
          </a:left>
          <a:right>
            <a:ln>
              <a:noFill/>
            </a:ln>
          </a:right>
          <a:top>
            <a:ln>
              <a:noFill/>
            </a:ln>
          </a:top>
          <a:bottom>
            <a:ln>
              <a:noFill/>
            </a:ln>
          </a:bottom>
          <a:insideH>
            <a:ln w="12700" cmpd="sng">
              <a:solidFill>
                <a:schemeClr val="dk2"/>
              </a:solidFill>
            </a:ln>
          </a:insideH>
          <a:insideV>
            <a:ln>
              <a:noFill/>
            </a:ln>
          </a:insideV>
        </a:tcBdr>
        <a:fill>
          <a:noFill/>
        </a:fill>
      </a:tcStyle>
    </a:wholeTbl>
    <a:band1H>
      <a:tcTxStyle/>
      <a:tcStyle>
        <a:tcBdr/>
      </a:tcStyle>
    </a:band1H>
    <a:band2H>
      <a:tcTxStyle/>
      <a:tcStyle>
        <a:tcBdr/>
      </a:tcStyle>
    </a:band2H>
    <a:band1V>
      <a:tcTxStyle/>
      <a:tcStyle>
        <a:tcBdr/>
      </a:tcStyle>
    </a:band1V>
    <a:band2V>
      <a:tcTxStyle/>
      <a:tcStyle>
        <a:tcBdr/>
      </a:tcStyle>
    </a:band2V>
    <a:lastCol>
      <a:tcTxStyle>
        <a:fontRef idx="major">
          <a:schemeClr val="dk1"/>
        </a:fontRef>
      </a:tcTxStyle>
      <a:tcStyle>
        <a:tcBdr/>
        <a:fill>
          <a:noFill/>
        </a:fill>
      </a:tcStyle>
    </a:lastCol>
    <a:firstCol>
      <a:tcTxStyle>
        <a:fontRef idx="major">
          <a:schemeClr val="dk1"/>
        </a:fontRef>
        <a:schemeClr val="dk1"/>
      </a:tcTxStyle>
      <a:tcStyle>
        <a:tcBdr/>
      </a:tcStyle>
    </a:firstCol>
    <a:lastRow>
      <a:tcTxStyle>
        <a:fontRef idx="major">
          <a:schemeClr val="dk1"/>
        </a:fontRef>
        <a:schemeClr val="dk1"/>
      </a:tcTxStyle>
      <a:tcStyle>
        <a:tcBdr>
          <a:top>
            <a:ln w="12700" cmpd="sng">
              <a:solidFill>
                <a:schemeClr val="dk1"/>
              </a:solidFill>
            </a:ln>
          </a:top>
          <a:bottom>
            <a:ln>
              <a:noFill/>
            </a:ln>
          </a:bottom>
        </a:tcBdr>
      </a:tcStyle>
    </a:lastRow>
    <a:firstRow>
      <a:tcTxStyle>
        <a:fontRef idx="major">
          <a:schemeClr val="dk1"/>
        </a:fontRef>
        <a:schemeClr val="dk1"/>
      </a:tcTxStyle>
      <a:tcStyle>
        <a:tcBdr>
          <a:bottom>
            <a:ln w="12700" cmpd="sng">
              <a:solidFill>
                <a:schemeClr val="lt2"/>
              </a:solidFill>
            </a:ln>
          </a:bottom>
        </a:tcBdr>
        <a:fill>
          <a:no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p="http://schemas.openxmlformats.org/presentationml/2006/main">
  <p:slideViewPr>
    <p:cSldViewPr showGuides="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e862738674b94889" /><Relationship Type="http://schemas.openxmlformats.org/officeDocument/2006/relationships/slideMaster" Target="/ppt/slideMasters/slideMaster1.xml" Id="R9547d8a9cbf44914" /><Relationship Type="http://schemas.openxmlformats.org/officeDocument/2006/relationships/notesMaster" Target="/ppt/notesMasters/notesMaster1.xml" Id="R96f9097a69d74a63" /><Relationship Type="http://schemas.openxmlformats.org/officeDocument/2006/relationships/presProps" Target="/ppt/presProps.xml" Id="R849317ba436a4480" /><Relationship Type="http://schemas.openxmlformats.org/officeDocument/2006/relationships/viewProps" Target="/ppt/viewProps.xml" Id="Rd9279cdcf4c3420b" /><Relationship Type="http://schemas.openxmlformats.org/officeDocument/2006/relationships/tableStyles" Target="/ppt/tableStyles.xml" Id="R363e01d4bd154a67" /><Relationship Type="http://schemas.openxmlformats.org/officeDocument/2006/relationships/font" Target="/ppt/fonts/font.dat" Id="R4292d2cb97474457" /><Relationship Type="http://schemas.openxmlformats.org/officeDocument/2006/relationships/font" Target="/ppt/fonts/font2.dat" Id="R3294d69fdc05425a" /><Relationship Type="http://schemas.openxmlformats.org/officeDocument/2006/relationships/font" Target="/ppt/fonts/font3.dat" Id="Re91f6769a84945d4" /><Relationship Type="http://schemas.openxmlformats.org/officeDocument/2006/relationships/font" Target="/ppt/fonts/font4.dat" Id="R9a9cf833ce8944ac" /><Relationship Type="http://schemas.openxmlformats.org/officeDocument/2006/relationships/font" Target="/ppt/fonts/font5.dat" Id="R42ad7aa7844b471e" /><Relationship Type="http://schemas.openxmlformats.org/officeDocument/2006/relationships/font" Target="/ppt/fonts/font6.dat" Id="R0f32731d597d48ab" /><Relationship Type="http://schemas.openxmlformats.org/officeDocument/2006/relationships/font" Target="/ppt/fonts/font7.dat" Id="R52f47961383d4d6a" /><Relationship Type="http://schemas.openxmlformats.org/officeDocument/2006/relationships/font" Target="/ppt/fonts/font8.dat" Id="R81fe09489aed4cb4" /><Relationship Type="http://schemas.openxmlformats.org/officeDocument/2006/relationships/font" Target="/ppt/fonts/font9.dat" Id="R6ba0b39151084ec0" /><Relationship Type="http://schemas.openxmlformats.org/officeDocument/2006/relationships/font" Target="/ppt/fonts/font10.dat" Id="R5a8b5ee32dcf4fbe" /><Relationship Type="http://schemas.openxmlformats.org/officeDocument/2006/relationships/font" Target="/ppt/fonts/font11.dat" Id="R55de9685ae764be5" /><Relationship Type="http://schemas.openxmlformats.org/officeDocument/2006/relationships/slide" Target="/ppt/slides/slide1.xml" Id="R49f90f06c95b43f3" /><Relationship Type="http://schemas.openxmlformats.org/officeDocument/2006/relationships/slide" Target="/ppt/slides/slide2.xml" Id="R32accdee33104cf6" /><Relationship Type="http://schemas.openxmlformats.org/officeDocument/2006/relationships/slide" Target="/ppt/slides/slide3.xml" Id="R2c88b3e209174f6a" /><Relationship Type="http://schemas.openxmlformats.org/officeDocument/2006/relationships/slide" Target="/ppt/slides/slide4.xml" Id="Rabe48fec0251419e" /><Relationship Type="http://schemas.openxmlformats.org/officeDocument/2006/relationships/slide" Target="/ppt/slides/slide5.xml" Id="R8b1f036638dc4035" /><Relationship Type="http://schemas.openxmlformats.org/officeDocument/2006/relationships/slide" Target="/ppt/slides/slide6.xml" Id="R49893c3b7dbd4a2e" /><Relationship Type="http://schemas.openxmlformats.org/officeDocument/2006/relationships/slide" Target="/ppt/slides/slide7.xml" Id="R54700050f3f74b35" /><Relationship Type="http://schemas.openxmlformats.org/officeDocument/2006/relationships/slide" Target="/ppt/slides/slide8.xml" Id="R235930f752484b73" /><Relationship Type="http://schemas.openxmlformats.org/officeDocument/2006/relationships/slide" Target="/ppt/slides/slide9.xml" Id="Rcc705e4e34bd4d0d" /><Relationship Type="http://schemas.openxmlformats.org/officeDocument/2006/relationships/slide" Target="/ppt/slides/slide10.xml" Id="Rd7650236961046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f7e7169ad6e44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Explain">
  <a:themeElements>
    <a:clrScheme name="//FI_2025_EXPLAIN">
      <a:dk1>
        <a:srgbClr val="000000"/>
      </a:dk1>
      <a:lt1>
        <a:srgbClr val="FFFFFF"/>
      </a:lt1>
      <a:dk2>
        <a:srgbClr val="D9D9D9"/>
      </a:dk2>
      <a:lt2>
        <a:srgbClr val="EE0000"/>
      </a:lt2>
      <a:accent1>
        <a:srgbClr val="FFC900"/>
      </a:accent1>
      <a:accent2>
        <a:srgbClr val="FF8F00"/>
      </a:accent2>
      <a:accent3>
        <a:srgbClr val="9B348E"/>
      </a:accent3>
      <a:accent4>
        <a:srgbClr val="2C57D2"/>
      </a:accent4>
      <a:accent5>
        <a:srgbClr val="00ACD3"/>
      </a:accent5>
      <a:accent6>
        <a:srgbClr val="009864"/>
      </a:accent6>
      <a:hlink>
        <a:srgbClr val="EE0000"/>
      </a:hlink>
      <a:folHlink>
        <a:srgbClr val="444B52"/>
      </a:folHlink>
    </a:clrScheme>
    <a:fontScheme name="// FI 2025 EXPLAIN">
      <a:majorFont>
        <a:latin typeface="Sparkasse Head"/>
        <a:ea typeface=""/>
        <a:cs typeface=""/>
      </a:majorFont>
      <a:minorFont>
        <a:latin typeface="Sparkasse Lt"/>
        <a:ea typeface=""/>
        <a:cs typeface=""/>
      </a:minorFont>
    </a:fontScheme>
    <a:fmtScheme name="//FI_2025_EXPLAI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d5fbdf16b14e94" /><Relationship Type="http://schemas.openxmlformats.org/officeDocument/2006/relationships/notesMaster" Target="/ppt/notesMasters/notesMaster1.xml" Id="Rad7caf6bd213401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381b7737b54b82" /><Relationship Type="http://schemas.openxmlformats.org/officeDocument/2006/relationships/notesMaster" Target="/ppt/notesMasters/notesMaster1.xml" Id="R2dbfcdfdadfd4b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834e4db286ee432c" /><Relationship Type="http://schemas.openxmlformats.org/officeDocument/2006/relationships/notesMaster" Target="/ppt/notesMasters/notesMaster1.xml" Id="Ra7db35fede9346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735fa21cb74aba" /><Relationship Type="http://schemas.openxmlformats.org/officeDocument/2006/relationships/notesMaster" Target="/ppt/notesMasters/notesMaster1.xml" Id="R1de8801809d84e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7a5092a3af40fd" /><Relationship Type="http://schemas.openxmlformats.org/officeDocument/2006/relationships/notesMaster" Target="/ppt/notesMasters/notesMaster1.xml" Id="Re08c324339a041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c1866044e64442" /><Relationship Type="http://schemas.openxmlformats.org/officeDocument/2006/relationships/notesMaster" Target="/ppt/notesMasters/notesMaster1.xml" Id="Re365cc87b0ea43a5" /></Relationships>
</file>

<file path=ppt/notesSlides/_rels/notesSlide7.xml.rels>&#65279;<?xml version="1.0" encoding="utf-8"?><Relationships xmlns="http://schemas.openxmlformats.org/package/2006/relationships"><Relationship Type="http://schemas.openxmlformats.org/officeDocument/2006/relationships/slide" Target="/ppt/slides/slide7.xml" Id="R045a96c36b3647f7" /><Relationship Type="http://schemas.openxmlformats.org/officeDocument/2006/relationships/notesMaster" Target="/ppt/notesMasters/notesMaster1.xml" Id="Re67de4459b354cd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8501e41282040c3" /><Relationship Type="http://schemas.openxmlformats.org/officeDocument/2006/relationships/notesMaster" Target="/ppt/notesMasters/notesMaster1.xml" Id="Rf3b6e7095c544f80" /></Relationships>
</file>

<file path=ppt/notesSlides/_rels/notesSlide9.xml.rels>&#65279;<?xml version="1.0" encoding="utf-8"?><Relationships xmlns="http://schemas.openxmlformats.org/package/2006/relationships"><Relationship Type="http://schemas.openxmlformats.org/officeDocument/2006/relationships/slide" Target="/ppt/slides/slide9.xml" Id="R9dc06a669fbe48fc" /><Relationship Type="http://schemas.openxmlformats.org/officeDocument/2006/relationships/notesMaster" Target="/ppt/notesMasters/notesMaster1.xml" Id="Rbb0f6dfb0e7542e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72e1c7b32674a8b" /><Relationship Type="http://schemas.openxmlformats.org/officeDocument/2006/relationships/notesMaster" Target="/ppt/notesMasters/notesMaster1.xml" Id="R70c41f511b104b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/Users/rs/code/shell/github/docs/confluence/Zielbild_GitHub_Actions_Git.md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/Users/rs/code/shell/github/docs/confluence/Zielbild_GitHub_Actions_Git.md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/Users/rs/code/shell/github/docs/confluence/Zielbild_GitHub_Actions_Git.md</a:t>
            </a:r>
            <a:endParaRPr/>
          </a:p>
          <a:p xmlns:a="http://schemas.openxmlformats.org/drawingml/2006/main">
            <a:r>
              <a:t>- /Users/rs/code/shell/github/docs/confluence/Benutzeranleitung.md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/Users/rs/code/shell/github/docs/confluence/Zielbild_GitHub_Actions_Git.md</a:t>
            </a:r>
            <a:endParaRPr/>
          </a:p>
          <a:p xmlns:a="http://schemas.openxmlformats.org/drawingml/2006/main">
            <a:r>
              <a:t>- /Users/rs/code/shell/github/Leitfaden Branches mit Git-v68-20260804_102407.pdf</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/Users/rs/code/shell/github/docs/confluence/Zielbild_GitHub_Actions_Git.md</a:t>
            </a:r>
            <a:endParaRPr/>
          </a:p>
          <a:p xmlns:a="http://schemas.openxmlformats.org/drawingml/2006/main">
            <a:r>
              <a:t>- /Users/rs/code/shell/github/docs/confluence/Benutzeranleitung.md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/Users/rs/code/shell/github/docs/confluence/Zielbild_GitHub_Actions_Git.md</a:t>
            </a:r>
            <a:endParaRPr/>
          </a:p>
          <a:p xmlns:a="http://schemas.openxmlformats.org/drawingml/2006/main">
            <a:r>
              <a:t>- /Users/rs/code/shell/github/docs/confluence/Benutzeranleitung.md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/Users/rs/code/shell/github/docs/confluence/Zielbild_GitHub_Actions_Git.md</a:t>
            </a:r>
            <a:endParaRPr/>
          </a:p>
          <a:p xmlns:a="http://schemas.openxmlformats.org/drawingml/2006/main">
            <a:r>
              <a:t>- /Users/rs/code/shell/github/docs/confluence/Benutzeranleitung.md</a:t>
            </a:r>
            <a:endParaRPr/>
          </a:p>
          <a:p xmlns:a="http://schemas.openxmlformats.org/drawingml/2006/main">
            <a:r>
              <a:t>- /Users/rs/code/shell/github/Leitfaden Branches mit Git-v68-20260804_102407.pdf</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/Users/rs/code/shell/github/docs/confluence/Zielbild_GitHub_Actions_Git.md</a:t>
            </a:r>
            <a:endParaRPr/>
          </a:p>
          <a:p xmlns:a="http://schemas.openxmlformats.org/drawingml/2006/main">
            <a:r>
              <a:t>- /Users/rs/code/shell/github/docs/confluence/Benutzeranleitung.md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/Users/rs/code/shell/github/docs/confluence/Zielbild_GitHub_Actions_Git.md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/Users/rs/code/shell/github/docs/confluence/Zielbild_GitHub_Actions_Git.md</a:t>
            </a:r>
            <a:endParaRPr/>
          </a:p>
          <a:p xmlns:a="http://schemas.openxmlformats.org/drawingml/2006/main">
            <a:r>
              <a:t>- /Users/rs/code/shell/github/docs/confluence/Benutzeranleitung.md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0ed59a56a37459a" /><Relationship Type="http://schemas.openxmlformats.org/officeDocument/2006/relationships/image" Target="/ppt/media/image.png" Id="Reabfa282a4674c6a" /><Relationship Type="http://schemas.openxmlformats.org/officeDocument/2006/relationships/image" Target="/ppt/media/image.svg" Id="R22586b7153ac440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13479b1d04d4b0f" /><Relationship Type="http://schemas.openxmlformats.org/officeDocument/2006/relationships/image" Target="/ppt/media/image2.png" Id="R6a70294d9c434e29" /><Relationship Type="http://schemas.openxmlformats.org/officeDocument/2006/relationships/image" Target="/ppt/media/image.png" Id="R07a1ce3c09754d3f" /><Relationship Type="http://schemas.openxmlformats.org/officeDocument/2006/relationships/image" Target="/ppt/media/image.svg" Id="R1c7d7be51ca44187" /><Relationship Type="http://schemas.openxmlformats.org/officeDocument/2006/relationships/image" Target="/ppt/media/image2.svg" Id="Rf86d727de53a47d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f6cbc068f24433c" /><Relationship Type="http://schemas.openxmlformats.org/officeDocument/2006/relationships/image" Target="/ppt/media/image2.png" Id="R4d3ed64ab58d4c6d" /><Relationship Type="http://schemas.openxmlformats.org/officeDocument/2006/relationships/image" Target="/ppt/media/image.png" Id="Rd8bbe4bc7fd94d66" /><Relationship Type="http://schemas.openxmlformats.org/officeDocument/2006/relationships/image" Target="/ppt/media/image.svg" Id="R8983d19cebff4e91" /><Relationship Type="http://schemas.openxmlformats.org/officeDocument/2006/relationships/image" Target="/ppt/media/image2.svg" Id="Rd5335535edf547a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b380c856f2845a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f1c2a91659f4d3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09ff8ee7c6d4c7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7be91bdadd9428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7ed96ad825d4bac" /><Relationship Type="http://schemas.openxmlformats.org/officeDocument/2006/relationships/image" Target="/ppt/media/image2.png" Id="R9e17d523633946d3" /><Relationship Type="http://schemas.openxmlformats.org/officeDocument/2006/relationships/image" Target="/ppt/media/image3.png" Id="Re94e4bd9f8734265" /><Relationship Type="http://schemas.openxmlformats.org/officeDocument/2006/relationships/image" Target="/ppt/media/image3.svg" Id="Re698046fe3fa4d96" /><Relationship Type="http://schemas.openxmlformats.org/officeDocument/2006/relationships/image" Target="/ppt/media/image4.png" Id="R5db364a873174c26" /><Relationship Type="http://schemas.openxmlformats.org/officeDocument/2006/relationships/image" Target="/ppt/media/image4.svg" Id="R44ce4503caa7453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2bf7150614d4c7b" /><Relationship Type="http://schemas.openxmlformats.org/officeDocument/2006/relationships/image" Target="/ppt/media/image2.png" Id="Rbc5eb6e373b84f89" /><Relationship Type="http://schemas.openxmlformats.org/officeDocument/2006/relationships/image" Target="/ppt/media/image3.png" Id="Ra7ba232eb6df45bc" /><Relationship Type="http://schemas.openxmlformats.org/officeDocument/2006/relationships/image" Target="/ppt/media/image3.svg" Id="Ra1908ef4cbfb4811" /><Relationship Type="http://schemas.openxmlformats.org/officeDocument/2006/relationships/image" Target="/ppt/media/image4.png" Id="R9db4bbf81cc54e15" /><Relationship Type="http://schemas.openxmlformats.org/officeDocument/2006/relationships/image" Target="/ppt/media/image4.svg" Id="R9cb5d3c9be00410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b83d031dd48437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5cea36767854184"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25bfe4b510184370"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809136d29235470f" /><Relationship Type="http://schemas.openxmlformats.org/officeDocument/2006/relationships/image" Target="/ppt/media/image5.png" Id="R353a061f7aba4b13" /><Relationship Type="http://schemas.openxmlformats.org/officeDocument/2006/relationships/image" Target="/ppt/media/image5.svg" Id="R2312d3c72cdb4f12"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c46e67af33424857"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dcbd4486a8f746ac"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0d185f83faa84325"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173409eec0fc4b8e"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3b1aed30764a474d" /><Relationship Type="http://schemas.openxmlformats.org/officeDocument/2006/relationships/image" Target="/ppt/media/image6.png" Id="R1bed89315e0d4b32"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8c85e63ec2d340e2" /><Relationship Type="http://schemas.openxmlformats.org/officeDocument/2006/relationships/image" Target="/ppt/media/image7.png" Id="R12be2a9be2fd4d34"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b416b3ae64d54875" /><Relationship Type="http://schemas.openxmlformats.org/officeDocument/2006/relationships/image" Target="/ppt/media/image8.png" Id="Rb2196adabd0f4c30"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bc33538e18264cd2"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5c46e380c2f14315" /><Relationship Type="http://schemas.openxmlformats.org/officeDocument/2006/relationships/image" Target="/ppt/media/image2.png" Id="R4023248b7716413a" /><Relationship Type="http://schemas.openxmlformats.org/officeDocument/2006/relationships/image" Target="/ppt/media/image9.png" Id="R594d25b72a004175" /><Relationship Type="http://schemas.openxmlformats.org/officeDocument/2006/relationships/image" Target="/ppt/media/image6.svg" Id="R60acfc8d2139444b" /><Relationship Type="http://schemas.openxmlformats.org/officeDocument/2006/relationships/image" Target="/ppt/media/image4.png" Id="Rf9e8aea3a5c44c36" /><Relationship Type="http://schemas.openxmlformats.org/officeDocument/2006/relationships/image" Target="/ppt/media/image4.svg" Id="R48e000655af14839"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9b223f75bc714abb" /><Relationship Type="http://schemas.openxmlformats.org/officeDocument/2006/relationships/image" Target="/ppt/media/image2.png" Id="Rdafd52521fa44626" /><Relationship Type="http://schemas.openxmlformats.org/officeDocument/2006/relationships/image" Target="/ppt/media/image9.png" Id="Re8b66be2f2804d2f" /><Relationship Type="http://schemas.openxmlformats.org/officeDocument/2006/relationships/image" Target="/ppt/media/image6.svg" Id="R4f9e7d5fa2a44c3e" /><Relationship Type="http://schemas.openxmlformats.org/officeDocument/2006/relationships/image" Target="/ppt/media/image4.png" Id="R91e0f022d52c4807" /><Relationship Type="http://schemas.openxmlformats.org/officeDocument/2006/relationships/image" Target="/ppt/media/image4.svg" Id="Rd4849eac38884fe0"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1.xml" Id="Raac64ea9564046c1" /><Relationship Type="http://schemas.openxmlformats.org/officeDocument/2006/relationships/image" Target="/ppt/media/image2.png" Id="Rdfb3a4de823845d9" /><Relationship Type="http://schemas.openxmlformats.org/officeDocument/2006/relationships/image" Target="/ppt/media/image9.png" Id="R88cbe3cecf084ee7" /><Relationship Type="http://schemas.openxmlformats.org/officeDocument/2006/relationships/image" Target="/ppt/media/image6.svg" Id="R6b2072d8d3b04e4c" /><Relationship Type="http://schemas.openxmlformats.org/officeDocument/2006/relationships/image" Target="/ppt/media/image4.png" Id="Rbe24309411604f46" /><Relationship Type="http://schemas.openxmlformats.org/officeDocument/2006/relationships/image" Target="/ppt/media/image4.svg" Id="R85935a3981504524"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1.xml" Id="R04f9a31cd0dd40ab" /><Relationship Type="http://schemas.openxmlformats.org/officeDocument/2006/relationships/image" Target="/ppt/media/image2.png" Id="Rf66e3620972349a8" /><Relationship Type="http://schemas.openxmlformats.org/officeDocument/2006/relationships/image" Target="/ppt/media/image9.png" Id="R88938e01833d4ccd" /><Relationship Type="http://schemas.openxmlformats.org/officeDocument/2006/relationships/image" Target="/ppt/media/image6.svg" Id="R64c1d088cdff4144" /><Relationship Type="http://schemas.openxmlformats.org/officeDocument/2006/relationships/image" Target="/ppt/media/image4.png" Id="Rf5fa0458ddc54a54" /><Relationship Type="http://schemas.openxmlformats.org/officeDocument/2006/relationships/image" Target="/ppt/media/image4.svg" Id="R9d18963a6e5b491d"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1.xml" Id="Re855455ac5e741a0" /><Relationship Type="http://schemas.openxmlformats.org/officeDocument/2006/relationships/image" Target="/ppt/media/image2.png" Id="R546d026a38f64b5a" /><Relationship Type="http://schemas.openxmlformats.org/officeDocument/2006/relationships/image" Target="/ppt/media/image5.png" Id="R3eac4753f72a4a61" /><Relationship Type="http://schemas.openxmlformats.org/officeDocument/2006/relationships/image" Target="/ppt/media/image5.svg" Id="R1ca60803b07346e1" /><Relationship Type="http://schemas.openxmlformats.org/officeDocument/2006/relationships/image" Target="/ppt/media/image4.png" Id="R70400a6266194850" /><Relationship Type="http://schemas.openxmlformats.org/officeDocument/2006/relationships/image" Target="/ppt/media/image4.svg" Id="Rd2274aa2204e4a1f" /><Relationship Type="http://schemas.openxmlformats.org/officeDocument/2006/relationships/image" Target="/ppt/media/image7.svg" Id="R46f801472ef440df" /><Relationship Type="http://schemas.openxmlformats.org/officeDocument/2006/relationships/image" Target="/ppt/media/image6.png" Id="R3a9227807ee84c5a"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1.xml" Id="R0d758a4d35ab4657" /><Relationship Type="http://schemas.openxmlformats.org/officeDocument/2006/relationships/image" Target="/ppt/media/image2.png" Id="R0626e25b78ae42a6" /><Relationship Type="http://schemas.openxmlformats.org/officeDocument/2006/relationships/image" Target="/ppt/media/image5.png" Id="Rd45f6af41a9442da" /><Relationship Type="http://schemas.openxmlformats.org/officeDocument/2006/relationships/image" Target="/ppt/media/image5.svg" Id="Rcf1958381ac1420d" /><Relationship Type="http://schemas.openxmlformats.org/officeDocument/2006/relationships/image" Target="/ppt/media/image4.png" Id="Rf116ed3707cd43d1" /><Relationship Type="http://schemas.openxmlformats.org/officeDocument/2006/relationships/image" Target="/ppt/media/image4.svg" Id="R67634f979f60478e" /><Relationship Type="http://schemas.openxmlformats.org/officeDocument/2006/relationships/image" Target="/ppt/media/image8.svg" Id="R595a6d9e54064ff0" /><Relationship Type="http://schemas.openxmlformats.org/officeDocument/2006/relationships/image" Target="/ppt/media/image7.png" Id="Re5f1745dee4047f6"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1.xml" Id="Rf706b8710b5047a7"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1.xml" Id="R99471db0c7a644fe"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1.xml" Id="Rb05d5aa54b204ad1" /><Relationship Type="http://schemas.openxmlformats.org/officeDocument/2006/relationships/image" Target="/ppt/media/image2.png" Id="Rffe6fe4234dd4481" /><Relationship Type="http://schemas.openxmlformats.org/officeDocument/2006/relationships/image" Target="/ppt/media/image4.png" Id="Re218bb0df8ce4aa4" /><Relationship Type="http://schemas.openxmlformats.org/officeDocument/2006/relationships/image" Target="/ppt/media/image4.svg" Id="R1e907ca6394b4767"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1.xml" Id="R08dfb9bc80f04d02" /><Relationship Type="http://schemas.openxmlformats.org/officeDocument/2006/relationships/image" Target="/ppt/media/image2.png" Id="R2953166af2b64150" /><Relationship Type="http://schemas.openxmlformats.org/officeDocument/2006/relationships/image" Target="/ppt/media/image4.png" Id="R0b896f81f1ce483c" /><Relationship Type="http://schemas.openxmlformats.org/officeDocument/2006/relationships/image" Target="/ppt/media/image4.svg" Id="R2fb9a1ff194140bb"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1.xml" Id="Ra5ca83eb68cd4646"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1.xml" Id="Rc76052516ed44346" /></Relationships>
</file>

<file path=ppt/slideLayouts/_rels/slideLayout34.xml.rels>&#65279;<?xml version="1.0" encoding="utf-8"?><Relationships xmlns="http://schemas.openxmlformats.org/package/2006/relationships"><Relationship Type="http://schemas.openxmlformats.org/officeDocument/2006/relationships/slideMaster" Target="/ppt/slideMasters/slideMaster1.xml" Id="R7ca25528994b4020" /></Relationships>
</file>

<file path=ppt/slideLayouts/_rels/slideLayout35.xml.rels>&#65279;<?xml version="1.0" encoding="utf-8"?><Relationships xmlns="http://schemas.openxmlformats.org/package/2006/relationships"><Relationship Type="http://schemas.openxmlformats.org/officeDocument/2006/relationships/slideMaster" Target="/ppt/slideMasters/slideMaster1.xml" Id="R27392299876446c8" /></Relationships>
</file>

<file path=ppt/slideLayouts/_rels/slideLayout36.xml.rels>&#65279;<?xml version="1.0" encoding="utf-8"?><Relationships xmlns="http://schemas.openxmlformats.org/package/2006/relationships"><Relationship Type="http://schemas.openxmlformats.org/officeDocument/2006/relationships/slideMaster" Target="/ppt/slideMasters/slideMaster1.xml" Id="R039a53c21e2f4be0" /></Relationships>
</file>

<file path=ppt/slideLayouts/slideLayout1.xml><?xml version="1.0" encoding="utf-8"?>
<p:sldLayout xmlns:p="http://schemas.openxmlformats.org/presentationml/2006/main" showMasterSp="0" preserve="1" userDrawn="1">
  <p:cSld name="Titelfolie">
    <p:spTree>
      <p:nvGrpSpPr>
        <p:cNvPr id="1" name=""/>
        <p:cNvGrpSpPr/>
        <p:nvPr/>
      </p:nvGrpSpPr>
      <p:grpSpPr>
        <a:xfrm xmlns:a="http://schemas.openxmlformats.org/drawingml/2006/main"/>
      </p:grpSpPr>
      <p:sp>
        <p:nvSpPr>
          <p:cNvPr id="5" name="patternmember">
            <a:extLst xmlns:a="http://schemas.openxmlformats.org/drawingml/2006/main">
              <a:ext uri="{FF2B5EF4-FFF2-40B4-BE49-F238E27FC236}">
                <a16:creationId xmlns:a16="http://schemas.microsoft.com/office/drawing/2014/main" id="{BEFC540D-B858-95D8-8A06-3263F036DDA9}"/>
              </a:ext>
            </a:extLst>
          </p:cNvPr>
          <p:cNvSpPr>
            <a:spLocks xmlns:a="http://schemas.openxmlformats.org/drawingml/2006/main" noGrp="1"/>
          </p:cNvSpPr>
          <p:nvPr/>
        </p:nvSpPr>
        <p:spPr>
          <a:xfrm xmlns:a="http://schemas.openxmlformats.org/drawingml/2006/main">
            <a:off x="1271464" y="1484784"/>
            <a:ext cx="2043171" cy="2128302"/>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9" name="Titel 18">
            <a:extLst xmlns:a="http://schemas.openxmlformats.org/drawingml/2006/main">
              <a:ext uri="{FF2B5EF4-FFF2-40B4-BE49-F238E27FC236}">
                <a16:creationId xmlns:a16="http://schemas.microsoft.com/office/drawing/2014/main" id="{E7D3A9F3-D62D-9552-A542-D058156411A7}"/>
              </a:ext>
            </a:extLst>
          </p:cNvPr>
          <p:cNvSpPr>
            <a:spLocks xmlns:a="http://schemas.openxmlformats.org/drawingml/2006/main" noGrp="1"/>
          </p:cNvSpPr>
          <p:nvPr>
            <p:ph type="title" idx="0" hasCustomPrompt="1"/>
          </p:nvPr>
        </p:nvSpPr>
        <p:spPr>
          <a:xfrm xmlns:a="http://schemas.openxmlformats.org/drawingml/2006/main">
            <a:off x="-456728" y="3038426"/>
            <a:ext cx="10513541" cy="2695624"/>
          </a:xfrm>
          <a:prstGeom xmlns:a="http://schemas.openxmlformats.org/drawingml/2006/main" prst="round2DiagRect">
            <a:avLst>
              <a:gd name="adj1" fmla="val 14440"/>
              <a:gd name="adj2" fmla="val 0"/>
            </a:avLst>
          </a:prstGeom>
          <a:gradFill xmlns:a="http://schemas.openxmlformats.org/drawingml/2006/main">
            <a:gsLst>
              <a:gs pos="0">
                <a:srgbClr val="9B348E"/>
              </a:gs>
              <a:gs pos="43000">
                <a:schemeClr val="bg2"/>
              </a:gs>
            </a:gsLst>
            <a:lin ang="13200000" scaled="0"/>
          </a:gradFill>
        </p:spPr>
        <p:txBody>
          <a:bodyPr xmlns:a="http://schemas.openxmlformats.org/drawingml/2006/main" wrap="square" lIns="1044000" tIns="216000" rIns="720000" bIns="792000" anchor="b">
            <a:spAutoFit/>
          </a:bodyPr>
          <a:lstStyle xmlns:a="http://schemas.openxmlformats.org/drawingml/2006/main">
            <a:lvl1pPr>
              <a:buNone/>
              <a:defRPr sz="5000">
                <a:solidFill>
                  <a:schemeClr val="bg1"/>
                </a:solidFill>
              </a:defRPr>
            </a:lvl1pPr>
          </a:lstStyle>
          <a:p xmlns:a="http://schemas.openxmlformats.org/drawingml/2006/main">
            <a:r>
              <a:t>Titel der Präsentation hinzufügen</a:t>
            </a:r>
          </a:p>
        </p:txBody>
      </p:sp>
      <p:sp>
        <p:nvSpPr>
          <p:cNvPr id="3" name="Untertitel 2">
            <a:extLst xmlns:a="http://schemas.openxmlformats.org/drawingml/2006/main">
              <a:ext uri="{FF2B5EF4-FFF2-40B4-BE49-F238E27FC236}">
                <a16:creationId xmlns:a16="http://schemas.microsoft.com/office/drawing/2014/main" id="{B5DD2BC9-C919-405D-BEAA-E8F46F9908A2}"/>
              </a:ext>
            </a:extLst>
          </p:cNvPr>
          <p:cNvSpPr>
            <a:spLocks xmlns:a="http://schemas.openxmlformats.org/drawingml/2006/main" noGrp="1"/>
          </p:cNvSpPr>
          <p:nvPr>
            <p:ph type="subTitle" idx="1" hasCustomPrompt="1"/>
          </p:nvPr>
        </p:nvSpPr>
        <p:spPr>
          <a:xfrm xmlns:a="http://schemas.openxmlformats.org/drawingml/2006/main">
            <a:off x="695325" y="5014800"/>
            <a:ext cx="8424863"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lvl1pPr marL="0" indent="0" algn="l">
              <a:lnSpc>
                <a:spcPct val="100000"/>
              </a:lnSpc>
              <a:spcBef>
                <a:spcPts val="0"/>
              </a:spcBef>
              <a:spcAft>
                <a:spcPts val="0"/>
              </a:spcAft>
              <a:buNone/>
              <a:defRPr sz="2000" b="0" i="0" u="none" cap="none" spc="0" baseline="0">
                <a:ln>
                  <a:noFill/>
                </a:ln>
                <a:solidFill>
                  <a:schemeClr val="bg1"/>
                </a:solidFill>
                <a:latin typeface="+mn-lt"/>
                <a:ea typeface="+mn-lt"/>
                <a:cs typeface="+mn-lt"/>
              </a:defRPr>
            </a:lvl1pPr>
            <a:lvl2pPr marL="0" indent="0" algn="l">
              <a:lnSpc>
                <a:spcPct val="100000"/>
              </a:lnSpc>
              <a:spcBef>
                <a:spcPts val="0"/>
              </a:spcBef>
              <a:spcAft>
                <a:spcPts val="0"/>
              </a:spcAft>
              <a:buNone/>
              <a:defRPr sz="2000" b="0">
                <a:solidFill>
                  <a:schemeClr val="bg1"/>
                </a:solidFill>
              </a:defRPr>
            </a:lvl2pPr>
            <a:lvl3pPr marL="0" indent="0" algn="l">
              <a:lnSpc>
                <a:spcPct val="100000"/>
              </a:lnSpc>
              <a:spcBef>
                <a:spcPts val="0"/>
              </a:spcBef>
              <a:spcAft>
                <a:spcPts val="0"/>
              </a:spcAft>
              <a:buNone/>
              <a:defRPr sz="2000" b="0">
                <a:solidFill>
                  <a:schemeClr val="bg1"/>
                </a:solidFill>
              </a:defRPr>
            </a:lvl3pPr>
            <a:lvl4pPr marL="0" indent="0" algn="l">
              <a:lnSpc>
                <a:spcPct val="100000"/>
              </a:lnSpc>
              <a:spcBef>
                <a:spcPts val="0"/>
              </a:spcBef>
              <a:spcAft>
                <a:spcPts val="0"/>
              </a:spcAft>
              <a:buNone/>
              <a:defRPr sz="2000" b="0">
                <a:solidFill>
                  <a:schemeClr val="bg1"/>
                </a:solidFill>
              </a:defRPr>
            </a:lvl4pPr>
            <a:lvl5pPr marL="0" indent="0" algn="l">
              <a:lnSpc>
                <a:spcPct val="100000"/>
              </a:lnSpc>
              <a:spcBef>
                <a:spcPts val="0"/>
              </a:spcBef>
              <a:spcAft>
                <a:spcPts val="0"/>
              </a:spcAft>
              <a:buNone/>
              <a:defRPr sz="2000" b="0">
                <a:solidFill>
                  <a:schemeClr val="bg1"/>
                </a:solidFill>
              </a:defRPr>
            </a:lvl5pPr>
            <a:lvl6pPr marL="0" indent="0" algn="l">
              <a:lnSpc>
                <a:spcPct val="100000"/>
              </a:lnSpc>
              <a:spcBef>
                <a:spcPts val="0"/>
              </a:spcBef>
              <a:spcAft>
                <a:spcPts val="0"/>
              </a:spcAft>
              <a:buNone/>
              <a:defRPr sz="2000" b="0">
                <a:solidFill>
                  <a:schemeClr val="bg1"/>
                </a:solidFill>
                <a:latin typeface="+mn-lt"/>
                <a:ea typeface="+mn-lt"/>
                <a:cs typeface="+mn-lt"/>
              </a:defRPr>
            </a:lvl6pPr>
            <a:lvl7pPr marL="0" indent="0" algn="l">
              <a:lnSpc>
                <a:spcPct val="100000"/>
              </a:lnSpc>
              <a:spcBef>
                <a:spcPts val="0"/>
              </a:spcBef>
              <a:spcAft>
                <a:spcPts val="0"/>
              </a:spcAft>
              <a:buNone/>
              <a:defRPr sz="2000" b="0">
                <a:solidFill>
                  <a:schemeClr val="bg1"/>
                </a:solidFill>
              </a:defRPr>
            </a:lvl7pPr>
            <a:lvl8pPr marL="0" indent="0" algn="l">
              <a:lnSpc>
                <a:spcPct val="100000"/>
              </a:lnSpc>
              <a:spcBef>
                <a:spcPts val="0"/>
              </a:spcBef>
              <a:spcAft>
                <a:spcPts val="0"/>
              </a:spcAft>
              <a:buNone/>
              <a:defRPr sz="2000" b="0">
                <a:solidFill>
                  <a:schemeClr val="bg1"/>
                </a:solidFill>
              </a:defRPr>
            </a:lvl8pPr>
            <a:lvl9pPr marL="0" indent="0" algn="l">
              <a:lnSpc>
                <a:spcPct val="100000"/>
              </a:lnSpc>
              <a:spcBef>
                <a:spcPts val="0"/>
              </a:spcBef>
              <a:spcAft>
                <a:spcPts val="0"/>
              </a:spcAft>
              <a:buNone/>
              <a:defRPr sz="2000" b="0">
                <a:solidFill>
                  <a:schemeClr val="bg1"/>
                </a:solidFill>
              </a:defRPr>
            </a:lvl9pPr>
          </a:lstStyle>
          <a:p xmlns:a="http://schemas.openxmlformats.org/drawingml/2006/main">
            <a:pPr lvl="0">
              <a:buNone/>
            </a:pPr>
            <a:r>
              <a:t>Untertitel der Präsentation</a:t>
            </a:r>
          </a:p>
        </p:txBody>
      </p:sp>
      <p:sp>
        <p:nvSpPr>
          <p:cNvPr id="8" name="Verbund">
            <a:extLst xmlns:a="http://schemas.openxmlformats.org/drawingml/2006/main">
              <a:ext uri="{FF2B5EF4-FFF2-40B4-BE49-F238E27FC236}">
                <a16:creationId xmlns:a16="http://schemas.microsoft.com/office/drawing/2014/main" id="{2F916559-9A57-9145-E9C5-F941B87235C6}"/>
              </a:ext>
            </a:extLst>
          </p:cNvPr>
          <p:cNvSpPr>
            <a:spLocks xmlns:a="http://schemas.openxmlformats.org/drawingml/2006/main" noGrp="1"/>
          </p:cNvSpPr>
          <p:nvPr/>
        </p:nvSpPr>
        <p:spPr>
          <a:xfrm xmlns:a="http://schemas.openxmlformats.org/drawingml/2006/main">
            <a:off x="9572637" y="6588000"/>
            <a:ext cx="2356011" cy="144000"/>
          </a:xfrm>
          <a:prstGeom xmlns:a="http://schemas.openxmlformats.org/drawingml/2006/main" prst="rect">
            <a:avLst/>
          </a:prstGeom>
          <a:noFill xmlns:a="http://schemas.openxmlformats.org/drawingml/2006/main"/>
        </p:spPr>
        <p:txBody>
          <a:bodyPr xmlns:a="http://schemas.openxmlformats.org/drawingml/2006/main" wrap="square" lIns="0" tIns="0" rIns="0" bIns="0" anchor="b">
            <a:noAutofit/>
          </a:bodyPr>
          <a:lstStyle xmlns:a="http://schemas.openxmlformats.org/drawingml/2006/main"/>
          <a:p xmlns:a="http://schemas.openxmlformats.org/drawingml/2006/main">
            <a:pPr marL="0" marR="0" lvl="0" indent="0" algn="r" defTabSz="914115">
              <a:lnSpc>
                <a:spcPct val="100000"/>
              </a:lnSpc>
              <a:spcBef>
                <a:spcPts val="299"/>
              </a:spcBef>
              <a:spcAft>
                <a:spcPts val="299"/>
              </a:spcAft>
              <a:buClrTx/>
              <a:buSzTx/>
              <a:buFont typeface="Arial"/>
              <a:buNone/>
            </a:pPr>
            <a:r>
              <a:rPr sz="950" b="0" i="0" u="none" cap="none">
                <a:ln>
                  <a:noFill/>
                </a:ln>
                <a:solidFill>
                  <a:srgbClr val="24282C"/>
                </a:solidFill>
                <a:latin typeface="+mj-lt"/>
                <a:ea typeface="+mj-lt"/>
                <a:cs typeface="+mj-lt"/>
              </a:rPr>
              <a:t>Sparkassen-Finanzgruppe</a:t>
            </a:r>
          </a:p>
        </p:txBody>
      </p:sp>
      <p:sp>
        <p:nvSpPr>
          <p:cNvPr id="4" name="patternmember">
            <a:extLst xmlns:a="http://schemas.openxmlformats.org/drawingml/2006/main">
              <a:ext uri="{FF2B5EF4-FFF2-40B4-BE49-F238E27FC236}">
                <a16:creationId xmlns:a16="http://schemas.microsoft.com/office/drawing/2014/main" id="{3E98B180-A7ED-7859-C90B-4B8E62FFD0C8}"/>
              </a:ext>
            </a:extLst>
          </p:cNvPr>
          <p:cNvSpPr>
            <a:spLocks xmlns:a="http://schemas.openxmlformats.org/drawingml/2006/main" noGrp="1"/>
          </p:cNvSpPr>
          <p:nvPr/>
        </p:nvSpPr>
        <p:spPr>
          <a:xfrm xmlns:a="http://schemas.openxmlformats.org/drawingml/2006/main">
            <a:off x="3935760" y="289763"/>
            <a:ext cx="742970" cy="773928"/>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6" name="patternmember">
            <a:extLst xmlns:a="http://schemas.openxmlformats.org/drawingml/2006/main">
              <a:ext uri="{FF2B5EF4-FFF2-40B4-BE49-F238E27FC236}">
                <a16:creationId xmlns:a16="http://schemas.microsoft.com/office/drawing/2014/main" id="{1922B9D8-858C-4648-65D5-02041F35803F}"/>
              </a:ext>
            </a:extLst>
          </p:cNvPr>
          <p:cNvSpPr>
            <a:spLocks xmlns:a="http://schemas.openxmlformats.org/drawingml/2006/main" noGrp="1"/>
          </p:cNvSpPr>
          <p:nvPr/>
        </p:nvSpPr>
        <p:spPr>
          <a:xfrm xmlns:a="http://schemas.openxmlformats.org/drawingml/2006/main">
            <a:off x="1631504" y="188640"/>
            <a:ext cx="1064682" cy="1109046"/>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7" name="patternmember">
            <a:extLst xmlns:a="http://schemas.openxmlformats.org/drawingml/2006/main">
              <a:ext uri="{FF2B5EF4-FFF2-40B4-BE49-F238E27FC236}">
                <a16:creationId xmlns:a16="http://schemas.microsoft.com/office/drawing/2014/main" id="{5617738D-7939-3C18-B228-DE9BB08830E2}"/>
              </a:ext>
            </a:extLst>
          </p:cNvPr>
          <p:cNvSpPr>
            <a:spLocks xmlns:a="http://schemas.openxmlformats.org/drawingml/2006/main" noGrp="1"/>
          </p:cNvSpPr>
          <p:nvPr/>
        </p:nvSpPr>
        <p:spPr>
          <a:xfrm xmlns:a="http://schemas.openxmlformats.org/drawingml/2006/main">
            <a:off x="3791744" y="1484784"/>
            <a:ext cx="1313424" cy="1368152"/>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marR="0" indent="0" defTabSz="914115">
              <a:lnSpc>
                <a:spcPct val="100000"/>
              </a:lnSpc>
              <a:spcBef>
                <a:spcPct val="0"/>
              </a:spcBef>
              <a:spcAft>
                <a:spcPts val="0"/>
              </a:spcAft>
              <a:buClrTx/>
              <a:buSzTx/>
              <a:buFontTx/>
              <a:buNone/>
              <a:tabLst>
                <a:tab pos="8061482" algn="r"/>
              </a:tabLst>
              <a:defRPr b="0" i="0" u="none" cap="none" spc="0" baseline="0">
                <a:ln>
                  <a:noFill/>
                </a:ln>
                <a:solidFill>
                  <a:srgbClr val="FFFFFF"/>
                </a:solidFill>
                <a:latin typeface="Sparkasse Rg"/>
                <a:ea typeface="Sparkasse Rg"/>
                <a:cs typeface="Sparkasse Rg"/>
              </a:defRPr>
            </a:lvl1pPr>
          </a:lstStyle>
          <a:p xmlns:a="http://schemas.openxmlformats.org/drawingml/2006/main">
            <a:endParaRPr/>
          </a:p>
        </p:txBody>
      </p:sp>
      <p:sp>
        <p:nvSpPr>
          <p:cNvPr id="9" name="patternmember">
            <a:extLst xmlns:a="http://schemas.openxmlformats.org/drawingml/2006/main">
              <a:ext uri="{FF2B5EF4-FFF2-40B4-BE49-F238E27FC236}">
                <a16:creationId xmlns:a16="http://schemas.microsoft.com/office/drawing/2014/main" id="{03DAC99C-39F1-C415-3225-ECC1629B5489}"/>
              </a:ext>
            </a:extLst>
          </p:cNvPr>
          <p:cNvSpPr>
            <a:spLocks xmlns:a="http://schemas.openxmlformats.org/drawingml/2006/main" noGrp="1"/>
          </p:cNvSpPr>
          <p:nvPr/>
        </p:nvSpPr>
        <p:spPr>
          <a:xfrm xmlns:a="http://schemas.openxmlformats.org/drawingml/2006/main">
            <a:off x="263352" y="1700808"/>
            <a:ext cx="811519" cy="845331"/>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0" name="patternmember">
            <a:extLst xmlns:a="http://schemas.openxmlformats.org/drawingml/2006/main">
              <a:ext uri="{FF2B5EF4-FFF2-40B4-BE49-F238E27FC236}">
                <a16:creationId xmlns:a16="http://schemas.microsoft.com/office/drawing/2014/main" id="{BE3A12FA-FEEC-74D3-3358-EB63783C6815}"/>
              </a:ext>
            </a:extLst>
          </p:cNvPr>
          <p:cNvSpPr>
            <a:spLocks xmlns:a="http://schemas.openxmlformats.org/drawingml/2006/main" noGrp="1"/>
          </p:cNvSpPr>
          <p:nvPr/>
        </p:nvSpPr>
        <p:spPr>
          <a:xfrm xmlns:a="http://schemas.openxmlformats.org/drawingml/2006/main">
            <a:off x="548504" y="332656"/>
            <a:ext cx="560783" cy="584150"/>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1" name="patternmember">
            <a:extLst xmlns:a="http://schemas.openxmlformats.org/drawingml/2006/main">
              <a:ext uri="{FF2B5EF4-FFF2-40B4-BE49-F238E27FC236}">
                <a16:creationId xmlns:a16="http://schemas.microsoft.com/office/drawing/2014/main" id="{9F111D9C-3B8B-4707-477F-9EA52C436CBA}"/>
              </a:ext>
            </a:extLst>
          </p:cNvPr>
          <p:cNvSpPr>
            <a:spLocks xmlns:a="http://schemas.openxmlformats.org/drawingml/2006/main" noGrp="1"/>
          </p:cNvSpPr>
          <p:nvPr/>
        </p:nvSpPr>
        <p:spPr>
          <a:xfrm xmlns:a="http://schemas.openxmlformats.org/drawingml/2006/main">
            <a:off x="5663952" y="908720"/>
            <a:ext cx="1021584" cy="1064151"/>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2" name="Bild 1">
            <a:extLst xmlns:a="http://schemas.openxmlformats.org/drawingml/2006/main">
              <a:ext uri="{FF2B5EF4-FFF2-40B4-BE49-F238E27FC236}">
                <a16:creationId xmlns:a16="http://schemas.microsoft.com/office/drawing/2014/main" id="{57362358-90E5-7428-EC2B-964D2B1925E3}"/>
              </a:ext>
            </a:extLst>
          </p:cNvPr>
          <p:cNvSpPr>
            <a:spLocks xmlns:a="http://schemas.openxmlformats.org/drawingml/2006/main" noGrp="1"/>
          </p:cNvSpPr>
          <p:nvPr/>
        </p:nvSpPr>
        <p:spPr>
          <a:xfrm xmlns:a="http://schemas.openxmlformats.org/drawingml/2006/main">
            <a:off x="695400" y="620688"/>
            <a:ext cx="1511795" cy="1512000"/>
          </a:xfrm>
          <a:prstGeom xmlns:a="http://schemas.openxmlformats.org/drawingml/2006/main" prst="round2DiagRect">
            <a:avLst>
              <a:gd name="adj1" fmla="val 14151"/>
              <a:gd name="adj2" fmla="val 0"/>
            </a:avLst>
          </a:pr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chemeClr val="tx2"/>
              </a:solidFill>
              <a:latin typeface="Sparkasse Rg"/>
              <a:ea typeface="Sparkasse Rg"/>
              <a:cs typeface="Sparkasse Rg"/>
            </a:endParaRPr>
          </a:p>
        </p:txBody>
      </p:sp>
      <p:sp>
        <p:nvSpPr>
          <p:cNvPr id="13" name="Titel 13">
            <a:extLst xmlns:a="http://schemas.openxmlformats.org/drawingml/2006/main">
              <a:ext uri="{FF2B5EF4-FFF2-40B4-BE49-F238E27FC236}">
                <a16:creationId xmlns:a16="http://schemas.microsoft.com/office/drawing/2014/main" id="{3E9928BB-EA4B-8377-AB9F-551AF91C3903}"/>
              </a:ext>
            </a:extLst>
          </p:cNvPr>
          <p:cNvSpPr>
            <a:spLocks xmlns:a="http://schemas.openxmlformats.org/drawingml/2006/main" noGrp="1"/>
          </p:cNvSpPr>
          <p:nvPr/>
        </p:nvSpPr>
        <p:spPr>
          <a:xfrm xmlns:a="http://schemas.openxmlformats.org/drawingml/2006/main">
            <a:off x="4437966" y="621377"/>
            <a:ext cx="1511795" cy="1512000"/>
          </a:xfrm>
          <a:prstGeom xmlns:a="http://schemas.openxmlformats.org/drawingml/2006/main" prst="round2DiagRect">
            <a:avLst>
              <a:gd name="adj1" fmla="val 14151"/>
              <a:gd name="adj2" fmla="val 0"/>
            </a:avLst>
          </a:pr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chemeClr val="tx2"/>
              </a:solidFill>
              <a:latin typeface="Sparkasse Rg"/>
              <a:ea typeface="Sparkasse Rg"/>
              <a:cs typeface="Sparkasse Rg"/>
            </a:endParaRPr>
          </a:p>
        </p:txBody>
      </p:sp>
      <p:sp>
        <p:nvSpPr>
          <p:cNvPr id="14" name="Bild 2">
            <a:extLst xmlns:a="http://schemas.openxmlformats.org/drawingml/2006/main">
              <a:ext uri="{FF2B5EF4-FFF2-40B4-BE49-F238E27FC236}">
                <a16:creationId xmlns:a16="http://schemas.microsoft.com/office/drawing/2014/main" id="{8F799CA1-9C65-ACC6-80AA-3E309E42E286}"/>
              </a:ext>
            </a:extLst>
          </p:cNvPr>
          <p:cNvSpPr>
            <a:spLocks xmlns:a="http://schemas.openxmlformats.org/drawingml/2006/main" noGrp="1"/>
          </p:cNvSpPr>
          <p:nvPr/>
        </p:nvSpPr>
        <p:spPr>
          <a:xfrm xmlns:a="http://schemas.openxmlformats.org/drawingml/2006/main">
            <a:off x="2567608" y="621377"/>
            <a:ext cx="1511795" cy="1512000"/>
          </a:xfrm>
          <a:prstGeom xmlns:a="http://schemas.openxmlformats.org/drawingml/2006/main" prst="round2DiagRect">
            <a:avLst>
              <a:gd name="adj1" fmla="val 14281"/>
              <a:gd name="adj2" fmla="val 0"/>
            </a:avLst>
          </a:pr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chemeClr val="tx2"/>
              </a:solidFill>
              <a:latin typeface="Sparkasse Rg"/>
              <a:ea typeface="Sparkasse Rg"/>
              <a:cs typeface="Sparkasse Rg"/>
            </a:endParaRPr>
          </a:p>
        </p:txBody>
      </p:sp>
      <p:pic>
        <p:nvPicPr>
          <p:cNvPr id="36" name="Logo"/>
          <p:cNvPicPr>
            <a:picLocks xmlns:a="http://schemas.openxmlformats.org/drawingml/2006/main" noChangeAspect="1"/>
          </p:cNvPicPr>
          <p:nvPr/>
        </p:nvPicPr>
        <p:blipFill>
          <a:blip xmlns:r="http://schemas.openxmlformats.org/officeDocument/2006/relationships" xmlns:a="http://schemas.openxmlformats.org/drawingml/2006/main" r:embed="Reabfa282a4674c6a">
            <a:extLst>
              <a:ext uri="{96DAC541-7B7A-43D3-8B79-37D633B846F1}">
                <asvg:svgBlip xmlns:asvg="http://schemas.microsoft.com/office/drawing/2016/SVG/main" r:embed="R22586b7153ac440d"/>
              </a:ext>
            </a:extLst>
          </a:blip>
          <a:stretch xmlns:a="http://schemas.openxmlformats.org/drawingml/2006/main">
            <a:fillRect l="0" t="0" r="0" b="0"/>
          </a:stretch>
        </p:blipFill>
        <p:spPr>
          <a:xfrm xmlns:a="http://schemas.openxmlformats.org/drawingml/2006/main">
            <a:off x="10632504" y="620688"/>
            <a:ext cx="936000" cy="936000"/>
          </a:xfrm>
          <a:prstGeom xmlns:a="http://schemas.openxmlformats.org/drawingml/2006/main" prst="rect">
            <a:avLst/>
          </a:prstGeom>
        </p:spPr>
      </p:pic>
      <p:sp>
        <p:nvSpPr>
          <p:cNvPr id="17" name="Datumsplatzhalter 14">
            <a:extLst xmlns:a="http://schemas.openxmlformats.org/drawingml/2006/main">
              <a:ext uri="{FF2B5EF4-FFF2-40B4-BE49-F238E27FC236}">
                <a16:creationId xmlns:a16="http://schemas.microsoft.com/office/drawing/2014/main" id="{73EE9B74-0B97-1754-CB45-E5CA516FB6E5}"/>
              </a:ext>
            </a:extLst>
          </p:cNvPr>
          <p:cNvSpPr>
            <a:spLocks xmlns:a="http://schemas.openxmlformats.org/drawingml/2006/main" noGrp="1"/>
          </p:cNvSpPr>
          <p:nvPr>
            <p:ph type="dt" idx="28"/>
          </p:nvPr>
        </p:nvSpPr>
        <p:spPr>
          <a:xfrm xmlns:a="http://schemas.openxmlformats.org/drawingml/2006/main">
            <a:off x="1199456" y="6573600"/>
            <a:ext cx="1944000" cy="144000"/>
          </a:xfrm>
        </p:spPr>
        <p:txBody>
          <a:bodyPr xmlns:a="http://schemas.openxmlformats.org/drawingml/2006/main"/>
          <a:lstStyle xmlns:a="http://schemas.openxmlformats.org/drawingml/2006/main"/>
          <a:p xmlns:a="http://schemas.openxmlformats.org/drawingml/2006/main">
            <a:r>
              <a:t>Intern, TT.MM.JJJJ</a:t>
            </a:r>
            <a:endParaRPr sz="800"/>
          </a:p>
        </p:txBody>
      </p:sp>
      <p:sp>
        <p:nvSpPr>
          <p:cNvPr id="21" name="Caption">
            <a:extLst xmlns:a="http://schemas.openxmlformats.org/drawingml/2006/main">
              <a:ext uri="{FF2B5EF4-FFF2-40B4-BE49-F238E27FC236}">
                <a16:creationId xmlns:a16="http://schemas.microsoft.com/office/drawing/2014/main" id="{1D409D10-B623-633B-3E3A-4262A2677BBF}"/>
              </a:ext>
            </a:extLst>
          </p:cNvPr>
          <p:cNvSpPr>
            <a:spLocks xmlns:a="http://schemas.openxmlformats.org/drawingml/2006/main" noGrp="1"/>
          </p:cNvSpPr>
          <p:nvPr/>
        </p:nvSpPr>
        <p:spPr>
          <a:xfrm xmlns:a="http://schemas.openxmlformats.org/drawingml/2006/main">
            <a:off x="262800" y="6573600"/>
            <a:ext cx="864256" cy="144000"/>
          </a:xfrm>
          <a:prstGeom xmlns:a="http://schemas.openxmlformats.org/drawingml/2006/main" prst="rect">
            <a:avLst/>
          </a:prstGeom>
          <a:noFill xmlns:a="http://schemas.openxmlformats.org/drawingml/2006/main"/>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tIns="0" rIns="0" bIns="0" anchor="b"/>
          <a:lstStyle xmlns:a="http://schemas.openxmlformats.org/drawingml/2006/main"/>
          <a:p xmlns:a="http://schemas.openxmlformats.org/drawingml/2006/main">
            <a:pPr lvl="0">
              <a:spcBef>
                <a:spcPts val="300"/>
              </a:spcBef>
              <a:spcAft>
                <a:spcPts val="300"/>
              </a:spcAft>
              <a:buNone/>
              <a:tabLst>
                <a:tab pos="898525" algn="l"/>
              </a:tabLst>
            </a:pPr>
            <a:r>
              <a:rPr sz="800">
                <a:solidFill>
                  <a:srgbClr val="24282C"/>
                </a:solidFill>
                <a:latin typeface="+mn-lt"/>
                <a:ea typeface="+mn-lt"/>
                <a:cs typeface="+mn-lt"/>
              </a:rPr>
              <a:t>Sensitivitätsstufe:</a:t>
            </a:r>
          </a:p>
        </p:txBody>
      </p:sp>
    </p:spTree>
  </p:cSld>
</p:sldLayout>
</file>

<file path=ppt/slideLayouts/slideLayout2.xml><?xml version="1.0" encoding="utf-8"?>
<p:sldLayout xmlns:p="http://schemas.openxmlformats.org/presentationml/2006/main" showMasterSp="0" preserve="1" userDrawn="1">
  <p:cSld name="Titelfolie mit hellem Bild">
    <p:bg>
      <p:bgPr>
        <a:solidFill xmlns:a="http://schemas.openxmlformats.org/drawingml/2006/main">
          <a:schemeClr val="bg1"/>
        </a:solidFill>
      </p:bgPr>
    </p:bg>
    <p:spTree>
      <p:nvGrpSpPr>
        <p:cNvPr id="1" name=""/>
        <p:cNvGrpSpPr/>
        <p:nvPr/>
      </p:nvGrpSpPr>
      <p:grpSpPr>
        <a:xfrm xmlns:a="http://schemas.openxmlformats.org/drawingml/2006/main"/>
      </p:grpSpPr>
      <p:sp>
        <p:nvSpPr>
          <p:cNvPr id="6" name="Rechteck 5">
            <a:extLst xmlns:a="http://schemas.openxmlformats.org/drawingml/2006/main">
              <a:ext uri="{FF2B5EF4-FFF2-40B4-BE49-F238E27FC236}">
                <a16:creationId xmlns:a16="http://schemas.microsoft.com/office/drawing/2014/main" id="{D28A6F0F-73B3-63B2-D4CA-C16A222B9C19}"/>
              </a:ext>
            </a:extLst>
          </p:cNvPr>
          <p:cNvSpPr>
            <a:spLocks xmlns:a="http://schemas.openxmlformats.org/drawingml/2006/main" noGrp="1"/>
          </p:cNvSpPr>
          <p:nvPr/>
        </p:nvSpPr>
        <p:spPr>
          <a:xfrm xmlns:a="http://schemas.openxmlformats.org/drawingml/2006/main">
            <a:off x="0" y="0"/>
            <a:ext cx="12192000" cy="6453188"/>
          </a:xfrm>
          <a:prstGeom xmlns:a="http://schemas.openxmlformats.org/drawingml/2006/main" prst="rect">
            <a:avLst/>
          </a:prstGeom>
          <a:solidFill xmlns:a="http://schemas.openxmlformats.org/drawingml/2006/main">
            <a:schemeClr val="tx2"/>
          </a:soli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91440" tIns="45720" rIns="91440" bIns="45720" anchor="t">
            <a:noAutofit/>
          </a:bodyPr>
          <a:lstStyle xmlns:a="http://schemas.openxmlformats.org/drawingml/2006/main"/>
          <a:p xmlns:a="http://schemas.openxmlformats.org/drawingml/2006/main">
            <a:pPr algn="l">
              <a:buClr>
                <a:schemeClr val="bg1"/>
              </a:buClr>
              <a:buNone/>
            </a:pPr>
            <a:endParaRPr>
              <a:solidFill>
                <a:schemeClr val="bg1"/>
              </a:solidFill>
            </a:endParaRPr>
          </a:p>
        </p:txBody>
      </p:sp>
      <p:sp>
        <p:nvSpPr>
          <p:cNvPr id="8" name="Hinweis">
            <a:extLst xmlns:a="http://schemas.openxmlformats.org/drawingml/2006/main">
              <a:ext uri="{FF2B5EF4-FFF2-40B4-BE49-F238E27FC236}">
                <a16:creationId xmlns:a16="http://schemas.microsoft.com/office/drawing/2014/main" id="{6E5CA845-A31E-D789-9DB3-C1D159A52174}"/>
              </a:ext>
            </a:extLst>
          </p:cNvPr>
          <p:cNvSpPr>
            <a:spLocks xmlns:a="http://schemas.openxmlformats.org/drawingml/2006/main" noGrp="1"/>
          </p:cNvSpPr>
          <p:nvPr/>
        </p:nvSpPr>
        <p:spPr>
          <a:xfrm xmlns:a="http://schemas.openxmlformats.org/drawingml/2006/main" rot="0" flipH="0" flipV="0">
            <a:off x="12284204" y="0"/>
            <a:ext cx="1944216" cy="3204000"/>
          </a:xfrm>
          <a:prstGeom xmlns:a="http://schemas.openxmlformats.org/drawingml/2006/main" prst="rect">
            <a:avLst/>
          </a:prstGeom>
          <a:solidFill xmlns:a="http://schemas.openxmlformats.org/drawingml/2006/main">
            <a:schemeClr val="bg1"/>
          </a:soli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bIns="108000" anchor="b">
            <a:spAutoFit/>
          </a:bodyPr>
          <a:lstStyle xmlns:a="http://schemas.openxmlformats.org/drawingml/2006/main"/>
          <a:p xmlns:a="http://schemas.openxmlformats.org/drawingml/2006/main">
            <a:pPr marL="0" marR="0" lvl="0" indent="0" algn="l" defTabSz="914115">
              <a:lnSpc>
                <a:spcPct val="110000"/>
              </a:lnSpc>
              <a:spcBef>
                <a:spcPts val="0"/>
              </a:spcBef>
              <a:spcAft>
                <a:spcPts val="600"/>
              </a:spcAft>
              <a:buClrTx/>
              <a:buSzTx/>
              <a:buFont typeface="Arial"/>
              <a:buNone/>
            </a:pPr>
            <a:r>
              <a:rPr sz="1200" b="0" i="0" u="none" cap="none">
                <a:ln>
                  <a:noFill/>
                </a:ln>
                <a:solidFill>
                  <a:srgbClr val="000000"/>
                </a:solidFill>
                <a:latin typeface="Sparkasse Head"/>
                <a:ea typeface="Sparkasse Head"/>
                <a:cs typeface="Sparkasse Head"/>
              </a:rPr>
              <a:t>Bitte beachten:</a:t>
            </a:r>
          </a:p>
          <a:p xmlns:a="http://schemas.openxmlformats.org/drawingml/2006/main">
            <a:pPr marL="0" marR="0" lvl="1" indent="0" algn="l" defTabSz="914115">
              <a:lnSpc>
                <a:spcPct val="110000"/>
              </a:lnSpc>
              <a:spcBef>
                <a:spcPts val="0"/>
              </a:spcBef>
              <a:spcAft>
                <a:spcPts val="600"/>
              </a:spcAft>
              <a:buClrTx/>
              <a:buSzTx/>
              <a:buFont typeface="Arial"/>
              <a:buNone/>
            </a:pPr>
            <a:r>
              <a:rPr sz="1100" b="0" i="0" u="none" cap="none">
                <a:ln>
                  <a:noFill/>
                </a:ln>
                <a:solidFill>
                  <a:srgbClr val="000000"/>
                </a:solidFill>
                <a:latin typeface="Sparkasse Lt"/>
                <a:ea typeface="Sparkasse Lt"/>
                <a:cs typeface="Sparkasse Lt"/>
              </a:rPr>
              <a:t>Damit der Bildplatzhalter </a:t>
            </a:r>
            <a:br/>
            <a:r>
              <a:rPr sz="1100" b="0" i="0" u="none" cap="none">
                <a:ln>
                  <a:noFill/>
                </a:ln>
                <a:solidFill>
                  <a:srgbClr val="000000"/>
                </a:solidFill>
                <a:latin typeface="Sparkasse Lt"/>
                <a:ea typeface="Sparkasse Lt"/>
                <a:cs typeface="Sparkasse Lt"/>
              </a:rPr>
              <a:t>für das Hintergrundbild einfacher </a:t>
            </a:r>
            <a:r>
              <a:rPr sz="1100" b="0" i="0" u="none" cap="none">
                <a:ln>
                  <a:noFill/>
                </a:ln>
                <a:solidFill>
                  <a:srgbClr val="000000"/>
                </a:solidFill>
                <a:latin typeface="Sparkasse Lt"/>
                <a:ea typeface="Sparkasse Lt"/>
                <a:cs typeface="Sparkasse Lt"/>
              </a:rPr>
              <a:t>mithilfe</a:t>
            </a:r>
            <a:r>
              <a:rPr sz="1100" b="0" i="0" u="none" cap="none">
                <a:ln>
                  <a:noFill/>
                </a:ln>
                <a:solidFill>
                  <a:srgbClr val="000000"/>
                </a:solidFill>
                <a:latin typeface="Sparkasse Lt"/>
                <a:ea typeface="Sparkasse Lt"/>
                <a:cs typeface="Sparkasse Lt"/>
              </a:rPr>
              <a:t> des Symbols befüllt werden kann, liegt dieser im Vordergrund der Folie. Wenn Sie das Bild eingesetzt haben, müssen Sie dieses </a:t>
            </a:r>
            <a:r>
              <a:rPr sz="1100" b="0" i="0" u="none" cap="none">
                <a:ln>
                  <a:noFill/>
                </a:ln>
                <a:solidFill>
                  <a:srgbClr val="000000"/>
                </a:solidFill>
                <a:latin typeface="+mj-lt"/>
                <a:ea typeface="+mj-lt"/>
                <a:cs typeface="+mj-lt"/>
              </a:rPr>
              <a:t>in den Hintergrund </a:t>
            </a:r>
            <a:r>
              <a:rPr sz="1100" b="0" i="0" u="none" cap="none">
                <a:ln>
                  <a:noFill/>
                </a:ln>
                <a:solidFill>
                  <a:srgbClr val="000000"/>
                </a:solidFill>
                <a:latin typeface="Sparkasse Lt"/>
                <a:ea typeface="Sparkasse Lt"/>
                <a:cs typeface="Sparkasse Lt"/>
              </a:rPr>
              <a:t>der Folie setzen, damit  die übrigen Elemente sicht- und editierbar werden. Das geht ganz einfach: Bild markieren, Menü „Start“ &gt;  „Anordnen“ &gt; „In den Hintergrund“).</a:t>
            </a:r>
          </a:p>
        </p:txBody>
      </p:sp>
      <p:pic>
        <p:nvPicPr>
          <p:cNvPr id="51" name="Grafik 8"/>
          <p:cNvPicPr>
            <a:picLocks xmlns:a="http://schemas.openxmlformats.org/drawingml/2006/main" noChangeAspect="1"/>
          </p:cNvPicPr>
          <p:nvPr/>
        </p:nvPicPr>
        <p:blipFill>
          <a:blip xmlns:r="http://schemas.openxmlformats.org/officeDocument/2006/relationships" xmlns:a="http://schemas.openxmlformats.org/drawingml/2006/main" r:embed="R6a70294d9c434e29"/>
          <a:stretch xmlns:a="http://schemas.openxmlformats.org/drawingml/2006/main">
            <a:fillRect l="0" t="0" r="0" b="0"/>
          </a:stretch>
        </p:blipFill>
        <p:spPr>
          <a:xfrm xmlns:a="http://schemas.openxmlformats.org/drawingml/2006/main" rot="0" flipH="0" flipV="0">
            <a:off x="12284420" y="3182801"/>
            <a:ext cx="1944000" cy="2044867"/>
          </a:xfrm>
          <a:prstGeom xmlns:a="http://schemas.openxmlformats.org/drawingml/2006/main" prst="rect">
            <a:avLst/>
          </a:prstGeom>
        </p:spPr>
      </p:pic>
      <p:sp>
        <p:nvSpPr>
          <p:cNvPr id="10" name="Rechteck 9">
            <a:extLst xmlns:a="http://schemas.openxmlformats.org/drawingml/2006/main">
              <a:ext uri="{FF2B5EF4-FFF2-40B4-BE49-F238E27FC236}">
                <a16:creationId xmlns:a16="http://schemas.microsoft.com/office/drawing/2014/main" id="{0BC6587F-F658-D299-277F-B31AF9484B98}"/>
              </a:ext>
            </a:extLst>
          </p:cNvPr>
          <p:cNvSpPr>
            <a:spLocks xmlns:a="http://schemas.openxmlformats.org/drawingml/2006/main" noGrp="1"/>
          </p:cNvSpPr>
          <p:nvPr/>
        </p:nvSpPr>
        <p:spPr>
          <a:xfrm xmlns:a="http://schemas.openxmlformats.org/drawingml/2006/main" rot="0" flipH="0" flipV="0">
            <a:off x="12265536" y="4450561"/>
            <a:ext cx="1967368" cy="280236"/>
          </a:xfrm>
          <a:prstGeom xmlns:a="http://schemas.openxmlformats.org/drawingml/2006/main" prst="rect">
            <a:avLst/>
          </a:prstGeom>
          <a:solidFill xmlns:a="http://schemas.openxmlformats.org/drawingml/2006/main">
            <a:schemeClr val="tx2">
              <a:alpha val="0"/>
            </a:schemeClr>
          </a:solidFill>
          <a:ln xmlns:a="http://schemas.openxmlformats.org/drawingml/2006/main" w="19050">
            <a:solidFill>
              <a:schemeClr val="bg2"/>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300"/>
              </a:spcBef>
              <a:spcAft>
                <a:spcPts val="300"/>
              </a:spcAft>
              <a:buNone/>
            </a:pPr>
            <a:endParaRPr sz="2000">
              <a:solidFill>
                <a:schemeClr val="tx1"/>
              </a:solidFill>
            </a:endParaRPr>
          </a:p>
        </p:txBody>
      </p:sp>
      <p:sp>
        <p:nvSpPr>
          <p:cNvPr id="2" name="Logo">
            <a:extLst xmlns:a="http://schemas.openxmlformats.org/drawingml/2006/main">
              <a:ext uri="{FF2B5EF4-FFF2-40B4-BE49-F238E27FC236}">
                <a16:creationId xmlns:a16="http://schemas.microsoft.com/office/drawing/2014/main" id="{530F08F3-2198-35F1-EC87-B317E9007254}"/>
              </a:ext>
            </a:extLst>
          </p:cNvPr>
          <p:cNvSpPr>
            <a:spLocks xmlns:a="http://schemas.openxmlformats.org/drawingml/2006/main" noGrp="1"/>
          </p:cNvSpPr>
          <p:nvPr>
            <p:ph type="pic" idx="23"/>
          </p:nvPr>
        </p:nvSpPr>
        <p:spPr>
          <a:xfrm xmlns:a="http://schemas.openxmlformats.org/drawingml/2006/main">
            <a:off x="10632504" y="620688"/>
            <a:ext cx="936000" cy="936000"/>
          </a:xfrm>
          <a:prstGeom xmlns:a="http://schemas.openxmlformats.org/drawingml/2006/main" prst="rect">
            <a:avLst/>
          </a:prstGeom>
          <a:blipFill xmlns:a="http://schemas.openxmlformats.org/drawingml/2006/main">
            <a:blip xmlns:r="http://schemas.openxmlformats.org/officeDocument/2006/relationships" r:embed="R07a1ce3c09754d3f">
              <a:extLst>
                <a:ext uri="{96DAC541-7B7A-43D3-8B79-37D633B846F1}">
                  <asvg:svgBlip xmlns:asvg="http://schemas.microsoft.com/office/drawing/2016/SVG/main" r:embed="R1c7d7be51ca44187"/>
                </a:ext>
              </a:extLst>
            </a:blip>
            <a:stretch>
              <a:fillRect l="0" t="0" r="0" b="0"/>
            </a:stretch>
          </a:blipFill>
        </p:spPr>
        <p:txBody>
          <a:bodyPr xmlns:a="http://schemas.openxmlformats.org/drawingml/2006/main" vert="horz" lIns="0" tIns="0" rIns="0" bIns="0">
            <a:noAutofit/>
          </a:bodyPr>
          <a:lstStyle xmlns:a="http://schemas.openxmlformats.org/drawingml/2006/main">
            <a:lvl1pPr>
              <a:buNone/>
              <a:defRPr sz="800">
                <a:noFill/>
              </a:defRPr>
            </a:lvl1pPr>
          </a:lstStyle>
          <a:p xmlns:a="http://schemas.openxmlformats.org/drawingml/2006/main">
            <a:pPr lvl="0">
              <a:buNone/>
            </a:pPr>
            <a:r>
              <a:t>Bild durch Klicken auf Symbol hinzufügen</a:t>
            </a:r>
            <a:endParaRPr/>
          </a:p>
        </p:txBody>
      </p:sp>
      <p:sp>
        <p:nvSpPr>
          <p:cNvPr id="4" name="Pattern">
            <a:extLst xmlns:a="http://schemas.openxmlformats.org/drawingml/2006/main">
              <a:ext uri="{FF2B5EF4-FFF2-40B4-BE49-F238E27FC236}">
                <a16:creationId xmlns:a16="http://schemas.microsoft.com/office/drawing/2014/main" id="{4654A1F1-E203-EB73-E521-D5BE42DBD898}"/>
              </a:ext>
            </a:extLst>
          </p:cNvPr>
          <p:cNvSpPr>
            <a:spLocks xmlns:a="http://schemas.openxmlformats.org/drawingml/2006/main" noGrp="1"/>
          </p:cNvSpPr>
          <p:nvPr>
            <p:ph type="pic" idx="24"/>
          </p:nvPr>
        </p:nvSpPr>
        <p:spPr>
          <a:xfrm xmlns:a="http://schemas.openxmlformats.org/drawingml/2006/main">
            <a:off x="0" y="0"/>
            <a:ext cx="6755130" cy="6453188"/>
          </a:xfrm>
          <a:prstGeom xmlns:a="http://schemas.openxmlformats.org/drawingml/2006/main" prst="rect">
            <a:avLst/>
          </a:prstGeom>
          <a:blipFill xmlns:a="http://schemas.openxmlformats.org/drawingml/2006/main">
            <a:blip xmlns:r="http://schemas.openxmlformats.org/officeDocument/2006/relationships" r:embed="R6a70294d9c434e29">
              <a:extLst>
                <a:ext uri="{96DAC541-7B7A-43D3-8B79-37D633B846F1}">
                  <asvg:svgBlip xmlns:asvg="http://schemas.microsoft.com/office/drawing/2016/SVG/main" r:embed="Rf86d727de53a47d4"/>
                </a:ext>
              </a:extLst>
            </a:blip>
            <a:srcRect l="0" t="0" r="0" b="0"/>
            <a:stretch>
              <a:fillRect l="4088" t="2215" r="1054" b="44709"/>
            </a:stretch>
          </a:blipFill>
        </p:spPr>
        <p:txBody>
          <a:bodyPr xmlns:a="http://schemas.openxmlformats.org/drawingml/2006/main" vert="horz" lIns="0" tIns="0" rIns="0" bIns="0">
            <a:noAutofit/>
          </a:bodyPr>
          <a:lstStyle xmlns:a="http://schemas.openxmlformats.org/drawingml/2006/main">
            <a:lvl1pPr>
              <a:buNone/>
              <a:defRPr sz="800">
                <a:noFill/>
              </a:defRPr>
            </a:lvl1pPr>
          </a:lstStyle>
          <a:p xmlns:a="http://schemas.openxmlformats.org/drawingml/2006/main">
            <a:pPr lvl="0">
              <a:buNone/>
            </a:pPr>
            <a:r>
              <a:t>Bild durch Klicken auf Symbol hinzufügen</a:t>
            </a:r>
            <a:endParaRPr/>
          </a:p>
        </p:txBody>
      </p:sp>
      <p:sp>
        <p:nvSpPr>
          <p:cNvPr id="19" name="Titel 18">
            <a:extLst xmlns:a="http://schemas.openxmlformats.org/drawingml/2006/main">
              <a:ext uri="{FF2B5EF4-FFF2-40B4-BE49-F238E27FC236}">
                <a16:creationId xmlns:a16="http://schemas.microsoft.com/office/drawing/2014/main" id="{E7D3A9F3-D62D-9552-A542-D058156411A7}"/>
              </a:ext>
            </a:extLst>
          </p:cNvPr>
          <p:cNvSpPr>
            <a:spLocks xmlns:a="http://schemas.openxmlformats.org/drawingml/2006/main" noGrp="1"/>
          </p:cNvSpPr>
          <p:nvPr>
            <p:ph type="title" idx="0" hasCustomPrompt="1"/>
          </p:nvPr>
        </p:nvSpPr>
        <p:spPr>
          <a:xfrm xmlns:a="http://schemas.openxmlformats.org/drawingml/2006/main">
            <a:off x="-456728" y="3038426"/>
            <a:ext cx="10513541" cy="2695624"/>
          </a:xfrm>
          <a:prstGeom xmlns:a="http://schemas.openxmlformats.org/drawingml/2006/main" prst="round2DiagRect">
            <a:avLst>
              <a:gd name="adj1" fmla="val 14440"/>
              <a:gd name="adj2" fmla="val 0"/>
            </a:avLst>
          </a:prstGeom>
          <a:gradFill xmlns:a="http://schemas.openxmlformats.org/drawingml/2006/main">
            <a:gsLst>
              <a:gs pos="0">
                <a:srgbClr val="9B348E"/>
              </a:gs>
              <a:gs pos="43000">
                <a:schemeClr val="bg2"/>
              </a:gs>
            </a:gsLst>
            <a:lin ang="13200000" scaled="0"/>
          </a:gradFill>
        </p:spPr>
        <p:txBody>
          <a:bodyPr xmlns:a="http://schemas.openxmlformats.org/drawingml/2006/main" wrap="square" lIns="1044000" tIns="216000" rIns="720000" bIns="792000" anchor="b">
            <a:spAutoFit/>
          </a:bodyPr>
          <a:lstStyle xmlns:a="http://schemas.openxmlformats.org/drawingml/2006/main">
            <a:lvl1pPr>
              <a:buNone/>
              <a:defRPr sz="5000">
                <a:solidFill>
                  <a:schemeClr val="bg1"/>
                </a:solidFill>
              </a:defRPr>
            </a:lvl1pPr>
          </a:lstStyle>
          <a:p xmlns:a="http://schemas.openxmlformats.org/drawingml/2006/main">
            <a:r>
              <a:t>Titel der Präsentation hinzufügen</a:t>
            </a:r>
          </a:p>
        </p:txBody>
      </p:sp>
      <p:sp>
        <p:nvSpPr>
          <p:cNvPr id="3" name="Untertitel 2">
            <a:extLst xmlns:a="http://schemas.openxmlformats.org/drawingml/2006/main">
              <a:ext uri="{FF2B5EF4-FFF2-40B4-BE49-F238E27FC236}">
                <a16:creationId xmlns:a16="http://schemas.microsoft.com/office/drawing/2014/main" id="{8FD0ABCD-E25F-4A9E-AA24-706150696C6F}"/>
              </a:ext>
            </a:extLst>
          </p:cNvPr>
          <p:cNvSpPr>
            <a:spLocks xmlns:a="http://schemas.openxmlformats.org/drawingml/2006/main" noGrp="1"/>
          </p:cNvSpPr>
          <p:nvPr>
            <p:ph type="subTitle" idx="1" hasCustomPrompt="1"/>
          </p:nvPr>
        </p:nvSpPr>
        <p:spPr>
          <a:xfrm xmlns:a="http://schemas.openxmlformats.org/drawingml/2006/main">
            <a:off x="695325" y="5014800"/>
            <a:ext cx="8424863"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lvl1pPr marL="0" indent="0" algn="l">
              <a:lnSpc>
                <a:spcPct val="100000"/>
              </a:lnSpc>
              <a:spcBef>
                <a:spcPts val="0"/>
              </a:spcBef>
              <a:spcAft>
                <a:spcPts val="0"/>
              </a:spcAft>
              <a:buNone/>
              <a:defRPr sz="2000" b="0" i="0" u="none" cap="none" spc="0" baseline="0">
                <a:ln>
                  <a:noFill/>
                </a:ln>
                <a:solidFill>
                  <a:schemeClr val="bg1"/>
                </a:solidFill>
                <a:latin typeface="+mn-lt"/>
                <a:ea typeface="+mn-lt"/>
                <a:cs typeface="+mn-lt"/>
              </a:defRPr>
            </a:lvl1pPr>
            <a:lvl2pPr marL="0" indent="0" algn="l">
              <a:lnSpc>
                <a:spcPct val="100000"/>
              </a:lnSpc>
              <a:spcBef>
                <a:spcPts val="0"/>
              </a:spcBef>
              <a:spcAft>
                <a:spcPts val="0"/>
              </a:spcAft>
              <a:buNone/>
              <a:defRPr sz="2000" b="0">
                <a:solidFill>
                  <a:schemeClr val="bg1"/>
                </a:solidFill>
              </a:defRPr>
            </a:lvl2pPr>
            <a:lvl3pPr marL="0" indent="0" algn="l">
              <a:lnSpc>
                <a:spcPct val="100000"/>
              </a:lnSpc>
              <a:spcBef>
                <a:spcPts val="0"/>
              </a:spcBef>
              <a:spcAft>
                <a:spcPts val="0"/>
              </a:spcAft>
              <a:buNone/>
              <a:defRPr sz="2000" b="0">
                <a:solidFill>
                  <a:schemeClr val="bg1"/>
                </a:solidFill>
              </a:defRPr>
            </a:lvl3pPr>
            <a:lvl4pPr marL="0" indent="0" algn="l">
              <a:lnSpc>
                <a:spcPct val="100000"/>
              </a:lnSpc>
              <a:spcBef>
                <a:spcPts val="0"/>
              </a:spcBef>
              <a:spcAft>
                <a:spcPts val="0"/>
              </a:spcAft>
              <a:buNone/>
              <a:defRPr sz="2000" b="0">
                <a:solidFill>
                  <a:schemeClr val="bg1"/>
                </a:solidFill>
              </a:defRPr>
            </a:lvl4pPr>
            <a:lvl5pPr marL="0" indent="0" algn="l">
              <a:lnSpc>
                <a:spcPct val="100000"/>
              </a:lnSpc>
              <a:spcBef>
                <a:spcPts val="0"/>
              </a:spcBef>
              <a:spcAft>
                <a:spcPts val="0"/>
              </a:spcAft>
              <a:buNone/>
              <a:defRPr sz="2000" b="0">
                <a:solidFill>
                  <a:schemeClr val="bg1"/>
                </a:solidFill>
              </a:defRPr>
            </a:lvl5pPr>
            <a:lvl6pPr marL="0" indent="0" algn="l">
              <a:lnSpc>
                <a:spcPct val="100000"/>
              </a:lnSpc>
              <a:spcBef>
                <a:spcPts val="0"/>
              </a:spcBef>
              <a:spcAft>
                <a:spcPts val="0"/>
              </a:spcAft>
              <a:buNone/>
              <a:defRPr sz="2000" b="0">
                <a:solidFill>
                  <a:schemeClr val="bg1"/>
                </a:solidFill>
                <a:latin typeface="+mn-lt"/>
                <a:ea typeface="+mn-lt"/>
                <a:cs typeface="+mn-lt"/>
              </a:defRPr>
            </a:lvl6pPr>
            <a:lvl7pPr marL="0" indent="0" algn="l">
              <a:lnSpc>
                <a:spcPct val="100000"/>
              </a:lnSpc>
              <a:spcBef>
                <a:spcPts val="0"/>
              </a:spcBef>
              <a:spcAft>
                <a:spcPts val="0"/>
              </a:spcAft>
              <a:buNone/>
              <a:defRPr sz="2000" b="0">
                <a:solidFill>
                  <a:schemeClr val="bg1"/>
                </a:solidFill>
              </a:defRPr>
            </a:lvl7pPr>
            <a:lvl8pPr marL="0" indent="0" algn="l">
              <a:lnSpc>
                <a:spcPct val="100000"/>
              </a:lnSpc>
              <a:spcBef>
                <a:spcPts val="0"/>
              </a:spcBef>
              <a:spcAft>
                <a:spcPts val="0"/>
              </a:spcAft>
              <a:buNone/>
              <a:defRPr sz="2000" b="0">
                <a:solidFill>
                  <a:schemeClr val="bg1"/>
                </a:solidFill>
              </a:defRPr>
            </a:lvl8pPr>
            <a:lvl9pPr marL="0" indent="0" algn="l">
              <a:lnSpc>
                <a:spcPct val="100000"/>
              </a:lnSpc>
              <a:spcBef>
                <a:spcPts val="0"/>
              </a:spcBef>
              <a:spcAft>
                <a:spcPts val="0"/>
              </a:spcAft>
              <a:buNone/>
              <a:defRPr sz="2000" b="0">
                <a:solidFill>
                  <a:schemeClr val="bg1"/>
                </a:solidFill>
              </a:defRPr>
            </a:lvl9pPr>
          </a:lstStyle>
          <a:p xmlns:a="http://schemas.openxmlformats.org/drawingml/2006/main">
            <a:pPr lvl="0">
              <a:buNone/>
            </a:pPr>
            <a:r>
              <a:t>Untertitel der Präsentation</a:t>
            </a:r>
          </a:p>
        </p:txBody>
      </p:sp>
      <p:sp>
        <p:nvSpPr>
          <p:cNvPr id="33" name="Textplatzhalter 32">
            <a:extLst xmlns:a="http://schemas.openxmlformats.org/drawingml/2006/main">
              <a:ext uri="{FF2B5EF4-FFF2-40B4-BE49-F238E27FC236}">
                <a16:creationId xmlns:a16="http://schemas.microsoft.com/office/drawing/2014/main" id="{33506CA9-F3AF-08BA-ABE9-215C6A11E08B}"/>
              </a:ext>
            </a:extLst>
          </p:cNvPr>
          <p:cNvSpPr>
            <a:spLocks xmlns:a="http://schemas.openxmlformats.org/drawingml/2006/main" noGrp="1"/>
          </p:cNvSpPr>
          <p:nvPr>
            <p:ph type="body" idx="14" hasCustomPrompt="1"/>
          </p:nvPr>
        </p:nvSpPr>
        <p:spPr>
          <a:xfrm xmlns:a="http://schemas.openxmlformats.org/drawingml/2006/main">
            <a:off x="695400" y="262602"/>
            <a:ext cx="1512000" cy="358775"/>
          </a:xfrm>
        </p:spPr>
        <p:txBody>
          <a:bodyPr xmlns:a="http://schemas.openxmlformats.org/drawingml/2006/main" bIns="36000" anchor="b"/>
          <a:lstStyle xmlns:a="http://schemas.openxmlformats.org/drawingml/2006/main">
            <a:lvl1pPr marL="0" indent="0" algn="r">
              <a:lnSpc>
                <a:spcPct val="100000"/>
              </a:lnSpc>
              <a:spcAft>
                <a:spcPts val="0"/>
              </a:spcAft>
              <a:buFontTx/>
              <a:buNone/>
              <a:defRPr sz="1000">
                <a:solidFill>
                  <a:schemeClr val="tx1"/>
                </a:solidFill>
                <a:latin typeface="+mj-lt"/>
                <a:ea typeface="+mj-lt"/>
                <a:cs typeface="+mj-lt"/>
              </a:defRPr>
            </a:lvl1pPr>
            <a:lvl2pPr marL="0" indent="0" algn="r">
              <a:lnSpc>
                <a:spcPct val="100000"/>
              </a:lnSpc>
              <a:spcAft>
                <a:spcPts val="0"/>
              </a:spcAft>
              <a:buFontTx/>
              <a:buNone/>
              <a:defRPr sz="1000">
                <a:solidFill>
                  <a:schemeClr val="tx1"/>
                </a:solidFill>
                <a:latin typeface="+mj-lt"/>
                <a:ea typeface="+mj-lt"/>
                <a:cs typeface="+mj-lt"/>
              </a:defRPr>
            </a:lvl2pPr>
            <a:lvl3pPr marL="0" indent="0" algn="r">
              <a:lnSpc>
                <a:spcPct val="100000"/>
              </a:lnSpc>
              <a:spcAft>
                <a:spcPts val="0"/>
              </a:spcAft>
              <a:buFontTx/>
              <a:buNone/>
              <a:defRPr sz="1000">
                <a:solidFill>
                  <a:schemeClr val="tx1"/>
                </a:solidFill>
                <a:latin typeface="+mj-lt"/>
                <a:ea typeface="+mj-lt"/>
                <a:cs typeface="+mj-lt"/>
              </a:defRPr>
            </a:lvl3pPr>
            <a:lvl4pPr marL="0" indent="0" algn="r">
              <a:lnSpc>
                <a:spcPct val="100000"/>
              </a:lnSpc>
              <a:spcAft>
                <a:spcPts val="0"/>
              </a:spcAft>
              <a:buFontTx/>
              <a:buNone/>
              <a:defRPr sz="1000">
                <a:solidFill>
                  <a:schemeClr val="tx1"/>
                </a:solidFill>
                <a:latin typeface="+mj-lt"/>
                <a:ea typeface="+mj-lt"/>
                <a:cs typeface="+mj-lt"/>
              </a:defRPr>
            </a:lvl4pPr>
            <a:lvl5pPr marL="0" indent="0" algn="r">
              <a:lnSpc>
                <a:spcPct val="100000"/>
              </a:lnSpc>
              <a:spcAft>
                <a:spcPts val="0"/>
              </a:spcAft>
              <a:buFontTx/>
              <a:buNone/>
              <a:defRPr sz="1000">
                <a:solidFill>
                  <a:schemeClr val="tx1"/>
                </a:solidFill>
                <a:latin typeface="+mj-lt"/>
                <a:ea typeface="+mj-lt"/>
                <a:cs typeface="+mj-lt"/>
              </a:defRPr>
            </a:lvl5pPr>
            <a:lvl6pPr marL="0" indent="0" algn="r">
              <a:lnSpc>
                <a:spcPct val="100000"/>
              </a:lnSpc>
              <a:spcAft>
                <a:spcPts val="0"/>
              </a:spcAft>
              <a:buFontTx/>
              <a:buNone/>
              <a:defRPr sz="1000">
                <a:solidFill>
                  <a:schemeClr val="tx1"/>
                </a:solidFill>
                <a:latin typeface="+mj-lt"/>
                <a:ea typeface="+mj-lt"/>
                <a:cs typeface="+mj-lt"/>
              </a:defRPr>
            </a:lvl6pPr>
            <a:lvl7pPr marL="0" indent="0" algn="r">
              <a:lnSpc>
                <a:spcPct val="100000"/>
              </a:lnSpc>
              <a:spcAft>
                <a:spcPts val="0"/>
              </a:spcAft>
              <a:buFontTx/>
              <a:buNone/>
              <a:defRPr sz="1000">
                <a:solidFill>
                  <a:schemeClr val="tx1"/>
                </a:solidFill>
                <a:latin typeface="+mj-lt"/>
                <a:ea typeface="+mj-lt"/>
                <a:cs typeface="+mj-lt"/>
              </a:defRPr>
            </a:lvl7pPr>
            <a:lvl8pPr marL="0" indent="0" algn="r">
              <a:lnSpc>
                <a:spcPct val="100000"/>
              </a:lnSpc>
              <a:spcAft>
                <a:spcPts val="0"/>
              </a:spcAft>
              <a:buFontTx/>
              <a:buNone/>
              <a:defRPr sz="1000">
                <a:solidFill>
                  <a:schemeClr val="tx1"/>
                </a:solidFill>
                <a:latin typeface="+mj-lt"/>
                <a:ea typeface="+mj-lt"/>
                <a:cs typeface="+mj-lt"/>
              </a:defRPr>
            </a:lvl8pPr>
            <a:lvl9pPr marL="0" indent="0" algn="r">
              <a:lnSpc>
                <a:spcPct val="100000"/>
              </a:lnSpc>
              <a:spcAft>
                <a:spcPts val="0"/>
              </a:spcAft>
              <a:buFontTx/>
              <a:buNone/>
              <a:defRPr sz="1000">
                <a:solidFill>
                  <a:schemeClr val="tx1"/>
                </a:solidFill>
                <a:latin typeface="+mj-lt"/>
                <a:ea typeface="+mj-lt"/>
                <a:cs typeface="+mj-lt"/>
              </a:defRPr>
            </a:lvl9pPr>
          </a:lstStyle>
          <a:p xmlns:a="http://schemas.openxmlformats.org/drawingml/2006/main">
            <a:pPr lvl="0">
              <a:buNone/>
            </a:pPr>
            <a:r>
              <a:t>Namen hinzufügen</a:t>
            </a:r>
          </a:p>
        </p:txBody>
      </p:sp>
      <p:sp>
        <p:nvSpPr>
          <p:cNvPr id="34" name="Textplatzhalter 32">
            <a:extLst xmlns:a="http://schemas.openxmlformats.org/drawingml/2006/main">
              <a:ext uri="{FF2B5EF4-FFF2-40B4-BE49-F238E27FC236}">
                <a16:creationId xmlns:a16="http://schemas.microsoft.com/office/drawing/2014/main" id="{96F2A617-E1A8-32E7-1143-D425F9306B70}"/>
              </a:ext>
            </a:extLst>
          </p:cNvPr>
          <p:cNvSpPr>
            <a:spLocks xmlns:a="http://schemas.openxmlformats.org/drawingml/2006/main" noGrp="1"/>
          </p:cNvSpPr>
          <p:nvPr>
            <p:ph type="body" idx="15" hasCustomPrompt="1"/>
          </p:nvPr>
        </p:nvSpPr>
        <p:spPr>
          <a:xfrm xmlns:a="http://schemas.openxmlformats.org/drawingml/2006/main">
            <a:off x="695400" y="2134121"/>
            <a:ext cx="1512000" cy="358775"/>
          </a:xfrm>
        </p:spPr>
        <p:txBody>
          <a:bodyPr xmlns:a="http://schemas.openxmlformats.org/drawingml/2006/main" tIns="36000" anchor="t"/>
          <a:lstStyle xmlns:a="http://schemas.openxmlformats.org/drawingml/2006/main">
            <a:lvl1pPr marL="0" indent="0" algn="l">
              <a:lnSpc>
                <a:spcPct val="100000"/>
              </a:lnSpc>
              <a:spcAft>
                <a:spcPts val="0"/>
              </a:spcAft>
              <a:buFontTx/>
              <a:buNone/>
              <a:defRPr sz="1000">
                <a:solidFill>
                  <a:schemeClr val="tx1"/>
                </a:solidFill>
                <a:latin typeface="+mj-lt"/>
                <a:ea typeface="+mj-lt"/>
                <a:cs typeface="+mj-lt"/>
              </a:defRPr>
            </a:lvl1pPr>
            <a:lvl2pPr marL="0" indent="0" algn="l">
              <a:lnSpc>
                <a:spcPct val="100000"/>
              </a:lnSpc>
              <a:spcAft>
                <a:spcPts val="0"/>
              </a:spcAft>
              <a:buFontTx/>
              <a:buNone/>
              <a:defRPr sz="1000">
                <a:solidFill>
                  <a:schemeClr val="tx1"/>
                </a:solidFill>
                <a:latin typeface="+mj-lt"/>
                <a:ea typeface="+mj-lt"/>
                <a:cs typeface="+mj-lt"/>
              </a:defRPr>
            </a:lvl2pPr>
            <a:lvl3pPr marL="0" indent="0" algn="l">
              <a:lnSpc>
                <a:spcPct val="100000"/>
              </a:lnSpc>
              <a:spcAft>
                <a:spcPts val="0"/>
              </a:spcAft>
              <a:buFontTx/>
              <a:buNone/>
              <a:defRPr sz="1000">
                <a:solidFill>
                  <a:schemeClr val="tx1"/>
                </a:solidFill>
                <a:latin typeface="+mj-lt"/>
                <a:ea typeface="+mj-lt"/>
                <a:cs typeface="+mj-lt"/>
              </a:defRPr>
            </a:lvl3pPr>
            <a:lvl4pPr marL="0" indent="0" algn="l">
              <a:lnSpc>
                <a:spcPct val="100000"/>
              </a:lnSpc>
              <a:spcAft>
                <a:spcPts val="0"/>
              </a:spcAft>
              <a:buFontTx/>
              <a:buNone/>
              <a:defRPr sz="1000">
                <a:solidFill>
                  <a:schemeClr val="tx1"/>
                </a:solidFill>
                <a:latin typeface="+mj-lt"/>
                <a:ea typeface="+mj-lt"/>
                <a:cs typeface="+mj-lt"/>
              </a:defRPr>
            </a:lvl4pPr>
            <a:lvl5pPr marL="0" indent="0" algn="l">
              <a:lnSpc>
                <a:spcPct val="100000"/>
              </a:lnSpc>
              <a:spcAft>
                <a:spcPts val="0"/>
              </a:spcAft>
              <a:buFontTx/>
              <a:buNone/>
              <a:defRPr sz="1000">
                <a:solidFill>
                  <a:schemeClr val="tx1"/>
                </a:solidFill>
                <a:latin typeface="+mj-lt"/>
                <a:ea typeface="+mj-lt"/>
                <a:cs typeface="+mj-lt"/>
              </a:defRPr>
            </a:lvl5pPr>
            <a:lvl6pPr marL="0" indent="0" algn="l">
              <a:lnSpc>
                <a:spcPct val="100000"/>
              </a:lnSpc>
              <a:spcAft>
                <a:spcPts val="0"/>
              </a:spcAft>
              <a:buFontTx/>
              <a:buNone/>
              <a:defRPr sz="1000">
                <a:solidFill>
                  <a:schemeClr val="tx1"/>
                </a:solidFill>
                <a:latin typeface="+mj-lt"/>
                <a:ea typeface="+mj-lt"/>
                <a:cs typeface="+mj-lt"/>
              </a:defRPr>
            </a:lvl6pPr>
            <a:lvl7pPr marL="0" indent="0" algn="l">
              <a:lnSpc>
                <a:spcPct val="100000"/>
              </a:lnSpc>
              <a:spcAft>
                <a:spcPts val="0"/>
              </a:spcAft>
              <a:buFontTx/>
              <a:buNone/>
              <a:defRPr sz="1000">
                <a:solidFill>
                  <a:schemeClr val="tx1"/>
                </a:solidFill>
                <a:latin typeface="+mj-lt"/>
                <a:ea typeface="+mj-lt"/>
                <a:cs typeface="+mj-lt"/>
              </a:defRPr>
            </a:lvl7pPr>
            <a:lvl8pPr marL="0" indent="0" algn="l">
              <a:lnSpc>
                <a:spcPct val="100000"/>
              </a:lnSpc>
              <a:spcAft>
                <a:spcPts val="0"/>
              </a:spcAft>
              <a:buFontTx/>
              <a:buNone/>
              <a:defRPr sz="1000">
                <a:solidFill>
                  <a:schemeClr val="tx1"/>
                </a:solidFill>
                <a:latin typeface="+mj-lt"/>
                <a:ea typeface="+mj-lt"/>
                <a:cs typeface="+mj-lt"/>
              </a:defRPr>
            </a:lvl8pPr>
            <a:lvl9pPr marL="0" indent="0" algn="l">
              <a:lnSpc>
                <a:spcPct val="100000"/>
              </a:lnSpc>
              <a:spcAft>
                <a:spcPts val="0"/>
              </a:spcAft>
              <a:buFontTx/>
              <a:buNone/>
              <a:defRPr sz="1000">
                <a:solidFill>
                  <a:schemeClr val="tx1"/>
                </a:solidFill>
                <a:latin typeface="+mj-lt"/>
                <a:ea typeface="+mj-lt"/>
                <a:cs typeface="+mj-lt"/>
              </a:defRPr>
            </a:lvl9pPr>
          </a:lstStyle>
          <a:p xmlns:a="http://schemas.openxmlformats.org/drawingml/2006/main">
            <a:pPr lvl="0">
              <a:buNone/>
            </a:pPr>
            <a:r>
              <a:t>Unternehmensnamen hinzufügen</a:t>
            </a:r>
          </a:p>
        </p:txBody>
      </p:sp>
      <p:sp>
        <p:nvSpPr>
          <p:cNvPr id="44" name="Textplatzhalter 32">
            <a:extLst xmlns:a="http://schemas.openxmlformats.org/drawingml/2006/main">
              <a:ext uri="{FF2B5EF4-FFF2-40B4-BE49-F238E27FC236}">
                <a16:creationId xmlns:a16="http://schemas.microsoft.com/office/drawing/2014/main" id="{29EC36D0-593C-758A-0A7D-C66E72027F85}"/>
              </a:ext>
            </a:extLst>
          </p:cNvPr>
          <p:cNvSpPr>
            <a:spLocks xmlns:a="http://schemas.openxmlformats.org/drawingml/2006/main" noGrp="1"/>
          </p:cNvSpPr>
          <p:nvPr>
            <p:ph type="body" idx="19" hasCustomPrompt="1"/>
          </p:nvPr>
        </p:nvSpPr>
        <p:spPr>
          <a:xfrm xmlns:a="http://schemas.openxmlformats.org/drawingml/2006/main">
            <a:off x="2567403" y="262602"/>
            <a:ext cx="1512000" cy="358775"/>
          </a:xfrm>
        </p:spPr>
        <p:txBody>
          <a:bodyPr xmlns:a="http://schemas.openxmlformats.org/drawingml/2006/main" bIns="36000" anchor="b"/>
          <a:lstStyle xmlns:a="http://schemas.openxmlformats.org/drawingml/2006/main">
            <a:lvl1pPr marL="0" indent="0" algn="r">
              <a:lnSpc>
                <a:spcPct val="100000"/>
              </a:lnSpc>
              <a:spcAft>
                <a:spcPts val="0"/>
              </a:spcAft>
              <a:buFontTx/>
              <a:buNone/>
              <a:defRPr sz="1000">
                <a:solidFill>
                  <a:schemeClr val="tx1"/>
                </a:solidFill>
                <a:latin typeface="+mj-lt"/>
                <a:ea typeface="+mj-lt"/>
                <a:cs typeface="+mj-lt"/>
              </a:defRPr>
            </a:lvl1pPr>
            <a:lvl2pPr marL="0" indent="0" algn="r">
              <a:lnSpc>
                <a:spcPct val="100000"/>
              </a:lnSpc>
              <a:spcAft>
                <a:spcPts val="0"/>
              </a:spcAft>
              <a:buFontTx/>
              <a:buNone/>
              <a:defRPr sz="1000">
                <a:solidFill>
                  <a:schemeClr val="tx1"/>
                </a:solidFill>
                <a:latin typeface="+mj-lt"/>
                <a:ea typeface="+mj-lt"/>
                <a:cs typeface="+mj-lt"/>
              </a:defRPr>
            </a:lvl2pPr>
            <a:lvl3pPr marL="0" indent="0" algn="r">
              <a:lnSpc>
                <a:spcPct val="100000"/>
              </a:lnSpc>
              <a:spcAft>
                <a:spcPts val="0"/>
              </a:spcAft>
              <a:buFontTx/>
              <a:buNone/>
              <a:defRPr sz="1000">
                <a:solidFill>
                  <a:schemeClr val="tx1"/>
                </a:solidFill>
                <a:latin typeface="+mj-lt"/>
                <a:ea typeface="+mj-lt"/>
                <a:cs typeface="+mj-lt"/>
              </a:defRPr>
            </a:lvl3pPr>
            <a:lvl4pPr marL="0" indent="0" algn="r">
              <a:lnSpc>
                <a:spcPct val="100000"/>
              </a:lnSpc>
              <a:spcAft>
                <a:spcPts val="0"/>
              </a:spcAft>
              <a:buFontTx/>
              <a:buNone/>
              <a:defRPr sz="1000">
                <a:solidFill>
                  <a:schemeClr val="tx1"/>
                </a:solidFill>
                <a:latin typeface="+mj-lt"/>
                <a:ea typeface="+mj-lt"/>
                <a:cs typeface="+mj-lt"/>
              </a:defRPr>
            </a:lvl4pPr>
            <a:lvl5pPr marL="0" indent="0" algn="r">
              <a:lnSpc>
                <a:spcPct val="100000"/>
              </a:lnSpc>
              <a:spcAft>
                <a:spcPts val="0"/>
              </a:spcAft>
              <a:buFontTx/>
              <a:buNone/>
              <a:defRPr sz="1000">
                <a:solidFill>
                  <a:schemeClr val="tx1"/>
                </a:solidFill>
                <a:latin typeface="+mj-lt"/>
                <a:ea typeface="+mj-lt"/>
                <a:cs typeface="+mj-lt"/>
              </a:defRPr>
            </a:lvl5pPr>
            <a:lvl6pPr marL="0" indent="0" algn="r">
              <a:lnSpc>
                <a:spcPct val="100000"/>
              </a:lnSpc>
              <a:spcAft>
                <a:spcPts val="0"/>
              </a:spcAft>
              <a:buFontTx/>
              <a:buNone/>
              <a:defRPr sz="1000">
                <a:solidFill>
                  <a:schemeClr val="tx1"/>
                </a:solidFill>
                <a:latin typeface="+mj-lt"/>
                <a:ea typeface="+mj-lt"/>
                <a:cs typeface="+mj-lt"/>
              </a:defRPr>
            </a:lvl6pPr>
            <a:lvl7pPr marL="0" indent="0" algn="r">
              <a:lnSpc>
                <a:spcPct val="100000"/>
              </a:lnSpc>
              <a:spcAft>
                <a:spcPts val="0"/>
              </a:spcAft>
              <a:buFontTx/>
              <a:buNone/>
              <a:defRPr sz="1000">
                <a:solidFill>
                  <a:schemeClr val="tx1"/>
                </a:solidFill>
                <a:latin typeface="+mj-lt"/>
                <a:ea typeface="+mj-lt"/>
                <a:cs typeface="+mj-lt"/>
              </a:defRPr>
            </a:lvl7pPr>
            <a:lvl8pPr marL="0" indent="0" algn="r">
              <a:lnSpc>
                <a:spcPct val="100000"/>
              </a:lnSpc>
              <a:spcAft>
                <a:spcPts val="0"/>
              </a:spcAft>
              <a:buFontTx/>
              <a:buNone/>
              <a:defRPr sz="1000">
                <a:solidFill>
                  <a:schemeClr val="tx1"/>
                </a:solidFill>
                <a:latin typeface="+mj-lt"/>
                <a:ea typeface="+mj-lt"/>
                <a:cs typeface="+mj-lt"/>
              </a:defRPr>
            </a:lvl8pPr>
            <a:lvl9pPr marL="0" indent="0" algn="r">
              <a:lnSpc>
                <a:spcPct val="100000"/>
              </a:lnSpc>
              <a:spcAft>
                <a:spcPts val="0"/>
              </a:spcAft>
              <a:buFontTx/>
              <a:buNone/>
              <a:defRPr sz="1000">
                <a:solidFill>
                  <a:schemeClr val="tx1"/>
                </a:solidFill>
                <a:latin typeface="+mj-lt"/>
                <a:ea typeface="+mj-lt"/>
                <a:cs typeface="+mj-lt"/>
              </a:defRPr>
            </a:lvl9pPr>
          </a:lstStyle>
          <a:p xmlns:a="http://schemas.openxmlformats.org/drawingml/2006/main">
            <a:pPr lvl="0">
              <a:buNone/>
            </a:pPr>
            <a:r>
              <a:t>Namen hinzufügen</a:t>
            </a:r>
          </a:p>
        </p:txBody>
      </p:sp>
      <p:sp>
        <p:nvSpPr>
          <p:cNvPr id="45" name="Textplatzhalter 32">
            <a:extLst xmlns:a="http://schemas.openxmlformats.org/drawingml/2006/main">
              <a:ext uri="{FF2B5EF4-FFF2-40B4-BE49-F238E27FC236}">
                <a16:creationId xmlns:a16="http://schemas.microsoft.com/office/drawing/2014/main" id="{CE283C2C-F95C-540C-4C8C-7E7733786CF6}"/>
              </a:ext>
            </a:extLst>
          </p:cNvPr>
          <p:cNvSpPr>
            <a:spLocks xmlns:a="http://schemas.openxmlformats.org/drawingml/2006/main" noGrp="1"/>
          </p:cNvSpPr>
          <p:nvPr>
            <p:ph type="body" idx="20" hasCustomPrompt="1"/>
          </p:nvPr>
        </p:nvSpPr>
        <p:spPr>
          <a:xfrm xmlns:a="http://schemas.openxmlformats.org/drawingml/2006/main">
            <a:off x="2567403" y="2134121"/>
            <a:ext cx="1512000" cy="358775"/>
          </a:xfrm>
        </p:spPr>
        <p:txBody>
          <a:bodyPr xmlns:a="http://schemas.openxmlformats.org/drawingml/2006/main" tIns="36000" anchor="t"/>
          <a:lstStyle xmlns:a="http://schemas.openxmlformats.org/drawingml/2006/main">
            <a:lvl1pPr marL="0" indent="0" algn="l">
              <a:lnSpc>
                <a:spcPct val="100000"/>
              </a:lnSpc>
              <a:spcAft>
                <a:spcPts val="0"/>
              </a:spcAft>
              <a:buFontTx/>
              <a:buNone/>
              <a:defRPr sz="1000">
                <a:solidFill>
                  <a:schemeClr val="tx1"/>
                </a:solidFill>
                <a:latin typeface="+mj-lt"/>
                <a:ea typeface="+mj-lt"/>
                <a:cs typeface="+mj-lt"/>
              </a:defRPr>
            </a:lvl1pPr>
            <a:lvl2pPr marL="0" indent="0" algn="l">
              <a:lnSpc>
                <a:spcPct val="100000"/>
              </a:lnSpc>
              <a:spcAft>
                <a:spcPts val="0"/>
              </a:spcAft>
              <a:buFontTx/>
              <a:buNone/>
              <a:defRPr sz="1000">
                <a:solidFill>
                  <a:schemeClr val="tx1"/>
                </a:solidFill>
                <a:latin typeface="+mj-lt"/>
                <a:ea typeface="+mj-lt"/>
                <a:cs typeface="+mj-lt"/>
              </a:defRPr>
            </a:lvl2pPr>
            <a:lvl3pPr marL="0" indent="0" algn="l">
              <a:lnSpc>
                <a:spcPct val="100000"/>
              </a:lnSpc>
              <a:spcAft>
                <a:spcPts val="0"/>
              </a:spcAft>
              <a:buFontTx/>
              <a:buNone/>
              <a:defRPr sz="1000">
                <a:solidFill>
                  <a:schemeClr val="tx1"/>
                </a:solidFill>
                <a:latin typeface="+mj-lt"/>
                <a:ea typeface="+mj-lt"/>
                <a:cs typeface="+mj-lt"/>
              </a:defRPr>
            </a:lvl3pPr>
            <a:lvl4pPr marL="0" indent="0" algn="l">
              <a:lnSpc>
                <a:spcPct val="100000"/>
              </a:lnSpc>
              <a:spcAft>
                <a:spcPts val="0"/>
              </a:spcAft>
              <a:buFontTx/>
              <a:buNone/>
              <a:defRPr sz="1000">
                <a:solidFill>
                  <a:schemeClr val="tx1"/>
                </a:solidFill>
                <a:latin typeface="+mj-lt"/>
                <a:ea typeface="+mj-lt"/>
                <a:cs typeface="+mj-lt"/>
              </a:defRPr>
            </a:lvl4pPr>
            <a:lvl5pPr marL="0" indent="0" algn="l">
              <a:lnSpc>
                <a:spcPct val="100000"/>
              </a:lnSpc>
              <a:spcAft>
                <a:spcPts val="0"/>
              </a:spcAft>
              <a:buFontTx/>
              <a:buNone/>
              <a:defRPr sz="1000">
                <a:solidFill>
                  <a:schemeClr val="tx1"/>
                </a:solidFill>
                <a:latin typeface="+mj-lt"/>
                <a:ea typeface="+mj-lt"/>
                <a:cs typeface="+mj-lt"/>
              </a:defRPr>
            </a:lvl5pPr>
            <a:lvl6pPr marL="0" indent="0" algn="l">
              <a:lnSpc>
                <a:spcPct val="100000"/>
              </a:lnSpc>
              <a:spcAft>
                <a:spcPts val="0"/>
              </a:spcAft>
              <a:buFontTx/>
              <a:buNone/>
              <a:defRPr sz="1000">
                <a:solidFill>
                  <a:schemeClr val="tx1"/>
                </a:solidFill>
                <a:latin typeface="+mj-lt"/>
                <a:ea typeface="+mj-lt"/>
                <a:cs typeface="+mj-lt"/>
              </a:defRPr>
            </a:lvl6pPr>
            <a:lvl7pPr marL="0" indent="0" algn="l">
              <a:lnSpc>
                <a:spcPct val="100000"/>
              </a:lnSpc>
              <a:spcAft>
                <a:spcPts val="0"/>
              </a:spcAft>
              <a:buFontTx/>
              <a:buNone/>
              <a:defRPr sz="1000">
                <a:solidFill>
                  <a:schemeClr val="tx1"/>
                </a:solidFill>
                <a:latin typeface="+mj-lt"/>
                <a:ea typeface="+mj-lt"/>
                <a:cs typeface="+mj-lt"/>
              </a:defRPr>
            </a:lvl7pPr>
            <a:lvl8pPr marL="0" indent="0" algn="l">
              <a:lnSpc>
                <a:spcPct val="100000"/>
              </a:lnSpc>
              <a:spcAft>
                <a:spcPts val="0"/>
              </a:spcAft>
              <a:buFontTx/>
              <a:buNone/>
              <a:defRPr sz="1000">
                <a:solidFill>
                  <a:schemeClr val="tx1"/>
                </a:solidFill>
                <a:latin typeface="+mj-lt"/>
                <a:ea typeface="+mj-lt"/>
                <a:cs typeface="+mj-lt"/>
              </a:defRPr>
            </a:lvl8pPr>
            <a:lvl9pPr marL="0" indent="0" algn="l">
              <a:lnSpc>
                <a:spcPct val="100000"/>
              </a:lnSpc>
              <a:spcAft>
                <a:spcPts val="0"/>
              </a:spcAft>
              <a:buFontTx/>
              <a:buNone/>
              <a:defRPr sz="1000">
                <a:solidFill>
                  <a:schemeClr val="tx1"/>
                </a:solidFill>
                <a:latin typeface="+mj-lt"/>
                <a:ea typeface="+mj-lt"/>
                <a:cs typeface="+mj-lt"/>
              </a:defRPr>
            </a:lvl9pPr>
          </a:lstStyle>
          <a:p xmlns:a="http://schemas.openxmlformats.org/drawingml/2006/main">
            <a:pPr lvl="0">
              <a:buNone/>
            </a:pPr>
            <a:r>
              <a:t>Unternehmensnamen hinzufügen</a:t>
            </a:r>
          </a:p>
        </p:txBody>
      </p:sp>
      <p:sp>
        <p:nvSpPr>
          <p:cNvPr id="46" name="Textplatzhalter 32">
            <a:extLst xmlns:a="http://schemas.openxmlformats.org/drawingml/2006/main">
              <a:ext uri="{FF2B5EF4-FFF2-40B4-BE49-F238E27FC236}">
                <a16:creationId xmlns:a16="http://schemas.microsoft.com/office/drawing/2014/main" id="{BF303DF8-A828-55FC-72EF-60E47357CB15}"/>
              </a:ext>
            </a:extLst>
          </p:cNvPr>
          <p:cNvSpPr>
            <a:spLocks xmlns:a="http://schemas.openxmlformats.org/drawingml/2006/main" noGrp="1"/>
          </p:cNvSpPr>
          <p:nvPr>
            <p:ph type="body" idx="21" hasCustomPrompt="1"/>
          </p:nvPr>
        </p:nvSpPr>
        <p:spPr>
          <a:xfrm xmlns:a="http://schemas.openxmlformats.org/drawingml/2006/main">
            <a:off x="4437761" y="262602"/>
            <a:ext cx="1512000" cy="358775"/>
          </a:xfrm>
        </p:spPr>
        <p:txBody>
          <a:bodyPr xmlns:a="http://schemas.openxmlformats.org/drawingml/2006/main" bIns="36000" anchor="b"/>
          <a:lstStyle xmlns:a="http://schemas.openxmlformats.org/drawingml/2006/main">
            <a:lvl1pPr marL="0" indent="0" algn="r">
              <a:lnSpc>
                <a:spcPct val="100000"/>
              </a:lnSpc>
              <a:spcAft>
                <a:spcPts val="0"/>
              </a:spcAft>
              <a:buFontTx/>
              <a:buNone/>
              <a:defRPr sz="1000">
                <a:solidFill>
                  <a:schemeClr val="tx1"/>
                </a:solidFill>
                <a:latin typeface="+mj-lt"/>
                <a:ea typeface="+mj-lt"/>
                <a:cs typeface="+mj-lt"/>
              </a:defRPr>
            </a:lvl1pPr>
            <a:lvl2pPr marL="0" indent="0" algn="r">
              <a:lnSpc>
                <a:spcPct val="100000"/>
              </a:lnSpc>
              <a:spcAft>
                <a:spcPts val="0"/>
              </a:spcAft>
              <a:buFontTx/>
              <a:buNone/>
              <a:defRPr sz="1000">
                <a:solidFill>
                  <a:schemeClr val="tx1"/>
                </a:solidFill>
                <a:latin typeface="+mj-lt"/>
                <a:ea typeface="+mj-lt"/>
                <a:cs typeface="+mj-lt"/>
              </a:defRPr>
            </a:lvl2pPr>
            <a:lvl3pPr marL="0" indent="0" algn="r">
              <a:lnSpc>
                <a:spcPct val="100000"/>
              </a:lnSpc>
              <a:spcAft>
                <a:spcPts val="0"/>
              </a:spcAft>
              <a:buFontTx/>
              <a:buNone/>
              <a:defRPr sz="1000">
                <a:solidFill>
                  <a:schemeClr val="tx1"/>
                </a:solidFill>
                <a:latin typeface="+mj-lt"/>
                <a:ea typeface="+mj-lt"/>
                <a:cs typeface="+mj-lt"/>
              </a:defRPr>
            </a:lvl3pPr>
            <a:lvl4pPr marL="0" indent="0" algn="r">
              <a:lnSpc>
                <a:spcPct val="100000"/>
              </a:lnSpc>
              <a:spcAft>
                <a:spcPts val="0"/>
              </a:spcAft>
              <a:buFontTx/>
              <a:buNone/>
              <a:defRPr sz="1000">
                <a:solidFill>
                  <a:schemeClr val="tx1"/>
                </a:solidFill>
                <a:latin typeface="+mj-lt"/>
                <a:ea typeface="+mj-lt"/>
                <a:cs typeface="+mj-lt"/>
              </a:defRPr>
            </a:lvl4pPr>
            <a:lvl5pPr marL="0" indent="0" algn="r">
              <a:lnSpc>
                <a:spcPct val="100000"/>
              </a:lnSpc>
              <a:spcAft>
                <a:spcPts val="0"/>
              </a:spcAft>
              <a:buFontTx/>
              <a:buNone/>
              <a:defRPr sz="1000">
                <a:solidFill>
                  <a:schemeClr val="tx1"/>
                </a:solidFill>
                <a:latin typeface="+mj-lt"/>
                <a:ea typeface="+mj-lt"/>
                <a:cs typeface="+mj-lt"/>
              </a:defRPr>
            </a:lvl5pPr>
            <a:lvl6pPr marL="0" indent="0" algn="r">
              <a:lnSpc>
                <a:spcPct val="100000"/>
              </a:lnSpc>
              <a:spcAft>
                <a:spcPts val="0"/>
              </a:spcAft>
              <a:buFontTx/>
              <a:buNone/>
              <a:defRPr sz="1000">
                <a:solidFill>
                  <a:schemeClr val="tx1"/>
                </a:solidFill>
                <a:latin typeface="+mj-lt"/>
                <a:ea typeface="+mj-lt"/>
                <a:cs typeface="+mj-lt"/>
              </a:defRPr>
            </a:lvl6pPr>
            <a:lvl7pPr marL="0" indent="0" algn="r">
              <a:lnSpc>
                <a:spcPct val="100000"/>
              </a:lnSpc>
              <a:spcAft>
                <a:spcPts val="0"/>
              </a:spcAft>
              <a:buFontTx/>
              <a:buNone/>
              <a:defRPr sz="1000">
                <a:solidFill>
                  <a:schemeClr val="tx1"/>
                </a:solidFill>
                <a:latin typeface="+mj-lt"/>
                <a:ea typeface="+mj-lt"/>
                <a:cs typeface="+mj-lt"/>
              </a:defRPr>
            </a:lvl7pPr>
            <a:lvl8pPr marL="0" indent="0" algn="r">
              <a:lnSpc>
                <a:spcPct val="100000"/>
              </a:lnSpc>
              <a:spcAft>
                <a:spcPts val="0"/>
              </a:spcAft>
              <a:buFontTx/>
              <a:buNone/>
              <a:defRPr sz="1000">
                <a:solidFill>
                  <a:schemeClr val="tx1"/>
                </a:solidFill>
                <a:latin typeface="+mj-lt"/>
                <a:ea typeface="+mj-lt"/>
                <a:cs typeface="+mj-lt"/>
              </a:defRPr>
            </a:lvl8pPr>
            <a:lvl9pPr marL="0" indent="0" algn="r">
              <a:lnSpc>
                <a:spcPct val="100000"/>
              </a:lnSpc>
              <a:spcAft>
                <a:spcPts val="0"/>
              </a:spcAft>
              <a:buFontTx/>
              <a:buNone/>
              <a:defRPr sz="1000">
                <a:solidFill>
                  <a:schemeClr val="tx1"/>
                </a:solidFill>
                <a:latin typeface="+mj-lt"/>
                <a:ea typeface="+mj-lt"/>
                <a:cs typeface="+mj-lt"/>
              </a:defRPr>
            </a:lvl9pPr>
          </a:lstStyle>
          <a:p xmlns:a="http://schemas.openxmlformats.org/drawingml/2006/main">
            <a:pPr lvl="0">
              <a:buNone/>
            </a:pPr>
            <a:r>
              <a:t>Namen hinzufügen</a:t>
            </a:r>
          </a:p>
        </p:txBody>
      </p:sp>
      <p:sp>
        <p:nvSpPr>
          <p:cNvPr id="47" name="Textplatzhalter 32">
            <a:extLst xmlns:a="http://schemas.openxmlformats.org/drawingml/2006/main">
              <a:ext uri="{FF2B5EF4-FFF2-40B4-BE49-F238E27FC236}">
                <a16:creationId xmlns:a16="http://schemas.microsoft.com/office/drawing/2014/main" id="{9962C797-C95F-21F2-2844-301AF949E895}"/>
              </a:ext>
            </a:extLst>
          </p:cNvPr>
          <p:cNvSpPr>
            <a:spLocks xmlns:a="http://schemas.openxmlformats.org/drawingml/2006/main" noGrp="1"/>
          </p:cNvSpPr>
          <p:nvPr>
            <p:ph type="body" idx="22" hasCustomPrompt="1"/>
          </p:nvPr>
        </p:nvSpPr>
        <p:spPr>
          <a:xfrm xmlns:a="http://schemas.openxmlformats.org/drawingml/2006/main">
            <a:off x="4437761" y="2134121"/>
            <a:ext cx="1512000" cy="358775"/>
          </a:xfrm>
        </p:spPr>
        <p:txBody>
          <a:bodyPr xmlns:a="http://schemas.openxmlformats.org/drawingml/2006/main" tIns="36000" anchor="t"/>
          <a:lstStyle xmlns:a="http://schemas.openxmlformats.org/drawingml/2006/main">
            <a:lvl1pPr marL="0" indent="0" algn="l">
              <a:lnSpc>
                <a:spcPct val="100000"/>
              </a:lnSpc>
              <a:spcAft>
                <a:spcPts val="0"/>
              </a:spcAft>
              <a:buFontTx/>
              <a:buNone/>
              <a:defRPr sz="1000">
                <a:solidFill>
                  <a:schemeClr val="tx1"/>
                </a:solidFill>
                <a:latin typeface="+mj-lt"/>
                <a:ea typeface="+mj-lt"/>
                <a:cs typeface="+mj-lt"/>
              </a:defRPr>
            </a:lvl1pPr>
            <a:lvl2pPr marL="0" indent="0" algn="l">
              <a:lnSpc>
                <a:spcPct val="100000"/>
              </a:lnSpc>
              <a:spcAft>
                <a:spcPts val="0"/>
              </a:spcAft>
              <a:buFontTx/>
              <a:buNone/>
              <a:defRPr sz="1000">
                <a:solidFill>
                  <a:schemeClr val="tx1"/>
                </a:solidFill>
                <a:latin typeface="+mj-lt"/>
                <a:ea typeface="+mj-lt"/>
                <a:cs typeface="+mj-lt"/>
              </a:defRPr>
            </a:lvl2pPr>
            <a:lvl3pPr marL="0" indent="0" algn="l">
              <a:lnSpc>
                <a:spcPct val="100000"/>
              </a:lnSpc>
              <a:spcAft>
                <a:spcPts val="0"/>
              </a:spcAft>
              <a:buFontTx/>
              <a:buNone/>
              <a:defRPr sz="1000">
                <a:solidFill>
                  <a:schemeClr val="tx1"/>
                </a:solidFill>
                <a:latin typeface="+mj-lt"/>
                <a:ea typeface="+mj-lt"/>
                <a:cs typeface="+mj-lt"/>
              </a:defRPr>
            </a:lvl3pPr>
            <a:lvl4pPr marL="0" indent="0" algn="l">
              <a:lnSpc>
                <a:spcPct val="100000"/>
              </a:lnSpc>
              <a:spcAft>
                <a:spcPts val="0"/>
              </a:spcAft>
              <a:buFontTx/>
              <a:buNone/>
              <a:defRPr sz="1000">
                <a:solidFill>
                  <a:schemeClr val="tx1"/>
                </a:solidFill>
                <a:latin typeface="+mj-lt"/>
                <a:ea typeface="+mj-lt"/>
                <a:cs typeface="+mj-lt"/>
              </a:defRPr>
            </a:lvl4pPr>
            <a:lvl5pPr marL="0" indent="0" algn="l">
              <a:lnSpc>
                <a:spcPct val="100000"/>
              </a:lnSpc>
              <a:spcAft>
                <a:spcPts val="0"/>
              </a:spcAft>
              <a:buFontTx/>
              <a:buNone/>
              <a:defRPr sz="1000">
                <a:solidFill>
                  <a:schemeClr val="tx1"/>
                </a:solidFill>
                <a:latin typeface="+mj-lt"/>
                <a:ea typeface="+mj-lt"/>
                <a:cs typeface="+mj-lt"/>
              </a:defRPr>
            </a:lvl5pPr>
            <a:lvl6pPr marL="0" indent="0" algn="l">
              <a:lnSpc>
                <a:spcPct val="100000"/>
              </a:lnSpc>
              <a:spcAft>
                <a:spcPts val="0"/>
              </a:spcAft>
              <a:buFontTx/>
              <a:buNone/>
              <a:defRPr sz="1000">
                <a:solidFill>
                  <a:schemeClr val="tx1"/>
                </a:solidFill>
                <a:latin typeface="+mj-lt"/>
                <a:ea typeface="+mj-lt"/>
                <a:cs typeface="+mj-lt"/>
              </a:defRPr>
            </a:lvl6pPr>
            <a:lvl7pPr marL="0" indent="0" algn="l">
              <a:lnSpc>
                <a:spcPct val="100000"/>
              </a:lnSpc>
              <a:spcAft>
                <a:spcPts val="0"/>
              </a:spcAft>
              <a:buFontTx/>
              <a:buNone/>
              <a:defRPr sz="1000">
                <a:solidFill>
                  <a:schemeClr val="tx1"/>
                </a:solidFill>
                <a:latin typeface="+mj-lt"/>
                <a:ea typeface="+mj-lt"/>
                <a:cs typeface="+mj-lt"/>
              </a:defRPr>
            </a:lvl7pPr>
            <a:lvl8pPr marL="0" indent="0" algn="l">
              <a:lnSpc>
                <a:spcPct val="100000"/>
              </a:lnSpc>
              <a:spcAft>
                <a:spcPts val="0"/>
              </a:spcAft>
              <a:buFontTx/>
              <a:buNone/>
              <a:defRPr sz="1000">
                <a:solidFill>
                  <a:schemeClr val="tx1"/>
                </a:solidFill>
                <a:latin typeface="+mj-lt"/>
                <a:ea typeface="+mj-lt"/>
                <a:cs typeface="+mj-lt"/>
              </a:defRPr>
            </a:lvl8pPr>
            <a:lvl9pPr marL="0" indent="0" algn="l">
              <a:lnSpc>
                <a:spcPct val="100000"/>
              </a:lnSpc>
              <a:spcAft>
                <a:spcPts val="0"/>
              </a:spcAft>
              <a:buFontTx/>
              <a:buNone/>
              <a:defRPr sz="1000">
                <a:solidFill>
                  <a:schemeClr val="tx1"/>
                </a:solidFill>
                <a:latin typeface="+mj-lt"/>
                <a:ea typeface="+mj-lt"/>
                <a:cs typeface="+mj-lt"/>
              </a:defRPr>
            </a:lvl9pPr>
          </a:lstStyle>
          <a:p xmlns:a="http://schemas.openxmlformats.org/drawingml/2006/main">
            <a:pPr lvl="0">
              <a:buNone/>
            </a:pPr>
            <a:r>
              <a:t>Unternehmensnamen hinzufügen</a:t>
            </a:r>
          </a:p>
        </p:txBody>
      </p:sp>
      <p:sp>
        <p:nvSpPr>
          <p:cNvPr id="20" name="Bildplatzhalter 19">
            <a:extLst xmlns:a="http://schemas.openxmlformats.org/drawingml/2006/main">
              <a:ext uri="{FF2B5EF4-FFF2-40B4-BE49-F238E27FC236}">
                <a16:creationId xmlns:a16="http://schemas.microsoft.com/office/drawing/2014/main" id="{BEBF1EAB-F6A5-2974-1C87-1914552D956B}"/>
              </a:ext>
            </a:extLst>
          </p:cNvPr>
          <p:cNvSpPr>
            <a:spLocks xmlns:a="http://schemas.openxmlformats.org/drawingml/2006/main" noGrp="1"/>
          </p:cNvSpPr>
          <p:nvPr>
            <p:ph type="pic" idx="11"/>
          </p:nvPr>
        </p:nvSpPr>
        <p:spPr>
          <a:xfrm xmlns:a="http://schemas.openxmlformats.org/drawingml/2006/main">
            <a:off x="0" y="0"/>
            <a:ext cx="12196800" cy="645318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lgn="ctr">
              <a:buNone/>
              <a:tabLst>
                <a:tab pos="7715250" algn="l"/>
              </a:tabLst>
              <a:defRPr sz="800">
                <a:noFill/>
              </a:defRPr>
            </a:lvl1pPr>
          </a:lstStyle>
          <a:p xmlns:a="http://schemas.openxmlformats.org/drawingml/2006/main">
            <a:r>
              <a:t>Bild durch Klicken auf Symbol hinzufügen</a:t>
            </a:r>
            <a:endParaRPr/>
          </a:p>
        </p:txBody>
      </p:sp>
      <p:sp>
        <p:nvSpPr>
          <p:cNvPr id="40" name="Bildplatzhalter 39">
            <a:extLst xmlns:a="http://schemas.openxmlformats.org/drawingml/2006/main">
              <a:ext uri="{FF2B5EF4-FFF2-40B4-BE49-F238E27FC236}">
                <a16:creationId xmlns:a16="http://schemas.microsoft.com/office/drawing/2014/main" id="{B112ABFA-2042-F798-7F9B-DB09D04BB468}"/>
              </a:ext>
            </a:extLst>
          </p:cNvPr>
          <p:cNvSpPr>
            <a:spLocks xmlns:a="http://schemas.openxmlformats.org/drawingml/2006/main" noGrp="1"/>
          </p:cNvSpPr>
          <p:nvPr>
            <p:ph type="pic" idx="16"/>
          </p:nvPr>
        </p:nvSpPr>
        <p:spPr>
          <a:xfrm xmlns:a="http://schemas.openxmlformats.org/drawingml/2006/main">
            <a:off x="695400" y="620688"/>
            <a:ext cx="1512000" cy="1512000"/>
          </a:xfrm>
          <a:prstGeom xmlns:a="http://schemas.openxmlformats.org/drawingml/2006/main" prst="round2DiagRect">
            <a:avLst/>
          </a:prstGeom>
          <a:noFill xmlns:a="http://schemas.openxmlformats.org/drawingml/2006/main"/>
          <a:ln xmlns:a="http://schemas.openxmlformats.org/drawingml/2006/main">
            <a:solidFill>
              <a:schemeClr val="bg1"/>
            </a:solidFill>
          </a:ln>
        </p:spPr>
        <p:txBody>
          <a:bodyPr xmlns:a="http://schemas.openxmlformats.org/drawingml/2006/main" vert="horz" lIns="0" tIns="0" rIns="0" bIns="0">
            <a:noAutofit/>
          </a:bodyPr>
          <a:lstStyle xmlns:a="http://schemas.openxmlformats.org/drawingml/2006/main">
            <a:lvl1pPr>
              <a:buNone/>
              <a:defRPr sz="800">
                <a:noFill/>
              </a:defRPr>
            </a:lvl1pPr>
          </a:lstStyle>
          <a:p xmlns:a="http://schemas.openxmlformats.org/drawingml/2006/main">
            <a:pPr lvl="0" algn="ctr">
              <a:buNone/>
              <a:tabLst>
                <a:tab pos="7715250" algn="l"/>
              </a:tabLst>
            </a:pPr>
            <a:r>
              <a:t>Bild durch Klicken auf Symbol hinzufügen</a:t>
            </a:r>
            <a:endParaRPr/>
          </a:p>
        </p:txBody>
      </p:sp>
      <p:sp>
        <p:nvSpPr>
          <p:cNvPr id="42" name="Bildplatzhalter 39">
            <a:extLst xmlns:a="http://schemas.openxmlformats.org/drawingml/2006/main">
              <a:ext uri="{FF2B5EF4-FFF2-40B4-BE49-F238E27FC236}">
                <a16:creationId xmlns:a16="http://schemas.microsoft.com/office/drawing/2014/main" id="{7DEF1401-3FF0-DEF1-C855-A13FFFB36FEF}"/>
              </a:ext>
            </a:extLst>
          </p:cNvPr>
          <p:cNvSpPr>
            <a:spLocks xmlns:a="http://schemas.openxmlformats.org/drawingml/2006/main" noGrp="1"/>
          </p:cNvSpPr>
          <p:nvPr>
            <p:ph type="pic" idx="17"/>
          </p:nvPr>
        </p:nvSpPr>
        <p:spPr>
          <a:xfrm xmlns:a="http://schemas.openxmlformats.org/drawingml/2006/main">
            <a:off x="2567403" y="620688"/>
            <a:ext cx="1512000" cy="1512000"/>
          </a:xfrm>
          <a:prstGeom xmlns:a="http://schemas.openxmlformats.org/drawingml/2006/main" prst="round2DiagRect">
            <a:avLst/>
          </a:prstGeom>
          <a:noFill xmlns:a="http://schemas.openxmlformats.org/drawingml/2006/main"/>
          <a:ln xmlns:a="http://schemas.openxmlformats.org/drawingml/2006/main">
            <a:solidFill>
              <a:schemeClr val="bg1"/>
            </a:solidFill>
          </a:ln>
        </p:spPr>
        <p:txBody>
          <a:bodyPr xmlns:a="http://schemas.openxmlformats.org/drawingml/2006/main" vert="horz" lIns="0" tIns="0" rIns="0" bIns="0">
            <a:noAutofit/>
          </a:bodyPr>
          <a:lstStyle xmlns:a="http://schemas.openxmlformats.org/drawingml/2006/main">
            <a:lvl1pPr>
              <a:buNone/>
              <a:defRPr sz="800">
                <a:noFill/>
              </a:defRPr>
            </a:lvl1pPr>
          </a:lstStyle>
          <a:p xmlns:a="http://schemas.openxmlformats.org/drawingml/2006/main">
            <a:pPr lvl="0" algn="ctr">
              <a:buNone/>
              <a:tabLst>
                <a:tab pos="7715250" algn="l"/>
              </a:tabLst>
            </a:pPr>
            <a:r>
              <a:t>Bild durch Klicken auf Symbol hinzufügen</a:t>
            </a:r>
            <a:endParaRPr/>
          </a:p>
        </p:txBody>
      </p:sp>
      <p:sp>
        <p:nvSpPr>
          <p:cNvPr id="43" name="Bildplatzhalter 39">
            <a:extLst xmlns:a="http://schemas.openxmlformats.org/drawingml/2006/main">
              <a:ext uri="{FF2B5EF4-FFF2-40B4-BE49-F238E27FC236}">
                <a16:creationId xmlns:a16="http://schemas.microsoft.com/office/drawing/2014/main" id="{84459BBE-6637-4876-73FF-919792576FB2}"/>
              </a:ext>
            </a:extLst>
          </p:cNvPr>
          <p:cNvSpPr>
            <a:spLocks xmlns:a="http://schemas.openxmlformats.org/drawingml/2006/main" noGrp="1"/>
          </p:cNvSpPr>
          <p:nvPr>
            <p:ph type="pic" idx="18"/>
          </p:nvPr>
        </p:nvSpPr>
        <p:spPr>
          <a:xfrm xmlns:a="http://schemas.openxmlformats.org/drawingml/2006/main">
            <a:off x="4437761" y="620688"/>
            <a:ext cx="1512000" cy="1512000"/>
          </a:xfrm>
          <a:prstGeom xmlns:a="http://schemas.openxmlformats.org/drawingml/2006/main" prst="round2DiagRect">
            <a:avLst/>
          </a:prstGeom>
          <a:noFill xmlns:a="http://schemas.openxmlformats.org/drawingml/2006/main"/>
          <a:ln xmlns:a="http://schemas.openxmlformats.org/drawingml/2006/main">
            <a:solidFill>
              <a:schemeClr val="bg1"/>
            </a:solidFill>
          </a:ln>
        </p:spPr>
        <p:txBody>
          <a:bodyPr xmlns:a="http://schemas.openxmlformats.org/drawingml/2006/main" vert="horz" lIns="0" tIns="0" rIns="0" bIns="0">
            <a:noAutofit/>
          </a:bodyPr>
          <a:lstStyle xmlns:a="http://schemas.openxmlformats.org/drawingml/2006/main">
            <a:lvl1pPr>
              <a:buNone/>
              <a:defRPr sz="800">
                <a:noFill/>
              </a:defRPr>
            </a:lvl1pPr>
          </a:lstStyle>
          <a:p xmlns:a="http://schemas.openxmlformats.org/drawingml/2006/main">
            <a:pPr lvl="0" algn="ctr">
              <a:buNone/>
              <a:tabLst>
                <a:tab pos="7715250" algn="l"/>
              </a:tabLst>
            </a:pPr>
            <a:r>
              <a:t>Bild durch Klicken auf Symbol hinzufügen</a:t>
            </a:r>
            <a:endParaRPr/>
          </a:p>
        </p:txBody>
      </p:sp>
      <p:sp>
        <p:nvSpPr>
          <p:cNvPr id="7" name="Datumsplatzhalter 14">
            <a:extLst xmlns:a="http://schemas.openxmlformats.org/drawingml/2006/main">
              <a:ext uri="{FF2B5EF4-FFF2-40B4-BE49-F238E27FC236}">
                <a16:creationId xmlns:a16="http://schemas.microsoft.com/office/drawing/2014/main" id="{A7532C30-7F87-D2E4-266E-F510AABD79E1}"/>
              </a:ext>
            </a:extLst>
          </p:cNvPr>
          <p:cNvSpPr>
            <a:spLocks xmlns:a="http://schemas.openxmlformats.org/drawingml/2006/main" noGrp="1"/>
          </p:cNvSpPr>
          <p:nvPr>
            <p:ph type="dt" idx="28"/>
          </p:nvPr>
        </p:nvSpPr>
        <p:spPr>
          <a:xfrm xmlns:a="http://schemas.openxmlformats.org/drawingml/2006/main">
            <a:off x="1199456" y="6573600"/>
            <a:ext cx="1944000" cy="144000"/>
          </a:xfrm>
        </p:spPr>
        <p:txBody>
          <a:bodyPr xmlns:a="http://schemas.openxmlformats.org/drawingml/2006/main"/>
          <a:lstStyle xmlns:a="http://schemas.openxmlformats.org/drawingml/2006/main"/>
          <a:p xmlns:a="http://schemas.openxmlformats.org/drawingml/2006/main">
            <a:r>
              <a:t>Intern, TT.MM.JJJJ</a:t>
            </a:r>
            <a:endParaRPr sz="800"/>
          </a:p>
        </p:txBody>
      </p:sp>
      <p:sp>
        <p:nvSpPr>
          <p:cNvPr id="12" name="Caption">
            <a:extLst xmlns:a="http://schemas.openxmlformats.org/drawingml/2006/main">
              <a:ext uri="{FF2B5EF4-FFF2-40B4-BE49-F238E27FC236}">
                <a16:creationId xmlns:a16="http://schemas.microsoft.com/office/drawing/2014/main" id="{8CD98BF1-7BEA-0F1D-C0D4-CEDBD3C6F5B1}"/>
              </a:ext>
            </a:extLst>
          </p:cNvPr>
          <p:cNvSpPr>
            <a:spLocks xmlns:a="http://schemas.openxmlformats.org/drawingml/2006/main" noGrp="1"/>
          </p:cNvSpPr>
          <p:nvPr/>
        </p:nvSpPr>
        <p:spPr>
          <a:xfrm xmlns:a="http://schemas.openxmlformats.org/drawingml/2006/main">
            <a:off x="262800" y="6573600"/>
            <a:ext cx="864256" cy="144000"/>
          </a:xfrm>
          <a:prstGeom xmlns:a="http://schemas.openxmlformats.org/drawingml/2006/main" prst="rect">
            <a:avLst/>
          </a:prstGeom>
          <a:noFill xmlns:a="http://schemas.openxmlformats.org/drawingml/2006/main"/>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tIns="0" rIns="0" bIns="0" anchor="b"/>
          <a:lstStyle xmlns:a="http://schemas.openxmlformats.org/drawingml/2006/main"/>
          <a:p xmlns:a="http://schemas.openxmlformats.org/drawingml/2006/main">
            <a:pPr lvl="0">
              <a:spcBef>
                <a:spcPts val="300"/>
              </a:spcBef>
              <a:spcAft>
                <a:spcPts val="300"/>
              </a:spcAft>
              <a:buNone/>
              <a:tabLst>
                <a:tab pos="898525" algn="l"/>
              </a:tabLst>
            </a:pPr>
            <a:r>
              <a:rPr sz="800">
                <a:solidFill>
                  <a:srgbClr val="24282C"/>
                </a:solidFill>
                <a:latin typeface="+mn-lt"/>
                <a:ea typeface="+mn-lt"/>
                <a:cs typeface="+mn-lt"/>
              </a:rPr>
              <a:t>Sensitivitätsstufe:</a:t>
            </a:r>
          </a:p>
        </p:txBody>
      </p:sp>
      <p:sp>
        <p:nvSpPr>
          <p:cNvPr id="11" name="Verbund">
            <a:extLst xmlns:a="http://schemas.openxmlformats.org/drawingml/2006/main">
              <a:ext uri="{FF2B5EF4-FFF2-40B4-BE49-F238E27FC236}">
                <a16:creationId xmlns:a16="http://schemas.microsoft.com/office/drawing/2014/main" id="{1019CE53-563D-DC06-0FC1-C8BFF72A7D51}"/>
              </a:ext>
            </a:extLst>
          </p:cNvPr>
          <p:cNvSpPr>
            <a:spLocks xmlns:a="http://schemas.openxmlformats.org/drawingml/2006/main" noGrp="1"/>
          </p:cNvSpPr>
          <p:nvPr/>
        </p:nvSpPr>
        <p:spPr>
          <a:xfrm xmlns:a="http://schemas.openxmlformats.org/drawingml/2006/main">
            <a:off x="9572637" y="6586300"/>
            <a:ext cx="2356011" cy="144000"/>
          </a:xfrm>
          <a:prstGeom xmlns:a="http://schemas.openxmlformats.org/drawingml/2006/main" prst="rect">
            <a:avLst/>
          </a:prstGeom>
          <a:noFill xmlns:a="http://schemas.openxmlformats.org/drawingml/2006/main"/>
        </p:spPr>
        <p:txBody>
          <a:bodyPr xmlns:a="http://schemas.openxmlformats.org/drawingml/2006/main" wrap="square" lIns="0" tIns="0" rIns="0" bIns="0" anchor="b">
            <a:noAutofit/>
          </a:bodyPr>
          <a:lstStyle xmlns:a="http://schemas.openxmlformats.org/drawingml/2006/main"/>
          <a:p xmlns:a="http://schemas.openxmlformats.org/drawingml/2006/main">
            <a:pPr marL="0" marR="0" lvl="0" indent="0" algn="r" defTabSz="914115">
              <a:lnSpc>
                <a:spcPct val="100000"/>
              </a:lnSpc>
              <a:spcBef>
                <a:spcPts val="299"/>
              </a:spcBef>
              <a:spcAft>
                <a:spcPts val="299"/>
              </a:spcAft>
              <a:buClrTx/>
              <a:buSzTx/>
              <a:buFont typeface="Arial"/>
              <a:buNone/>
            </a:pPr>
            <a:r>
              <a:rPr sz="950" b="0" i="0" u="none" cap="none">
                <a:ln>
                  <a:noFill/>
                </a:ln>
                <a:solidFill>
                  <a:srgbClr val="24282C"/>
                </a:solidFill>
                <a:latin typeface="+mj-lt"/>
                <a:ea typeface="+mj-lt"/>
                <a:cs typeface="+mj-lt"/>
              </a:rPr>
              <a:t>Sparkassen-Finanzgruppe</a:t>
            </a:r>
          </a:p>
        </p:txBody>
      </p:sp>
    </p:spTree>
  </p:cSld>
</p:sldLayout>
</file>

<file path=ppt/slideLayouts/slideLayout3.xml><?xml version="1.0" encoding="utf-8"?>
<p:sldLayout xmlns:p="http://schemas.openxmlformats.org/presentationml/2006/main" showMasterSp="0" preserve="1" userDrawn="1">
  <p:cSld name="Titelfolie mit dunklem Bild">
    <p:bg>
      <p:bgPr>
        <a:solidFill xmlns:a="http://schemas.openxmlformats.org/drawingml/2006/main">
          <a:schemeClr val="bg1"/>
        </a:solidFill>
      </p:bgPr>
    </p:bg>
    <p:spTree>
      <p:nvGrpSpPr>
        <p:cNvPr id="1" name=""/>
        <p:cNvGrpSpPr/>
        <p:nvPr/>
      </p:nvGrpSpPr>
      <p:grpSpPr>
        <a:xfrm xmlns:a="http://schemas.openxmlformats.org/drawingml/2006/main"/>
      </p:grpSpPr>
      <p:sp>
        <p:nvSpPr>
          <p:cNvPr id="21" name="Rechteck 20">
            <a:extLst xmlns:a="http://schemas.openxmlformats.org/drawingml/2006/main">
              <a:ext uri="{FF2B5EF4-FFF2-40B4-BE49-F238E27FC236}">
                <a16:creationId xmlns:a16="http://schemas.microsoft.com/office/drawing/2014/main" id="{7BA85389-D42B-9917-C3EB-F81214BDF4AB}"/>
              </a:ext>
            </a:extLst>
          </p:cNvPr>
          <p:cNvSpPr>
            <a:spLocks xmlns:a="http://schemas.openxmlformats.org/drawingml/2006/main" noGrp="1"/>
          </p:cNvSpPr>
          <p:nvPr/>
        </p:nvSpPr>
        <p:spPr>
          <a:xfrm xmlns:a="http://schemas.openxmlformats.org/drawingml/2006/main">
            <a:off x="0" y="0"/>
            <a:ext cx="12192000" cy="6453188"/>
          </a:xfrm>
          <a:prstGeom xmlns:a="http://schemas.openxmlformats.org/drawingml/2006/main" prst="rect">
            <a:avLst/>
          </a:prstGeom>
          <a:solidFill xmlns:a="http://schemas.openxmlformats.org/drawingml/2006/main">
            <a:schemeClr val="tx1"/>
          </a:soli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91440" tIns="45720" rIns="91440" bIns="45720" anchor="t">
            <a:noAutofit/>
          </a:bodyPr>
          <a:lstStyle xmlns:a="http://schemas.openxmlformats.org/drawingml/2006/main"/>
          <a:p xmlns:a="http://schemas.openxmlformats.org/drawingml/2006/main">
            <a:pPr algn="l">
              <a:buClr>
                <a:schemeClr val="bg1"/>
              </a:buClr>
              <a:buNone/>
            </a:pPr>
            <a:endParaRPr>
              <a:solidFill>
                <a:schemeClr val="bg1"/>
              </a:solidFill>
            </a:endParaRPr>
          </a:p>
        </p:txBody>
      </p:sp>
      <p:sp>
        <p:nvSpPr>
          <p:cNvPr id="8" name="Hinweis">
            <a:extLst xmlns:a="http://schemas.openxmlformats.org/drawingml/2006/main">
              <a:ext uri="{FF2B5EF4-FFF2-40B4-BE49-F238E27FC236}">
                <a16:creationId xmlns:a16="http://schemas.microsoft.com/office/drawing/2014/main" id="{15C666AA-7BD8-0A13-A308-CDEDAB0855A1}"/>
              </a:ext>
            </a:extLst>
          </p:cNvPr>
          <p:cNvSpPr>
            <a:spLocks xmlns:a="http://schemas.openxmlformats.org/drawingml/2006/main" noGrp="1"/>
          </p:cNvSpPr>
          <p:nvPr/>
        </p:nvSpPr>
        <p:spPr>
          <a:xfrm xmlns:a="http://schemas.openxmlformats.org/drawingml/2006/main" rot="0" flipH="0" flipV="0">
            <a:off x="12284204" y="0"/>
            <a:ext cx="1944216" cy="3204000"/>
          </a:xfrm>
          <a:prstGeom xmlns:a="http://schemas.openxmlformats.org/drawingml/2006/main" prst="rect">
            <a:avLst/>
          </a:prstGeom>
          <a:solidFill xmlns:a="http://schemas.openxmlformats.org/drawingml/2006/main">
            <a:schemeClr val="bg1"/>
          </a:soli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bIns="108000" anchor="b">
            <a:spAutoFit/>
          </a:bodyPr>
          <a:lstStyle xmlns:a="http://schemas.openxmlformats.org/drawingml/2006/main"/>
          <a:p xmlns:a="http://schemas.openxmlformats.org/drawingml/2006/main">
            <a:pPr marL="0" marR="0" lvl="0" indent="0" algn="l" defTabSz="914115">
              <a:lnSpc>
                <a:spcPct val="110000"/>
              </a:lnSpc>
              <a:spcBef>
                <a:spcPts val="0"/>
              </a:spcBef>
              <a:spcAft>
                <a:spcPts val="600"/>
              </a:spcAft>
              <a:buClrTx/>
              <a:buSzTx/>
              <a:buFont typeface="Arial"/>
              <a:buNone/>
            </a:pPr>
            <a:r>
              <a:rPr sz="1200" b="0" i="0" u="none" cap="none">
                <a:ln>
                  <a:noFill/>
                </a:ln>
                <a:solidFill>
                  <a:srgbClr val="000000"/>
                </a:solidFill>
                <a:latin typeface="Sparkasse Head"/>
                <a:ea typeface="Sparkasse Head"/>
                <a:cs typeface="Sparkasse Head"/>
              </a:rPr>
              <a:t>Bitte beachten:</a:t>
            </a:r>
          </a:p>
          <a:p xmlns:a="http://schemas.openxmlformats.org/drawingml/2006/main">
            <a:pPr marL="0" marR="0" lvl="1" indent="0" algn="l" defTabSz="914115">
              <a:lnSpc>
                <a:spcPct val="110000"/>
              </a:lnSpc>
              <a:spcBef>
                <a:spcPts val="0"/>
              </a:spcBef>
              <a:spcAft>
                <a:spcPts val="600"/>
              </a:spcAft>
              <a:buClrTx/>
              <a:buSzTx/>
              <a:buFont typeface="Arial"/>
              <a:buNone/>
            </a:pPr>
            <a:r>
              <a:rPr sz="1100" b="0" i="0" u="none" cap="none">
                <a:ln>
                  <a:noFill/>
                </a:ln>
                <a:solidFill>
                  <a:srgbClr val="000000"/>
                </a:solidFill>
                <a:latin typeface="Sparkasse Lt"/>
                <a:ea typeface="Sparkasse Lt"/>
                <a:cs typeface="Sparkasse Lt"/>
              </a:rPr>
              <a:t>Damit der Bildplatzhalter </a:t>
            </a:r>
            <a:br/>
            <a:r>
              <a:rPr sz="1100" b="0" i="0" u="none" cap="none">
                <a:ln>
                  <a:noFill/>
                </a:ln>
                <a:solidFill>
                  <a:srgbClr val="000000"/>
                </a:solidFill>
                <a:latin typeface="Sparkasse Lt"/>
                <a:ea typeface="Sparkasse Lt"/>
                <a:cs typeface="Sparkasse Lt"/>
              </a:rPr>
              <a:t>für das Hintergrundbild einfacher </a:t>
            </a:r>
            <a:r>
              <a:rPr sz="1100" b="0" i="0" u="none" cap="none">
                <a:ln>
                  <a:noFill/>
                </a:ln>
                <a:solidFill>
                  <a:srgbClr val="000000"/>
                </a:solidFill>
                <a:latin typeface="Sparkasse Lt"/>
                <a:ea typeface="Sparkasse Lt"/>
                <a:cs typeface="Sparkasse Lt"/>
              </a:rPr>
              <a:t>mithilfe</a:t>
            </a:r>
            <a:r>
              <a:rPr sz="1100" b="0" i="0" u="none" cap="none">
                <a:ln>
                  <a:noFill/>
                </a:ln>
                <a:solidFill>
                  <a:srgbClr val="000000"/>
                </a:solidFill>
                <a:latin typeface="Sparkasse Lt"/>
                <a:ea typeface="Sparkasse Lt"/>
                <a:cs typeface="Sparkasse Lt"/>
              </a:rPr>
              <a:t> des Symbols befüllt werden kann, liegt dieser im Vordergrund der Folie. Wenn Sie das Bild eingesetzt haben, müssen Sie dieses </a:t>
            </a:r>
            <a:r>
              <a:rPr sz="1100" b="0" i="0" u="none" cap="none">
                <a:ln>
                  <a:noFill/>
                </a:ln>
                <a:solidFill>
                  <a:srgbClr val="000000"/>
                </a:solidFill>
                <a:latin typeface="+mj-lt"/>
                <a:ea typeface="+mj-lt"/>
                <a:cs typeface="+mj-lt"/>
              </a:rPr>
              <a:t>in den Hintergrund </a:t>
            </a:r>
            <a:r>
              <a:rPr sz="1100" b="0" i="0" u="none" cap="none">
                <a:ln>
                  <a:noFill/>
                </a:ln>
                <a:solidFill>
                  <a:srgbClr val="000000"/>
                </a:solidFill>
                <a:latin typeface="Sparkasse Lt"/>
                <a:ea typeface="Sparkasse Lt"/>
                <a:cs typeface="Sparkasse Lt"/>
              </a:rPr>
              <a:t>der Folie setzen, damit  die übrigen Elemente sicht- und editierbar werden. Das geht ganz einfach: Bild markieren, Menü „Start“ &gt;  „Anordnen“ &gt; „In den Hintergrund“).</a:t>
            </a:r>
          </a:p>
        </p:txBody>
      </p:sp>
      <p:pic>
        <p:nvPicPr>
          <p:cNvPr id="51" name="Grafik 8"/>
          <p:cNvPicPr>
            <a:picLocks xmlns:a="http://schemas.openxmlformats.org/drawingml/2006/main" noChangeAspect="1"/>
          </p:cNvPicPr>
          <p:nvPr/>
        </p:nvPicPr>
        <p:blipFill>
          <a:blip xmlns:r="http://schemas.openxmlformats.org/officeDocument/2006/relationships" xmlns:a="http://schemas.openxmlformats.org/drawingml/2006/main" r:embed="R4d3ed64ab58d4c6d"/>
          <a:stretch xmlns:a="http://schemas.openxmlformats.org/drawingml/2006/main">
            <a:fillRect l="0" t="0" r="0" b="0"/>
          </a:stretch>
        </p:blipFill>
        <p:spPr>
          <a:xfrm xmlns:a="http://schemas.openxmlformats.org/drawingml/2006/main" rot="0" flipH="0" flipV="0">
            <a:off x="12284420" y="3182801"/>
            <a:ext cx="1944000" cy="2044867"/>
          </a:xfrm>
          <a:prstGeom xmlns:a="http://schemas.openxmlformats.org/drawingml/2006/main" prst="rect">
            <a:avLst/>
          </a:prstGeom>
        </p:spPr>
      </p:pic>
      <p:sp>
        <p:nvSpPr>
          <p:cNvPr id="10" name="Rechteck 9">
            <a:extLst xmlns:a="http://schemas.openxmlformats.org/drawingml/2006/main">
              <a:ext uri="{FF2B5EF4-FFF2-40B4-BE49-F238E27FC236}">
                <a16:creationId xmlns:a16="http://schemas.microsoft.com/office/drawing/2014/main" id="{07EAA8DC-DA88-0089-C5DC-D7C437B27116}"/>
              </a:ext>
            </a:extLst>
          </p:cNvPr>
          <p:cNvSpPr>
            <a:spLocks xmlns:a="http://schemas.openxmlformats.org/drawingml/2006/main" noGrp="1"/>
          </p:cNvSpPr>
          <p:nvPr/>
        </p:nvSpPr>
        <p:spPr>
          <a:xfrm xmlns:a="http://schemas.openxmlformats.org/drawingml/2006/main" rot="0" flipH="0" flipV="0">
            <a:off x="12265536" y="4450561"/>
            <a:ext cx="1967368" cy="280236"/>
          </a:xfrm>
          <a:prstGeom xmlns:a="http://schemas.openxmlformats.org/drawingml/2006/main" prst="rect">
            <a:avLst/>
          </a:prstGeom>
          <a:solidFill xmlns:a="http://schemas.openxmlformats.org/drawingml/2006/main">
            <a:schemeClr val="tx2">
              <a:alpha val="0"/>
            </a:schemeClr>
          </a:solidFill>
          <a:ln xmlns:a="http://schemas.openxmlformats.org/drawingml/2006/main" w="19050">
            <a:solidFill>
              <a:schemeClr val="bg2"/>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300"/>
              </a:spcBef>
              <a:spcAft>
                <a:spcPts val="300"/>
              </a:spcAft>
              <a:buNone/>
            </a:pPr>
            <a:endParaRPr sz="2000">
              <a:solidFill>
                <a:schemeClr val="tx1"/>
              </a:solidFill>
            </a:endParaRPr>
          </a:p>
        </p:txBody>
      </p:sp>
      <p:sp>
        <p:nvSpPr>
          <p:cNvPr id="2" name="Logo">
            <a:extLst xmlns:a="http://schemas.openxmlformats.org/drawingml/2006/main">
              <a:ext uri="{FF2B5EF4-FFF2-40B4-BE49-F238E27FC236}">
                <a16:creationId xmlns:a16="http://schemas.microsoft.com/office/drawing/2014/main" id="{530F08F3-2198-35F1-EC87-B317E9007254}"/>
              </a:ext>
            </a:extLst>
          </p:cNvPr>
          <p:cNvSpPr>
            <a:spLocks xmlns:a="http://schemas.openxmlformats.org/drawingml/2006/main" noGrp="1"/>
          </p:cNvSpPr>
          <p:nvPr>
            <p:ph type="pic" idx="23"/>
          </p:nvPr>
        </p:nvSpPr>
        <p:spPr>
          <a:xfrm xmlns:a="http://schemas.openxmlformats.org/drawingml/2006/main">
            <a:off x="10632504" y="620688"/>
            <a:ext cx="936000" cy="936000"/>
          </a:xfrm>
          <a:prstGeom xmlns:a="http://schemas.openxmlformats.org/drawingml/2006/main" prst="rect">
            <a:avLst/>
          </a:prstGeom>
          <a:blipFill xmlns:a="http://schemas.openxmlformats.org/drawingml/2006/main">
            <a:blip xmlns:r="http://schemas.openxmlformats.org/officeDocument/2006/relationships" r:embed="Rd8bbe4bc7fd94d66">
              <a:extLst>
                <a:ext uri="{96DAC541-7B7A-43D3-8B79-37D633B846F1}">
                  <asvg:svgBlip xmlns:asvg="http://schemas.microsoft.com/office/drawing/2016/SVG/main" r:embed="R8983d19cebff4e91"/>
                </a:ext>
              </a:extLst>
            </a:blip>
            <a:stretch>
              <a:fillRect l="0" t="0" r="0" b="0"/>
            </a:stretch>
          </a:blipFill>
        </p:spPr>
        <p:txBody>
          <a:bodyPr xmlns:a="http://schemas.openxmlformats.org/drawingml/2006/main" vert="horz" lIns="0" tIns="0" rIns="0" bIns="0">
            <a:noAutofit/>
          </a:bodyPr>
          <a:lstStyle xmlns:a="http://schemas.openxmlformats.org/drawingml/2006/main">
            <a:lvl1pPr>
              <a:buNone/>
              <a:defRPr sz="800">
                <a:noFill/>
              </a:defRPr>
            </a:lvl1pPr>
          </a:lstStyle>
          <a:p xmlns:a="http://schemas.openxmlformats.org/drawingml/2006/main">
            <a:pPr lvl="0">
              <a:buNone/>
            </a:pPr>
            <a:r>
              <a:t>Bild durch Klicken auf Symbol hinzufügen</a:t>
            </a:r>
            <a:endParaRPr/>
          </a:p>
        </p:txBody>
      </p:sp>
      <p:sp>
        <p:nvSpPr>
          <p:cNvPr id="4" name="Pattern">
            <a:extLst xmlns:a="http://schemas.openxmlformats.org/drawingml/2006/main">
              <a:ext uri="{FF2B5EF4-FFF2-40B4-BE49-F238E27FC236}">
                <a16:creationId xmlns:a16="http://schemas.microsoft.com/office/drawing/2014/main" id="{4654A1F1-E203-EB73-E521-D5BE42DBD898}"/>
              </a:ext>
            </a:extLst>
          </p:cNvPr>
          <p:cNvSpPr>
            <a:spLocks xmlns:a="http://schemas.openxmlformats.org/drawingml/2006/main" noGrp="1"/>
          </p:cNvSpPr>
          <p:nvPr>
            <p:ph type="pic" idx="24"/>
          </p:nvPr>
        </p:nvSpPr>
        <p:spPr>
          <a:xfrm xmlns:a="http://schemas.openxmlformats.org/drawingml/2006/main">
            <a:off x="0" y="0"/>
            <a:ext cx="6755130" cy="6453188"/>
          </a:xfrm>
          <a:prstGeom xmlns:a="http://schemas.openxmlformats.org/drawingml/2006/main" prst="rect">
            <a:avLst/>
          </a:prstGeom>
          <a:blipFill xmlns:a="http://schemas.openxmlformats.org/drawingml/2006/main">
            <a:blip xmlns:r="http://schemas.openxmlformats.org/officeDocument/2006/relationships" r:embed="R4d3ed64ab58d4c6d">
              <a:extLst>
                <a:ext uri="{96DAC541-7B7A-43D3-8B79-37D633B846F1}">
                  <asvg:svgBlip xmlns:asvg="http://schemas.microsoft.com/office/drawing/2016/SVG/main" r:embed="Rd5335535edf547a1"/>
                </a:ext>
              </a:extLst>
            </a:blip>
            <a:srcRect l="0" t="0" r="0" b="0"/>
            <a:stretch>
              <a:fillRect l="4088" t="2215" r="1054" b="44709"/>
            </a:stretch>
          </a:blipFill>
        </p:spPr>
        <p:txBody>
          <a:bodyPr xmlns:a="http://schemas.openxmlformats.org/drawingml/2006/main" vert="horz" lIns="0" tIns="0" rIns="0" bIns="0">
            <a:noAutofit/>
          </a:bodyPr>
          <a:lstStyle xmlns:a="http://schemas.openxmlformats.org/drawingml/2006/main">
            <a:lvl1pPr>
              <a:buNone/>
              <a:defRPr sz="800">
                <a:noFill/>
              </a:defRPr>
            </a:lvl1pPr>
          </a:lstStyle>
          <a:p xmlns:a="http://schemas.openxmlformats.org/drawingml/2006/main">
            <a:pPr lvl="0">
              <a:buNone/>
            </a:pPr>
            <a:r>
              <a:t>Bild durch Klicken auf Symbol hinzufügen</a:t>
            </a:r>
            <a:endParaRPr/>
          </a:p>
        </p:txBody>
      </p:sp>
      <p:sp>
        <p:nvSpPr>
          <p:cNvPr id="19" name="Titel 18">
            <a:extLst xmlns:a="http://schemas.openxmlformats.org/drawingml/2006/main">
              <a:ext uri="{FF2B5EF4-FFF2-40B4-BE49-F238E27FC236}">
                <a16:creationId xmlns:a16="http://schemas.microsoft.com/office/drawing/2014/main" id="{E7D3A9F3-D62D-9552-A542-D058156411A7}"/>
              </a:ext>
            </a:extLst>
          </p:cNvPr>
          <p:cNvSpPr>
            <a:spLocks xmlns:a="http://schemas.openxmlformats.org/drawingml/2006/main" noGrp="1"/>
          </p:cNvSpPr>
          <p:nvPr>
            <p:ph type="title" idx="0" hasCustomPrompt="1"/>
          </p:nvPr>
        </p:nvSpPr>
        <p:spPr>
          <a:xfrm xmlns:a="http://schemas.openxmlformats.org/drawingml/2006/main">
            <a:off x="-456728" y="3038426"/>
            <a:ext cx="10513541" cy="2695624"/>
          </a:xfrm>
          <a:prstGeom xmlns:a="http://schemas.openxmlformats.org/drawingml/2006/main" prst="round2DiagRect">
            <a:avLst>
              <a:gd name="adj1" fmla="val 14440"/>
              <a:gd name="adj2" fmla="val 0"/>
            </a:avLst>
          </a:prstGeom>
          <a:gradFill xmlns:a="http://schemas.openxmlformats.org/drawingml/2006/main">
            <a:gsLst>
              <a:gs pos="0">
                <a:schemeClr val="bg1">
                  <a:alpha val="40000"/>
                </a:schemeClr>
              </a:gs>
              <a:gs pos="32000">
                <a:schemeClr val="bg1"/>
              </a:gs>
            </a:gsLst>
            <a:lin ang="13200000" scaled="0"/>
          </a:gradFill>
        </p:spPr>
        <p:txBody>
          <a:bodyPr xmlns:a="http://schemas.openxmlformats.org/drawingml/2006/main" wrap="square" lIns="1044000" tIns="216000" rIns="720000" bIns="792000" anchor="b">
            <a:spAutoFit/>
          </a:bodyPr>
          <a:lstStyle xmlns:a="http://schemas.openxmlformats.org/drawingml/2006/main">
            <a:lvl1pPr>
              <a:buNone/>
              <a:defRPr sz="5000">
                <a:solidFill>
                  <a:srgbClr val="FF0000"/>
                </a:solidFill>
              </a:defRPr>
            </a:lvl1pPr>
          </a:lstStyle>
          <a:p xmlns:a="http://schemas.openxmlformats.org/drawingml/2006/main">
            <a:r>
              <a:t>Titel der Präsentation hinzufügen</a:t>
            </a:r>
          </a:p>
        </p:txBody>
      </p:sp>
      <p:sp>
        <p:nvSpPr>
          <p:cNvPr id="3" name="Untertitel 2">
            <a:extLst xmlns:a="http://schemas.openxmlformats.org/drawingml/2006/main">
              <a:ext uri="{FF2B5EF4-FFF2-40B4-BE49-F238E27FC236}">
                <a16:creationId xmlns:a16="http://schemas.microsoft.com/office/drawing/2014/main" id="{F4E8D947-94EE-44A0-BC3E-C25BFE08F09B}"/>
              </a:ext>
            </a:extLst>
          </p:cNvPr>
          <p:cNvSpPr>
            <a:spLocks xmlns:a="http://schemas.openxmlformats.org/drawingml/2006/main" noGrp="1"/>
          </p:cNvSpPr>
          <p:nvPr>
            <p:ph type="subTitle" idx="1" hasCustomPrompt="1"/>
          </p:nvPr>
        </p:nvSpPr>
        <p:spPr>
          <a:xfrm xmlns:a="http://schemas.openxmlformats.org/drawingml/2006/main">
            <a:off x="695325" y="5014800"/>
            <a:ext cx="8424863"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lvl1pPr marL="0" indent="0" algn="l">
              <a:lnSpc>
                <a:spcPct val="100000"/>
              </a:lnSpc>
              <a:spcBef>
                <a:spcPts val="0"/>
              </a:spcBef>
              <a:spcAft>
                <a:spcPts val="0"/>
              </a:spcAft>
              <a:buNone/>
              <a:defRPr sz="2000" b="0" i="0" u="none" cap="none" spc="0" baseline="0">
                <a:ln>
                  <a:noFill/>
                </a:ln>
                <a:solidFill>
                  <a:srgbClr val="FF0000"/>
                </a:solidFill>
                <a:latin typeface="+mn-lt"/>
                <a:ea typeface="+mn-lt"/>
                <a:cs typeface="+mn-lt"/>
              </a:defRPr>
            </a:lvl1pPr>
            <a:lvl2pPr marL="0" indent="0" algn="l">
              <a:lnSpc>
                <a:spcPct val="100000"/>
              </a:lnSpc>
              <a:spcBef>
                <a:spcPts val="0"/>
              </a:spcBef>
              <a:spcAft>
                <a:spcPts val="0"/>
              </a:spcAft>
              <a:buNone/>
              <a:defRPr sz="2000" b="0">
                <a:solidFill>
                  <a:srgbClr val="FF0000"/>
                </a:solidFill>
              </a:defRPr>
            </a:lvl2pPr>
            <a:lvl3pPr marL="0" indent="0" algn="l">
              <a:lnSpc>
                <a:spcPct val="100000"/>
              </a:lnSpc>
              <a:spcBef>
                <a:spcPts val="0"/>
              </a:spcBef>
              <a:spcAft>
                <a:spcPts val="0"/>
              </a:spcAft>
              <a:buNone/>
              <a:defRPr sz="2000" b="0">
                <a:solidFill>
                  <a:srgbClr val="FF0000"/>
                </a:solidFill>
              </a:defRPr>
            </a:lvl3pPr>
            <a:lvl4pPr marL="0" indent="0" algn="l">
              <a:lnSpc>
                <a:spcPct val="100000"/>
              </a:lnSpc>
              <a:spcBef>
                <a:spcPts val="0"/>
              </a:spcBef>
              <a:spcAft>
                <a:spcPts val="0"/>
              </a:spcAft>
              <a:buNone/>
              <a:defRPr sz="2000" b="0">
                <a:solidFill>
                  <a:srgbClr val="FF0000"/>
                </a:solidFill>
              </a:defRPr>
            </a:lvl4pPr>
            <a:lvl5pPr marL="0" indent="0" algn="l">
              <a:lnSpc>
                <a:spcPct val="100000"/>
              </a:lnSpc>
              <a:spcBef>
                <a:spcPts val="0"/>
              </a:spcBef>
              <a:spcAft>
                <a:spcPts val="0"/>
              </a:spcAft>
              <a:buNone/>
              <a:defRPr sz="2000" b="0">
                <a:solidFill>
                  <a:srgbClr val="FF0000"/>
                </a:solidFill>
              </a:defRPr>
            </a:lvl5pPr>
            <a:lvl6pPr marL="0" indent="0" algn="l">
              <a:lnSpc>
                <a:spcPct val="100000"/>
              </a:lnSpc>
              <a:spcBef>
                <a:spcPts val="0"/>
              </a:spcBef>
              <a:spcAft>
                <a:spcPts val="0"/>
              </a:spcAft>
              <a:buNone/>
              <a:defRPr sz="2000" b="0">
                <a:solidFill>
                  <a:srgbClr val="FF0000"/>
                </a:solidFill>
                <a:latin typeface="+mn-lt"/>
                <a:ea typeface="+mn-lt"/>
                <a:cs typeface="+mn-lt"/>
              </a:defRPr>
            </a:lvl6pPr>
            <a:lvl7pPr marL="0" indent="0" algn="l">
              <a:lnSpc>
                <a:spcPct val="100000"/>
              </a:lnSpc>
              <a:spcBef>
                <a:spcPts val="0"/>
              </a:spcBef>
              <a:spcAft>
                <a:spcPts val="0"/>
              </a:spcAft>
              <a:buNone/>
              <a:defRPr sz="2000" b="0">
                <a:solidFill>
                  <a:srgbClr val="FF0000"/>
                </a:solidFill>
              </a:defRPr>
            </a:lvl7pPr>
            <a:lvl8pPr marL="0" indent="0" algn="l">
              <a:lnSpc>
                <a:spcPct val="100000"/>
              </a:lnSpc>
              <a:spcBef>
                <a:spcPts val="0"/>
              </a:spcBef>
              <a:spcAft>
                <a:spcPts val="0"/>
              </a:spcAft>
              <a:buNone/>
              <a:defRPr sz="2000" b="0">
                <a:solidFill>
                  <a:srgbClr val="FF0000"/>
                </a:solidFill>
              </a:defRPr>
            </a:lvl8pPr>
            <a:lvl9pPr marL="0" indent="0" algn="l">
              <a:lnSpc>
                <a:spcPct val="100000"/>
              </a:lnSpc>
              <a:spcBef>
                <a:spcPts val="0"/>
              </a:spcBef>
              <a:spcAft>
                <a:spcPts val="0"/>
              </a:spcAft>
              <a:buNone/>
              <a:defRPr sz="2000" b="0">
                <a:solidFill>
                  <a:srgbClr val="FF0000"/>
                </a:solidFill>
              </a:defRPr>
            </a:lvl9pPr>
          </a:lstStyle>
          <a:p xmlns:a="http://schemas.openxmlformats.org/drawingml/2006/main">
            <a:pPr lvl="0">
              <a:buNone/>
            </a:pPr>
            <a:r>
              <a:t>Untertitel der Präsentation</a:t>
            </a:r>
          </a:p>
        </p:txBody>
      </p:sp>
      <p:sp>
        <p:nvSpPr>
          <p:cNvPr id="33" name="Textplatzhalter 32">
            <a:extLst xmlns:a="http://schemas.openxmlformats.org/drawingml/2006/main">
              <a:ext uri="{FF2B5EF4-FFF2-40B4-BE49-F238E27FC236}">
                <a16:creationId xmlns:a16="http://schemas.microsoft.com/office/drawing/2014/main" id="{33506CA9-F3AF-08BA-ABE9-215C6A11E08B}"/>
              </a:ext>
            </a:extLst>
          </p:cNvPr>
          <p:cNvSpPr>
            <a:spLocks xmlns:a="http://schemas.openxmlformats.org/drawingml/2006/main" noGrp="1"/>
          </p:cNvSpPr>
          <p:nvPr>
            <p:ph type="body" idx="14" hasCustomPrompt="1"/>
          </p:nvPr>
        </p:nvSpPr>
        <p:spPr>
          <a:xfrm xmlns:a="http://schemas.openxmlformats.org/drawingml/2006/main">
            <a:off x="695400" y="262602"/>
            <a:ext cx="1512000" cy="358775"/>
          </a:xfrm>
        </p:spPr>
        <p:txBody>
          <a:bodyPr xmlns:a="http://schemas.openxmlformats.org/drawingml/2006/main" bIns="36000" anchor="b"/>
          <a:lstStyle xmlns:a="http://schemas.openxmlformats.org/drawingml/2006/main">
            <a:lvl1pPr marL="0" indent="0" algn="r">
              <a:lnSpc>
                <a:spcPct val="100000"/>
              </a:lnSpc>
              <a:spcAft>
                <a:spcPts val="0"/>
              </a:spcAft>
              <a:buFontTx/>
              <a:buNone/>
              <a:defRPr sz="1000">
                <a:solidFill>
                  <a:schemeClr val="bg1"/>
                </a:solidFill>
                <a:latin typeface="+mj-lt"/>
                <a:ea typeface="+mj-lt"/>
                <a:cs typeface="+mj-lt"/>
              </a:defRPr>
            </a:lvl1pPr>
            <a:lvl2pPr marL="0" indent="0" algn="r">
              <a:lnSpc>
                <a:spcPct val="100000"/>
              </a:lnSpc>
              <a:spcAft>
                <a:spcPts val="0"/>
              </a:spcAft>
              <a:buFontTx/>
              <a:buNone/>
              <a:defRPr sz="1000">
                <a:solidFill>
                  <a:schemeClr val="bg1"/>
                </a:solidFill>
                <a:latin typeface="+mj-lt"/>
                <a:ea typeface="+mj-lt"/>
                <a:cs typeface="+mj-lt"/>
              </a:defRPr>
            </a:lvl2pPr>
            <a:lvl3pPr marL="0" indent="0" algn="r">
              <a:lnSpc>
                <a:spcPct val="100000"/>
              </a:lnSpc>
              <a:spcAft>
                <a:spcPts val="0"/>
              </a:spcAft>
              <a:buFontTx/>
              <a:buNone/>
              <a:defRPr sz="1000">
                <a:solidFill>
                  <a:schemeClr val="bg1"/>
                </a:solidFill>
                <a:latin typeface="+mj-lt"/>
                <a:ea typeface="+mj-lt"/>
                <a:cs typeface="+mj-lt"/>
              </a:defRPr>
            </a:lvl3pPr>
            <a:lvl4pPr marL="0" indent="0" algn="r">
              <a:lnSpc>
                <a:spcPct val="100000"/>
              </a:lnSpc>
              <a:spcAft>
                <a:spcPts val="0"/>
              </a:spcAft>
              <a:buFontTx/>
              <a:buNone/>
              <a:defRPr sz="1000">
                <a:solidFill>
                  <a:schemeClr val="bg1"/>
                </a:solidFill>
                <a:latin typeface="+mj-lt"/>
                <a:ea typeface="+mj-lt"/>
                <a:cs typeface="+mj-lt"/>
              </a:defRPr>
            </a:lvl4pPr>
            <a:lvl5pPr marL="0" indent="0" algn="r">
              <a:lnSpc>
                <a:spcPct val="100000"/>
              </a:lnSpc>
              <a:spcAft>
                <a:spcPts val="0"/>
              </a:spcAft>
              <a:buFontTx/>
              <a:buNone/>
              <a:defRPr sz="1000">
                <a:solidFill>
                  <a:schemeClr val="bg1"/>
                </a:solidFill>
                <a:latin typeface="+mj-lt"/>
                <a:ea typeface="+mj-lt"/>
                <a:cs typeface="+mj-lt"/>
              </a:defRPr>
            </a:lvl5pPr>
            <a:lvl6pPr marL="0" indent="0" algn="r">
              <a:lnSpc>
                <a:spcPct val="100000"/>
              </a:lnSpc>
              <a:spcAft>
                <a:spcPts val="0"/>
              </a:spcAft>
              <a:buFontTx/>
              <a:buNone/>
              <a:defRPr sz="1000">
                <a:solidFill>
                  <a:schemeClr val="bg1"/>
                </a:solidFill>
                <a:latin typeface="+mj-lt"/>
                <a:ea typeface="+mj-lt"/>
                <a:cs typeface="+mj-lt"/>
              </a:defRPr>
            </a:lvl6pPr>
            <a:lvl7pPr marL="0" indent="0" algn="r">
              <a:lnSpc>
                <a:spcPct val="100000"/>
              </a:lnSpc>
              <a:spcAft>
                <a:spcPts val="0"/>
              </a:spcAft>
              <a:buFontTx/>
              <a:buNone/>
              <a:defRPr sz="1000">
                <a:solidFill>
                  <a:schemeClr val="bg1"/>
                </a:solidFill>
                <a:latin typeface="+mj-lt"/>
                <a:ea typeface="+mj-lt"/>
                <a:cs typeface="+mj-lt"/>
              </a:defRPr>
            </a:lvl7pPr>
            <a:lvl8pPr marL="0" indent="0" algn="r">
              <a:lnSpc>
                <a:spcPct val="100000"/>
              </a:lnSpc>
              <a:spcAft>
                <a:spcPts val="0"/>
              </a:spcAft>
              <a:buFontTx/>
              <a:buNone/>
              <a:defRPr sz="1000">
                <a:solidFill>
                  <a:schemeClr val="bg1"/>
                </a:solidFill>
                <a:latin typeface="+mj-lt"/>
                <a:ea typeface="+mj-lt"/>
                <a:cs typeface="+mj-lt"/>
              </a:defRPr>
            </a:lvl8pPr>
            <a:lvl9pPr marL="0" indent="0" algn="r">
              <a:lnSpc>
                <a:spcPct val="100000"/>
              </a:lnSpc>
              <a:spcAft>
                <a:spcPts val="0"/>
              </a:spcAft>
              <a:buFontTx/>
              <a:buNone/>
              <a:defRPr sz="1000">
                <a:solidFill>
                  <a:schemeClr val="bg1"/>
                </a:solidFill>
                <a:latin typeface="+mj-lt"/>
                <a:ea typeface="+mj-lt"/>
                <a:cs typeface="+mj-lt"/>
              </a:defRPr>
            </a:lvl9pPr>
          </a:lstStyle>
          <a:p xmlns:a="http://schemas.openxmlformats.org/drawingml/2006/main">
            <a:pPr lvl="0">
              <a:buNone/>
            </a:pPr>
            <a:r>
              <a:t>Namen hinzufügen</a:t>
            </a:r>
          </a:p>
        </p:txBody>
      </p:sp>
      <p:sp>
        <p:nvSpPr>
          <p:cNvPr id="34" name="Textplatzhalter 32">
            <a:extLst xmlns:a="http://schemas.openxmlformats.org/drawingml/2006/main">
              <a:ext uri="{FF2B5EF4-FFF2-40B4-BE49-F238E27FC236}">
                <a16:creationId xmlns:a16="http://schemas.microsoft.com/office/drawing/2014/main" id="{96F2A617-E1A8-32E7-1143-D425F9306B70}"/>
              </a:ext>
            </a:extLst>
          </p:cNvPr>
          <p:cNvSpPr>
            <a:spLocks xmlns:a="http://schemas.openxmlformats.org/drawingml/2006/main" noGrp="1"/>
          </p:cNvSpPr>
          <p:nvPr>
            <p:ph type="body" idx="15" hasCustomPrompt="1"/>
          </p:nvPr>
        </p:nvSpPr>
        <p:spPr>
          <a:xfrm xmlns:a="http://schemas.openxmlformats.org/drawingml/2006/main">
            <a:off x="695400" y="2134121"/>
            <a:ext cx="1512000" cy="358775"/>
          </a:xfrm>
        </p:spPr>
        <p:txBody>
          <a:bodyPr xmlns:a="http://schemas.openxmlformats.org/drawingml/2006/main" tIns="36000" anchor="t"/>
          <a:lstStyle xmlns:a="http://schemas.openxmlformats.org/drawingml/2006/main">
            <a:lvl1pPr marL="0" indent="0" algn="l">
              <a:lnSpc>
                <a:spcPct val="100000"/>
              </a:lnSpc>
              <a:spcAft>
                <a:spcPts val="0"/>
              </a:spcAft>
              <a:buFontTx/>
              <a:buNone/>
              <a:defRPr sz="1000">
                <a:solidFill>
                  <a:schemeClr val="bg1"/>
                </a:solidFill>
                <a:latin typeface="+mj-lt"/>
                <a:ea typeface="+mj-lt"/>
                <a:cs typeface="+mj-lt"/>
              </a:defRPr>
            </a:lvl1pPr>
            <a:lvl2pPr marL="0" indent="0" algn="l">
              <a:lnSpc>
                <a:spcPct val="100000"/>
              </a:lnSpc>
              <a:spcAft>
                <a:spcPts val="0"/>
              </a:spcAft>
              <a:buFontTx/>
              <a:buNone/>
              <a:defRPr sz="1000">
                <a:solidFill>
                  <a:schemeClr val="bg1"/>
                </a:solidFill>
                <a:latin typeface="+mj-lt"/>
                <a:ea typeface="+mj-lt"/>
                <a:cs typeface="+mj-lt"/>
              </a:defRPr>
            </a:lvl2pPr>
            <a:lvl3pPr marL="0" indent="0" algn="l">
              <a:lnSpc>
                <a:spcPct val="100000"/>
              </a:lnSpc>
              <a:spcAft>
                <a:spcPts val="0"/>
              </a:spcAft>
              <a:buFontTx/>
              <a:buNone/>
              <a:defRPr sz="1000">
                <a:solidFill>
                  <a:schemeClr val="bg1"/>
                </a:solidFill>
                <a:latin typeface="+mj-lt"/>
                <a:ea typeface="+mj-lt"/>
                <a:cs typeface="+mj-lt"/>
              </a:defRPr>
            </a:lvl3pPr>
            <a:lvl4pPr marL="0" indent="0" algn="l">
              <a:lnSpc>
                <a:spcPct val="100000"/>
              </a:lnSpc>
              <a:spcAft>
                <a:spcPts val="0"/>
              </a:spcAft>
              <a:buFontTx/>
              <a:buNone/>
              <a:defRPr sz="1000">
                <a:solidFill>
                  <a:schemeClr val="bg1"/>
                </a:solidFill>
                <a:latin typeface="+mj-lt"/>
                <a:ea typeface="+mj-lt"/>
                <a:cs typeface="+mj-lt"/>
              </a:defRPr>
            </a:lvl4pPr>
            <a:lvl5pPr marL="0" indent="0" algn="l">
              <a:lnSpc>
                <a:spcPct val="100000"/>
              </a:lnSpc>
              <a:spcAft>
                <a:spcPts val="0"/>
              </a:spcAft>
              <a:buFontTx/>
              <a:buNone/>
              <a:defRPr sz="1000">
                <a:solidFill>
                  <a:schemeClr val="bg1"/>
                </a:solidFill>
                <a:latin typeface="+mj-lt"/>
                <a:ea typeface="+mj-lt"/>
                <a:cs typeface="+mj-lt"/>
              </a:defRPr>
            </a:lvl5pPr>
            <a:lvl6pPr marL="0" indent="0" algn="l">
              <a:lnSpc>
                <a:spcPct val="100000"/>
              </a:lnSpc>
              <a:spcAft>
                <a:spcPts val="0"/>
              </a:spcAft>
              <a:buFontTx/>
              <a:buNone/>
              <a:defRPr sz="1000">
                <a:solidFill>
                  <a:schemeClr val="bg1"/>
                </a:solidFill>
                <a:latin typeface="+mj-lt"/>
                <a:ea typeface="+mj-lt"/>
                <a:cs typeface="+mj-lt"/>
              </a:defRPr>
            </a:lvl6pPr>
            <a:lvl7pPr marL="0" indent="0" algn="l">
              <a:lnSpc>
                <a:spcPct val="100000"/>
              </a:lnSpc>
              <a:spcAft>
                <a:spcPts val="0"/>
              </a:spcAft>
              <a:buFontTx/>
              <a:buNone/>
              <a:defRPr sz="1000">
                <a:solidFill>
                  <a:schemeClr val="bg1"/>
                </a:solidFill>
                <a:latin typeface="+mj-lt"/>
                <a:ea typeface="+mj-lt"/>
                <a:cs typeface="+mj-lt"/>
              </a:defRPr>
            </a:lvl7pPr>
            <a:lvl8pPr marL="0" indent="0" algn="l">
              <a:lnSpc>
                <a:spcPct val="100000"/>
              </a:lnSpc>
              <a:spcAft>
                <a:spcPts val="0"/>
              </a:spcAft>
              <a:buFontTx/>
              <a:buNone/>
              <a:defRPr sz="1000">
                <a:solidFill>
                  <a:schemeClr val="bg1"/>
                </a:solidFill>
                <a:latin typeface="+mj-lt"/>
                <a:ea typeface="+mj-lt"/>
                <a:cs typeface="+mj-lt"/>
              </a:defRPr>
            </a:lvl8pPr>
            <a:lvl9pPr marL="0" indent="0" algn="l">
              <a:lnSpc>
                <a:spcPct val="100000"/>
              </a:lnSpc>
              <a:spcAft>
                <a:spcPts val="0"/>
              </a:spcAft>
              <a:buFontTx/>
              <a:buNone/>
              <a:defRPr sz="1000">
                <a:solidFill>
                  <a:schemeClr val="bg1"/>
                </a:solidFill>
                <a:latin typeface="+mj-lt"/>
                <a:ea typeface="+mj-lt"/>
                <a:cs typeface="+mj-lt"/>
              </a:defRPr>
            </a:lvl9pPr>
          </a:lstStyle>
          <a:p xmlns:a="http://schemas.openxmlformats.org/drawingml/2006/main">
            <a:pPr lvl="0">
              <a:buNone/>
            </a:pPr>
            <a:r>
              <a:t>Unternehmensnamen hinzufügen</a:t>
            </a:r>
          </a:p>
        </p:txBody>
      </p:sp>
      <p:sp>
        <p:nvSpPr>
          <p:cNvPr id="44" name="Textplatzhalter 32">
            <a:extLst xmlns:a="http://schemas.openxmlformats.org/drawingml/2006/main">
              <a:ext uri="{FF2B5EF4-FFF2-40B4-BE49-F238E27FC236}">
                <a16:creationId xmlns:a16="http://schemas.microsoft.com/office/drawing/2014/main" id="{29EC36D0-593C-758A-0A7D-C66E72027F85}"/>
              </a:ext>
            </a:extLst>
          </p:cNvPr>
          <p:cNvSpPr>
            <a:spLocks xmlns:a="http://schemas.openxmlformats.org/drawingml/2006/main" noGrp="1"/>
          </p:cNvSpPr>
          <p:nvPr>
            <p:ph type="body" idx="19" hasCustomPrompt="1"/>
          </p:nvPr>
        </p:nvSpPr>
        <p:spPr>
          <a:xfrm xmlns:a="http://schemas.openxmlformats.org/drawingml/2006/main">
            <a:off x="2567403" y="262602"/>
            <a:ext cx="1512000" cy="358775"/>
          </a:xfrm>
        </p:spPr>
        <p:txBody>
          <a:bodyPr xmlns:a="http://schemas.openxmlformats.org/drawingml/2006/main" bIns="36000" anchor="b"/>
          <a:lstStyle xmlns:a="http://schemas.openxmlformats.org/drawingml/2006/main">
            <a:lvl1pPr marL="0" indent="0" algn="r">
              <a:lnSpc>
                <a:spcPct val="100000"/>
              </a:lnSpc>
              <a:spcAft>
                <a:spcPts val="0"/>
              </a:spcAft>
              <a:buFontTx/>
              <a:buNone/>
              <a:defRPr sz="1000">
                <a:solidFill>
                  <a:schemeClr val="bg1"/>
                </a:solidFill>
                <a:latin typeface="+mj-lt"/>
                <a:ea typeface="+mj-lt"/>
                <a:cs typeface="+mj-lt"/>
              </a:defRPr>
            </a:lvl1pPr>
            <a:lvl2pPr marL="0" indent="0" algn="r">
              <a:lnSpc>
                <a:spcPct val="100000"/>
              </a:lnSpc>
              <a:spcAft>
                <a:spcPts val="0"/>
              </a:spcAft>
              <a:buFontTx/>
              <a:buNone/>
              <a:defRPr sz="1000">
                <a:solidFill>
                  <a:schemeClr val="bg1"/>
                </a:solidFill>
                <a:latin typeface="+mj-lt"/>
                <a:ea typeface="+mj-lt"/>
                <a:cs typeface="+mj-lt"/>
              </a:defRPr>
            </a:lvl2pPr>
            <a:lvl3pPr marL="0" indent="0" algn="r">
              <a:lnSpc>
                <a:spcPct val="100000"/>
              </a:lnSpc>
              <a:spcAft>
                <a:spcPts val="0"/>
              </a:spcAft>
              <a:buFontTx/>
              <a:buNone/>
              <a:defRPr sz="1000">
                <a:solidFill>
                  <a:schemeClr val="bg1"/>
                </a:solidFill>
                <a:latin typeface="+mj-lt"/>
                <a:ea typeface="+mj-lt"/>
                <a:cs typeface="+mj-lt"/>
              </a:defRPr>
            </a:lvl3pPr>
            <a:lvl4pPr marL="0" indent="0" algn="r">
              <a:lnSpc>
                <a:spcPct val="100000"/>
              </a:lnSpc>
              <a:spcAft>
                <a:spcPts val="0"/>
              </a:spcAft>
              <a:buFontTx/>
              <a:buNone/>
              <a:defRPr sz="1000">
                <a:solidFill>
                  <a:schemeClr val="bg1"/>
                </a:solidFill>
                <a:latin typeface="+mj-lt"/>
                <a:ea typeface="+mj-lt"/>
                <a:cs typeface="+mj-lt"/>
              </a:defRPr>
            </a:lvl4pPr>
            <a:lvl5pPr marL="0" indent="0" algn="r">
              <a:lnSpc>
                <a:spcPct val="100000"/>
              </a:lnSpc>
              <a:spcAft>
                <a:spcPts val="0"/>
              </a:spcAft>
              <a:buFontTx/>
              <a:buNone/>
              <a:defRPr sz="1000">
                <a:solidFill>
                  <a:schemeClr val="bg1"/>
                </a:solidFill>
                <a:latin typeface="+mj-lt"/>
                <a:ea typeface="+mj-lt"/>
                <a:cs typeface="+mj-lt"/>
              </a:defRPr>
            </a:lvl5pPr>
            <a:lvl6pPr marL="0" indent="0" algn="r">
              <a:lnSpc>
                <a:spcPct val="100000"/>
              </a:lnSpc>
              <a:spcAft>
                <a:spcPts val="0"/>
              </a:spcAft>
              <a:buFontTx/>
              <a:buNone/>
              <a:defRPr sz="1000">
                <a:solidFill>
                  <a:schemeClr val="bg1"/>
                </a:solidFill>
                <a:latin typeface="+mj-lt"/>
                <a:ea typeface="+mj-lt"/>
                <a:cs typeface="+mj-lt"/>
              </a:defRPr>
            </a:lvl6pPr>
            <a:lvl7pPr marL="0" indent="0" algn="r">
              <a:lnSpc>
                <a:spcPct val="100000"/>
              </a:lnSpc>
              <a:spcAft>
                <a:spcPts val="0"/>
              </a:spcAft>
              <a:buFontTx/>
              <a:buNone/>
              <a:defRPr sz="1000">
                <a:solidFill>
                  <a:schemeClr val="bg1"/>
                </a:solidFill>
                <a:latin typeface="+mj-lt"/>
                <a:ea typeface="+mj-lt"/>
                <a:cs typeface="+mj-lt"/>
              </a:defRPr>
            </a:lvl7pPr>
            <a:lvl8pPr marL="0" indent="0" algn="r">
              <a:lnSpc>
                <a:spcPct val="100000"/>
              </a:lnSpc>
              <a:spcAft>
                <a:spcPts val="0"/>
              </a:spcAft>
              <a:buFontTx/>
              <a:buNone/>
              <a:defRPr sz="1000">
                <a:solidFill>
                  <a:schemeClr val="bg1"/>
                </a:solidFill>
                <a:latin typeface="+mj-lt"/>
                <a:ea typeface="+mj-lt"/>
                <a:cs typeface="+mj-lt"/>
              </a:defRPr>
            </a:lvl8pPr>
            <a:lvl9pPr marL="0" indent="0" algn="r">
              <a:lnSpc>
                <a:spcPct val="100000"/>
              </a:lnSpc>
              <a:spcAft>
                <a:spcPts val="0"/>
              </a:spcAft>
              <a:buFontTx/>
              <a:buNone/>
              <a:defRPr sz="1000">
                <a:solidFill>
                  <a:schemeClr val="bg1"/>
                </a:solidFill>
                <a:latin typeface="+mj-lt"/>
                <a:ea typeface="+mj-lt"/>
                <a:cs typeface="+mj-lt"/>
              </a:defRPr>
            </a:lvl9pPr>
          </a:lstStyle>
          <a:p xmlns:a="http://schemas.openxmlformats.org/drawingml/2006/main">
            <a:pPr lvl="0">
              <a:buNone/>
            </a:pPr>
            <a:r>
              <a:t>Namen hinzufügen</a:t>
            </a:r>
          </a:p>
        </p:txBody>
      </p:sp>
      <p:sp>
        <p:nvSpPr>
          <p:cNvPr id="45" name="Textplatzhalter 32">
            <a:extLst xmlns:a="http://schemas.openxmlformats.org/drawingml/2006/main">
              <a:ext uri="{FF2B5EF4-FFF2-40B4-BE49-F238E27FC236}">
                <a16:creationId xmlns:a16="http://schemas.microsoft.com/office/drawing/2014/main" id="{CE283C2C-F95C-540C-4C8C-7E7733786CF6}"/>
              </a:ext>
            </a:extLst>
          </p:cNvPr>
          <p:cNvSpPr>
            <a:spLocks xmlns:a="http://schemas.openxmlformats.org/drawingml/2006/main" noGrp="1"/>
          </p:cNvSpPr>
          <p:nvPr>
            <p:ph type="body" idx="20" hasCustomPrompt="1"/>
          </p:nvPr>
        </p:nvSpPr>
        <p:spPr>
          <a:xfrm xmlns:a="http://schemas.openxmlformats.org/drawingml/2006/main">
            <a:off x="2567403" y="2134121"/>
            <a:ext cx="1512000" cy="358775"/>
          </a:xfrm>
        </p:spPr>
        <p:txBody>
          <a:bodyPr xmlns:a="http://schemas.openxmlformats.org/drawingml/2006/main" tIns="36000" anchor="t"/>
          <a:lstStyle xmlns:a="http://schemas.openxmlformats.org/drawingml/2006/main">
            <a:lvl1pPr marL="0" indent="0" algn="l">
              <a:lnSpc>
                <a:spcPct val="100000"/>
              </a:lnSpc>
              <a:spcAft>
                <a:spcPts val="0"/>
              </a:spcAft>
              <a:buFontTx/>
              <a:buNone/>
              <a:defRPr sz="1000">
                <a:solidFill>
                  <a:schemeClr val="bg1"/>
                </a:solidFill>
                <a:latin typeface="+mj-lt"/>
                <a:ea typeface="+mj-lt"/>
                <a:cs typeface="+mj-lt"/>
              </a:defRPr>
            </a:lvl1pPr>
            <a:lvl2pPr marL="0" indent="0" algn="l">
              <a:lnSpc>
                <a:spcPct val="100000"/>
              </a:lnSpc>
              <a:spcAft>
                <a:spcPts val="0"/>
              </a:spcAft>
              <a:buFontTx/>
              <a:buNone/>
              <a:defRPr sz="1000">
                <a:solidFill>
                  <a:schemeClr val="bg1"/>
                </a:solidFill>
                <a:latin typeface="+mj-lt"/>
                <a:ea typeface="+mj-lt"/>
                <a:cs typeface="+mj-lt"/>
              </a:defRPr>
            </a:lvl2pPr>
            <a:lvl3pPr marL="0" indent="0" algn="l">
              <a:lnSpc>
                <a:spcPct val="100000"/>
              </a:lnSpc>
              <a:spcAft>
                <a:spcPts val="0"/>
              </a:spcAft>
              <a:buFontTx/>
              <a:buNone/>
              <a:defRPr sz="1000">
                <a:solidFill>
                  <a:schemeClr val="bg1"/>
                </a:solidFill>
                <a:latin typeface="+mj-lt"/>
                <a:ea typeface="+mj-lt"/>
                <a:cs typeface="+mj-lt"/>
              </a:defRPr>
            </a:lvl3pPr>
            <a:lvl4pPr marL="0" indent="0" algn="l">
              <a:lnSpc>
                <a:spcPct val="100000"/>
              </a:lnSpc>
              <a:spcAft>
                <a:spcPts val="0"/>
              </a:spcAft>
              <a:buFontTx/>
              <a:buNone/>
              <a:defRPr sz="1000">
                <a:solidFill>
                  <a:schemeClr val="bg1"/>
                </a:solidFill>
                <a:latin typeface="+mj-lt"/>
                <a:ea typeface="+mj-lt"/>
                <a:cs typeface="+mj-lt"/>
              </a:defRPr>
            </a:lvl4pPr>
            <a:lvl5pPr marL="0" indent="0" algn="l">
              <a:lnSpc>
                <a:spcPct val="100000"/>
              </a:lnSpc>
              <a:spcAft>
                <a:spcPts val="0"/>
              </a:spcAft>
              <a:buFontTx/>
              <a:buNone/>
              <a:defRPr sz="1000">
                <a:solidFill>
                  <a:schemeClr val="bg1"/>
                </a:solidFill>
                <a:latin typeface="+mj-lt"/>
                <a:ea typeface="+mj-lt"/>
                <a:cs typeface="+mj-lt"/>
              </a:defRPr>
            </a:lvl5pPr>
            <a:lvl6pPr marL="0" indent="0" algn="l">
              <a:lnSpc>
                <a:spcPct val="100000"/>
              </a:lnSpc>
              <a:spcAft>
                <a:spcPts val="0"/>
              </a:spcAft>
              <a:buFontTx/>
              <a:buNone/>
              <a:defRPr sz="1000">
                <a:solidFill>
                  <a:schemeClr val="bg1"/>
                </a:solidFill>
                <a:latin typeface="+mj-lt"/>
                <a:ea typeface="+mj-lt"/>
                <a:cs typeface="+mj-lt"/>
              </a:defRPr>
            </a:lvl6pPr>
            <a:lvl7pPr marL="0" indent="0" algn="l">
              <a:lnSpc>
                <a:spcPct val="100000"/>
              </a:lnSpc>
              <a:spcAft>
                <a:spcPts val="0"/>
              </a:spcAft>
              <a:buFontTx/>
              <a:buNone/>
              <a:defRPr sz="1000">
                <a:solidFill>
                  <a:schemeClr val="bg1"/>
                </a:solidFill>
                <a:latin typeface="+mj-lt"/>
                <a:ea typeface="+mj-lt"/>
                <a:cs typeface="+mj-lt"/>
              </a:defRPr>
            </a:lvl7pPr>
            <a:lvl8pPr marL="0" indent="0" algn="l">
              <a:lnSpc>
                <a:spcPct val="100000"/>
              </a:lnSpc>
              <a:spcAft>
                <a:spcPts val="0"/>
              </a:spcAft>
              <a:buFontTx/>
              <a:buNone/>
              <a:defRPr sz="1000">
                <a:solidFill>
                  <a:schemeClr val="bg1"/>
                </a:solidFill>
                <a:latin typeface="+mj-lt"/>
                <a:ea typeface="+mj-lt"/>
                <a:cs typeface="+mj-lt"/>
              </a:defRPr>
            </a:lvl8pPr>
            <a:lvl9pPr marL="0" indent="0" algn="l">
              <a:lnSpc>
                <a:spcPct val="100000"/>
              </a:lnSpc>
              <a:spcAft>
                <a:spcPts val="0"/>
              </a:spcAft>
              <a:buFontTx/>
              <a:buNone/>
              <a:defRPr sz="1000">
                <a:solidFill>
                  <a:schemeClr val="bg1"/>
                </a:solidFill>
                <a:latin typeface="+mj-lt"/>
                <a:ea typeface="+mj-lt"/>
                <a:cs typeface="+mj-lt"/>
              </a:defRPr>
            </a:lvl9pPr>
          </a:lstStyle>
          <a:p xmlns:a="http://schemas.openxmlformats.org/drawingml/2006/main">
            <a:pPr lvl="0">
              <a:buNone/>
            </a:pPr>
            <a:r>
              <a:t>Unternehmensnamen hinzufügen</a:t>
            </a:r>
          </a:p>
        </p:txBody>
      </p:sp>
      <p:sp>
        <p:nvSpPr>
          <p:cNvPr id="46" name="Textplatzhalter 32">
            <a:extLst xmlns:a="http://schemas.openxmlformats.org/drawingml/2006/main">
              <a:ext uri="{FF2B5EF4-FFF2-40B4-BE49-F238E27FC236}">
                <a16:creationId xmlns:a16="http://schemas.microsoft.com/office/drawing/2014/main" id="{BF303DF8-A828-55FC-72EF-60E47357CB15}"/>
              </a:ext>
            </a:extLst>
          </p:cNvPr>
          <p:cNvSpPr>
            <a:spLocks xmlns:a="http://schemas.openxmlformats.org/drawingml/2006/main" noGrp="1"/>
          </p:cNvSpPr>
          <p:nvPr>
            <p:ph type="body" idx="21" hasCustomPrompt="1"/>
          </p:nvPr>
        </p:nvSpPr>
        <p:spPr>
          <a:xfrm xmlns:a="http://schemas.openxmlformats.org/drawingml/2006/main">
            <a:off x="4437761" y="262602"/>
            <a:ext cx="1512000" cy="358775"/>
          </a:xfrm>
        </p:spPr>
        <p:txBody>
          <a:bodyPr xmlns:a="http://schemas.openxmlformats.org/drawingml/2006/main" bIns="36000" anchor="b"/>
          <a:lstStyle xmlns:a="http://schemas.openxmlformats.org/drawingml/2006/main">
            <a:lvl1pPr marL="0" indent="0" algn="r">
              <a:lnSpc>
                <a:spcPct val="100000"/>
              </a:lnSpc>
              <a:spcAft>
                <a:spcPts val="0"/>
              </a:spcAft>
              <a:buFontTx/>
              <a:buNone/>
              <a:defRPr sz="1000">
                <a:solidFill>
                  <a:schemeClr val="bg1"/>
                </a:solidFill>
                <a:latin typeface="+mj-lt"/>
                <a:ea typeface="+mj-lt"/>
                <a:cs typeface="+mj-lt"/>
              </a:defRPr>
            </a:lvl1pPr>
            <a:lvl2pPr marL="0" indent="0" algn="r">
              <a:lnSpc>
                <a:spcPct val="100000"/>
              </a:lnSpc>
              <a:spcAft>
                <a:spcPts val="0"/>
              </a:spcAft>
              <a:buFontTx/>
              <a:buNone/>
              <a:defRPr sz="1000">
                <a:solidFill>
                  <a:schemeClr val="bg1"/>
                </a:solidFill>
                <a:latin typeface="+mj-lt"/>
                <a:ea typeface="+mj-lt"/>
                <a:cs typeface="+mj-lt"/>
              </a:defRPr>
            </a:lvl2pPr>
            <a:lvl3pPr marL="0" indent="0" algn="r">
              <a:lnSpc>
                <a:spcPct val="100000"/>
              </a:lnSpc>
              <a:spcAft>
                <a:spcPts val="0"/>
              </a:spcAft>
              <a:buFontTx/>
              <a:buNone/>
              <a:defRPr sz="1000">
                <a:solidFill>
                  <a:schemeClr val="bg1"/>
                </a:solidFill>
                <a:latin typeface="+mj-lt"/>
                <a:ea typeface="+mj-lt"/>
                <a:cs typeface="+mj-lt"/>
              </a:defRPr>
            </a:lvl3pPr>
            <a:lvl4pPr marL="0" indent="0" algn="r">
              <a:lnSpc>
                <a:spcPct val="100000"/>
              </a:lnSpc>
              <a:spcAft>
                <a:spcPts val="0"/>
              </a:spcAft>
              <a:buFontTx/>
              <a:buNone/>
              <a:defRPr sz="1000">
                <a:solidFill>
                  <a:schemeClr val="bg1"/>
                </a:solidFill>
                <a:latin typeface="+mj-lt"/>
                <a:ea typeface="+mj-lt"/>
                <a:cs typeface="+mj-lt"/>
              </a:defRPr>
            </a:lvl4pPr>
            <a:lvl5pPr marL="0" indent="0" algn="r">
              <a:lnSpc>
                <a:spcPct val="100000"/>
              </a:lnSpc>
              <a:spcAft>
                <a:spcPts val="0"/>
              </a:spcAft>
              <a:buFontTx/>
              <a:buNone/>
              <a:defRPr sz="1000">
                <a:solidFill>
                  <a:schemeClr val="bg1"/>
                </a:solidFill>
                <a:latin typeface="+mj-lt"/>
                <a:ea typeface="+mj-lt"/>
                <a:cs typeface="+mj-lt"/>
              </a:defRPr>
            </a:lvl5pPr>
            <a:lvl6pPr marL="0" indent="0" algn="r">
              <a:lnSpc>
                <a:spcPct val="100000"/>
              </a:lnSpc>
              <a:spcAft>
                <a:spcPts val="0"/>
              </a:spcAft>
              <a:buFontTx/>
              <a:buNone/>
              <a:defRPr sz="1000">
                <a:solidFill>
                  <a:schemeClr val="bg1"/>
                </a:solidFill>
                <a:latin typeface="+mj-lt"/>
                <a:ea typeface="+mj-lt"/>
                <a:cs typeface="+mj-lt"/>
              </a:defRPr>
            </a:lvl6pPr>
            <a:lvl7pPr marL="0" indent="0" algn="r">
              <a:lnSpc>
                <a:spcPct val="100000"/>
              </a:lnSpc>
              <a:spcAft>
                <a:spcPts val="0"/>
              </a:spcAft>
              <a:buFontTx/>
              <a:buNone/>
              <a:defRPr sz="1000">
                <a:solidFill>
                  <a:schemeClr val="bg1"/>
                </a:solidFill>
                <a:latin typeface="+mj-lt"/>
                <a:ea typeface="+mj-lt"/>
                <a:cs typeface="+mj-lt"/>
              </a:defRPr>
            </a:lvl7pPr>
            <a:lvl8pPr marL="0" indent="0" algn="r">
              <a:lnSpc>
                <a:spcPct val="100000"/>
              </a:lnSpc>
              <a:spcAft>
                <a:spcPts val="0"/>
              </a:spcAft>
              <a:buFontTx/>
              <a:buNone/>
              <a:defRPr sz="1000">
                <a:solidFill>
                  <a:schemeClr val="bg1"/>
                </a:solidFill>
                <a:latin typeface="+mj-lt"/>
                <a:ea typeface="+mj-lt"/>
                <a:cs typeface="+mj-lt"/>
              </a:defRPr>
            </a:lvl8pPr>
            <a:lvl9pPr marL="0" indent="0" algn="r">
              <a:lnSpc>
                <a:spcPct val="100000"/>
              </a:lnSpc>
              <a:spcAft>
                <a:spcPts val="0"/>
              </a:spcAft>
              <a:buFontTx/>
              <a:buNone/>
              <a:defRPr sz="1000">
                <a:solidFill>
                  <a:schemeClr val="bg1"/>
                </a:solidFill>
                <a:latin typeface="+mj-lt"/>
                <a:ea typeface="+mj-lt"/>
                <a:cs typeface="+mj-lt"/>
              </a:defRPr>
            </a:lvl9pPr>
          </a:lstStyle>
          <a:p xmlns:a="http://schemas.openxmlformats.org/drawingml/2006/main">
            <a:pPr lvl="0">
              <a:buNone/>
            </a:pPr>
            <a:r>
              <a:t>Namen hinzufügen</a:t>
            </a:r>
          </a:p>
        </p:txBody>
      </p:sp>
      <p:sp>
        <p:nvSpPr>
          <p:cNvPr id="47" name="Textplatzhalter 32">
            <a:extLst xmlns:a="http://schemas.openxmlformats.org/drawingml/2006/main">
              <a:ext uri="{FF2B5EF4-FFF2-40B4-BE49-F238E27FC236}">
                <a16:creationId xmlns:a16="http://schemas.microsoft.com/office/drawing/2014/main" id="{9962C797-C95F-21F2-2844-301AF949E895}"/>
              </a:ext>
            </a:extLst>
          </p:cNvPr>
          <p:cNvSpPr>
            <a:spLocks xmlns:a="http://schemas.openxmlformats.org/drawingml/2006/main" noGrp="1"/>
          </p:cNvSpPr>
          <p:nvPr>
            <p:ph type="body" idx="22" hasCustomPrompt="1"/>
          </p:nvPr>
        </p:nvSpPr>
        <p:spPr>
          <a:xfrm xmlns:a="http://schemas.openxmlformats.org/drawingml/2006/main">
            <a:off x="4437761" y="2134121"/>
            <a:ext cx="1512000" cy="358775"/>
          </a:xfrm>
        </p:spPr>
        <p:txBody>
          <a:bodyPr xmlns:a="http://schemas.openxmlformats.org/drawingml/2006/main" tIns="36000" anchor="t"/>
          <a:lstStyle xmlns:a="http://schemas.openxmlformats.org/drawingml/2006/main">
            <a:lvl1pPr marL="0" indent="0" algn="l">
              <a:lnSpc>
                <a:spcPct val="100000"/>
              </a:lnSpc>
              <a:spcAft>
                <a:spcPts val="0"/>
              </a:spcAft>
              <a:buFontTx/>
              <a:buNone/>
              <a:defRPr sz="1000">
                <a:solidFill>
                  <a:schemeClr val="bg1"/>
                </a:solidFill>
                <a:latin typeface="+mj-lt"/>
                <a:ea typeface="+mj-lt"/>
                <a:cs typeface="+mj-lt"/>
              </a:defRPr>
            </a:lvl1pPr>
            <a:lvl2pPr marL="0" indent="0" algn="l">
              <a:lnSpc>
                <a:spcPct val="100000"/>
              </a:lnSpc>
              <a:spcAft>
                <a:spcPts val="0"/>
              </a:spcAft>
              <a:buFontTx/>
              <a:buNone/>
              <a:defRPr sz="1000">
                <a:solidFill>
                  <a:schemeClr val="bg1"/>
                </a:solidFill>
                <a:latin typeface="+mj-lt"/>
                <a:ea typeface="+mj-lt"/>
                <a:cs typeface="+mj-lt"/>
              </a:defRPr>
            </a:lvl2pPr>
            <a:lvl3pPr marL="0" indent="0" algn="l">
              <a:lnSpc>
                <a:spcPct val="100000"/>
              </a:lnSpc>
              <a:spcAft>
                <a:spcPts val="0"/>
              </a:spcAft>
              <a:buFontTx/>
              <a:buNone/>
              <a:defRPr sz="1000">
                <a:solidFill>
                  <a:schemeClr val="bg1"/>
                </a:solidFill>
                <a:latin typeface="+mj-lt"/>
                <a:ea typeface="+mj-lt"/>
                <a:cs typeface="+mj-lt"/>
              </a:defRPr>
            </a:lvl3pPr>
            <a:lvl4pPr marL="0" indent="0" algn="l">
              <a:lnSpc>
                <a:spcPct val="100000"/>
              </a:lnSpc>
              <a:spcAft>
                <a:spcPts val="0"/>
              </a:spcAft>
              <a:buFontTx/>
              <a:buNone/>
              <a:defRPr sz="1000">
                <a:solidFill>
                  <a:schemeClr val="bg1"/>
                </a:solidFill>
                <a:latin typeface="+mj-lt"/>
                <a:ea typeface="+mj-lt"/>
                <a:cs typeface="+mj-lt"/>
              </a:defRPr>
            </a:lvl4pPr>
            <a:lvl5pPr marL="0" indent="0" algn="l">
              <a:lnSpc>
                <a:spcPct val="100000"/>
              </a:lnSpc>
              <a:spcAft>
                <a:spcPts val="0"/>
              </a:spcAft>
              <a:buFontTx/>
              <a:buNone/>
              <a:defRPr sz="1000">
                <a:solidFill>
                  <a:schemeClr val="bg1"/>
                </a:solidFill>
                <a:latin typeface="+mj-lt"/>
                <a:ea typeface="+mj-lt"/>
                <a:cs typeface="+mj-lt"/>
              </a:defRPr>
            </a:lvl5pPr>
            <a:lvl6pPr marL="0" indent="0" algn="l">
              <a:lnSpc>
                <a:spcPct val="100000"/>
              </a:lnSpc>
              <a:spcAft>
                <a:spcPts val="0"/>
              </a:spcAft>
              <a:buFontTx/>
              <a:buNone/>
              <a:defRPr sz="1000">
                <a:solidFill>
                  <a:schemeClr val="bg1"/>
                </a:solidFill>
                <a:latin typeface="+mj-lt"/>
                <a:ea typeface="+mj-lt"/>
                <a:cs typeface="+mj-lt"/>
              </a:defRPr>
            </a:lvl6pPr>
            <a:lvl7pPr marL="0" indent="0" algn="l">
              <a:lnSpc>
                <a:spcPct val="100000"/>
              </a:lnSpc>
              <a:spcAft>
                <a:spcPts val="0"/>
              </a:spcAft>
              <a:buFontTx/>
              <a:buNone/>
              <a:defRPr sz="1000">
                <a:solidFill>
                  <a:schemeClr val="bg1"/>
                </a:solidFill>
                <a:latin typeface="+mj-lt"/>
                <a:ea typeface="+mj-lt"/>
                <a:cs typeface="+mj-lt"/>
              </a:defRPr>
            </a:lvl7pPr>
            <a:lvl8pPr marL="0" indent="0" algn="l">
              <a:lnSpc>
                <a:spcPct val="100000"/>
              </a:lnSpc>
              <a:spcAft>
                <a:spcPts val="0"/>
              </a:spcAft>
              <a:buFontTx/>
              <a:buNone/>
              <a:defRPr sz="1000">
                <a:solidFill>
                  <a:schemeClr val="bg1"/>
                </a:solidFill>
                <a:latin typeface="+mj-lt"/>
                <a:ea typeface="+mj-lt"/>
                <a:cs typeface="+mj-lt"/>
              </a:defRPr>
            </a:lvl8pPr>
            <a:lvl9pPr marL="0" indent="0" algn="l">
              <a:lnSpc>
                <a:spcPct val="100000"/>
              </a:lnSpc>
              <a:spcAft>
                <a:spcPts val="0"/>
              </a:spcAft>
              <a:buFontTx/>
              <a:buNone/>
              <a:defRPr sz="1000">
                <a:solidFill>
                  <a:schemeClr val="bg1"/>
                </a:solidFill>
                <a:latin typeface="+mj-lt"/>
                <a:ea typeface="+mj-lt"/>
                <a:cs typeface="+mj-lt"/>
              </a:defRPr>
            </a:lvl9pPr>
          </a:lstStyle>
          <a:p xmlns:a="http://schemas.openxmlformats.org/drawingml/2006/main">
            <a:pPr lvl="0">
              <a:buNone/>
            </a:pPr>
            <a:r>
              <a:t>Unternehmensnamen hinzufügen</a:t>
            </a:r>
          </a:p>
        </p:txBody>
      </p:sp>
      <p:sp>
        <p:nvSpPr>
          <p:cNvPr id="20" name="Bildplatzhalter 19">
            <a:extLst xmlns:a="http://schemas.openxmlformats.org/drawingml/2006/main">
              <a:ext uri="{FF2B5EF4-FFF2-40B4-BE49-F238E27FC236}">
                <a16:creationId xmlns:a16="http://schemas.microsoft.com/office/drawing/2014/main" id="{BEBF1EAB-F6A5-2974-1C87-1914552D956B}"/>
              </a:ext>
            </a:extLst>
          </p:cNvPr>
          <p:cNvSpPr>
            <a:spLocks xmlns:a="http://schemas.openxmlformats.org/drawingml/2006/main" noGrp="1"/>
          </p:cNvSpPr>
          <p:nvPr>
            <p:ph type="pic" idx="11"/>
          </p:nvPr>
        </p:nvSpPr>
        <p:spPr>
          <a:xfrm xmlns:a="http://schemas.openxmlformats.org/drawingml/2006/main">
            <a:off x="0" y="0"/>
            <a:ext cx="12196800" cy="645318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40" name="Bildplatzhalter 39">
            <a:extLst xmlns:a="http://schemas.openxmlformats.org/drawingml/2006/main">
              <a:ext uri="{FF2B5EF4-FFF2-40B4-BE49-F238E27FC236}">
                <a16:creationId xmlns:a16="http://schemas.microsoft.com/office/drawing/2014/main" id="{B112ABFA-2042-F798-7F9B-DB09D04BB468}"/>
              </a:ext>
            </a:extLst>
          </p:cNvPr>
          <p:cNvSpPr>
            <a:spLocks xmlns:a="http://schemas.openxmlformats.org/drawingml/2006/main" noGrp="1"/>
          </p:cNvSpPr>
          <p:nvPr>
            <p:ph type="pic" idx="16"/>
          </p:nvPr>
        </p:nvSpPr>
        <p:spPr>
          <a:xfrm xmlns:a="http://schemas.openxmlformats.org/drawingml/2006/main">
            <a:off x="695400" y="620688"/>
            <a:ext cx="1512000" cy="1512000"/>
          </a:xfrm>
          <a:prstGeom xmlns:a="http://schemas.openxmlformats.org/drawingml/2006/main" prst="round2DiagRect">
            <a:avLst/>
          </a:prstGeom>
          <a:ln xmlns:a="http://schemas.openxmlformats.org/drawingml/2006/main" w="12700">
            <a:solidFill>
              <a:schemeClr val="bg1"/>
            </a:solidFill>
          </a:ln>
        </p:spPr>
        <p:txBody>
          <a:bodyPr xmlns:a="http://schemas.openxmlformats.org/drawingml/2006/main"/>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42" name="Bildplatzhalter 39">
            <a:extLst xmlns:a="http://schemas.openxmlformats.org/drawingml/2006/main">
              <a:ext uri="{FF2B5EF4-FFF2-40B4-BE49-F238E27FC236}">
                <a16:creationId xmlns:a16="http://schemas.microsoft.com/office/drawing/2014/main" id="{7DEF1401-3FF0-DEF1-C855-A13FFFB36FEF}"/>
              </a:ext>
            </a:extLst>
          </p:cNvPr>
          <p:cNvSpPr>
            <a:spLocks xmlns:a="http://schemas.openxmlformats.org/drawingml/2006/main" noGrp="1"/>
          </p:cNvSpPr>
          <p:nvPr>
            <p:ph type="pic" idx="17"/>
          </p:nvPr>
        </p:nvSpPr>
        <p:spPr>
          <a:xfrm xmlns:a="http://schemas.openxmlformats.org/drawingml/2006/main">
            <a:off x="2567403" y="620688"/>
            <a:ext cx="1512000" cy="1512000"/>
          </a:xfrm>
          <a:prstGeom xmlns:a="http://schemas.openxmlformats.org/drawingml/2006/main" prst="round2DiagRect">
            <a:avLst/>
          </a:prstGeom>
          <a:ln xmlns:a="http://schemas.openxmlformats.org/drawingml/2006/main" w="12700">
            <a:solidFill>
              <a:schemeClr val="bg1"/>
            </a:solidFill>
          </a:ln>
        </p:spPr>
        <p:txBody>
          <a:bodyPr xmlns:a="http://schemas.openxmlformats.org/drawingml/2006/main"/>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43" name="Bildplatzhalter 39">
            <a:extLst xmlns:a="http://schemas.openxmlformats.org/drawingml/2006/main">
              <a:ext uri="{FF2B5EF4-FFF2-40B4-BE49-F238E27FC236}">
                <a16:creationId xmlns:a16="http://schemas.microsoft.com/office/drawing/2014/main" id="{84459BBE-6637-4876-73FF-919792576FB2}"/>
              </a:ext>
            </a:extLst>
          </p:cNvPr>
          <p:cNvSpPr>
            <a:spLocks xmlns:a="http://schemas.openxmlformats.org/drawingml/2006/main" noGrp="1"/>
          </p:cNvSpPr>
          <p:nvPr>
            <p:ph type="pic" idx="18"/>
          </p:nvPr>
        </p:nvSpPr>
        <p:spPr>
          <a:xfrm xmlns:a="http://schemas.openxmlformats.org/drawingml/2006/main">
            <a:off x="4437761" y="620688"/>
            <a:ext cx="1512000" cy="1512000"/>
          </a:xfrm>
          <a:prstGeom xmlns:a="http://schemas.openxmlformats.org/drawingml/2006/main" prst="round2DiagRect">
            <a:avLst/>
          </a:prstGeom>
          <a:ln xmlns:a="http://schemas.openxmlformats.org/drawingml/2006/main" w="12700">
            <a:solidFill>
              <a:schemeClr val="bg1"/>
            </a:solidFill>
          </a:ln>
        </p:spPr>
        <p:txBody>
          <a:bodyPr xmlns:a="http://schemas.openxmlformats.org/drawingml/2006/main"/>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6" name="Datumsplatzhalter 14">
            <a:extLst xmlns:a="http://schemas.openxmlformats.org/drawingml/2006/main">
              <a:ext uri="{FF2B5EF4-FFF2-40B4-BE49-F238E27FC236}">
                <a16:creationId xmlns:a16="http://schemas.microsoft.com/office/drawing/2014/main" id="{A16C1974-CB08-C3E4-4777-685714C0FDF5}"/>
              </a:ext>
            </a:extLst>
          </p:cNvPr>
          <p:cNvSpPr>
            <a:spLocks xmlns:a="http://schemas.openxmlformats.org/drawingml/2006/main" noGrp="1"/>
          </p:cNvSpPr>
          <p:nvPr>
            <p:ph type="dt" idx="28"/>
          </p:nvPr>
        </p:nvSpPr>
        <p:spPr>
          <a:xfrm xmlns:a="http://schemas.openxmlformats.org/drawingml/2006/main">
            <a:off x="1198800" y="6573600"/>
            <a:ext cx="1944000" cy="144000"/>
          </a:xfrm>
        </p:spPr>
        <p:txBody>
          <a:bodyPr xmlns:a="http://schemas.openxmlformats.org/drawingml/2006/main"/>
          <a:lstStyle xmlns:a="http://schemas.openxmlformats.org/drawingml/2006/main"/>
          <a:p xmlns:a="http://schemas.openxmlformats.org/drawingml/2006/main">
            <a:r>
              <a:t>Intern, TT.MM.JJJJ</a:t>
            </a:r>
            <a:endParaRPr sz="800"/>
          </a:p>
        </p:txBody>
      </p:sp>
      <p:sp>
        <p:nvSpPr>
          <p:cNvPr id="11" name="Verbund">
            <a:extLst xmlns:a="http://schemas.openxmlformats.org/drawingml/2006/main">
              <a:ext uri="{FF2B5EF4-FFF2-40B4-BE49-F238E27FC236}">
                <a16:creationId xmlns:a16="http://schemas.microsoft.com/office/drawing/2014/main" id="{1C415E99-4B8C-2A41-7B20-D94F13E3A3B7}"/>
              </a:ext>
            </a:extLst>
          </p:cNvPr>
          <p:cNvSpPr>
            <a:spLocks xmlns:a="http://schemas.openxmlformats.org/drawingml/2006/main" noGrp="1"/>
          </p:cNvSpPr>
          <p:nvPr/>
        </p:nvSpPr>
        <p:spPr>
          <a:xfrm xmlns:a="http://schemas.openxmlformats.org/drawingml/2006/main">
            <a:off x="9572637" y="6588000"/>
            <a:ext cx="2356011" cy="144000"/>
          </a:xfrm>
          <a:prstGeom xmlns:a="http://schemas.openxmlformats.org/drawingml/2006/main" prst="rect">
            <a:avLst/>
          </a:prstGeom>
          <a:noFill xmlns:a="http://schemas.openxmlformats.org/drawingml/2006/main"/>
        </p:spPr>
        <p:txBody>
          <a:bodyPr xmlns:a="http://schemas.openxmlformats.org/drawingml/2006/main" wrap="square" lIns="0" tIns="0" rIns="0" bIns="0" anchor="b">
            <a:noAutofit/>
          </a:bodyPr>
          <a:lstStyle xmlns:a="http://schemas.openxmlformats.org/drawingml/2006/main"/>
          <a:p xmlns:a="http://schemas.openxmlformats.org/drawingml/2006/main">
            <a:pPr marL="0" marR="0" lvl="0" indent="0" algn="r" defTabSz="914115">
              <a:lnSpc>
                <a:spcPct val="100000"/>
              </a:lnSpc>
              <a:spcBef>
                <a:spcPts val="299"/>
              </a:spcBef>
              <a:spcAft>
                <a:spcPts val="299"/>
              </a:spcAft>
              <a:buClrTx/>
              <a:buSzTx/>
              <a:buFont typeface="Arial"/>
              <a:buNone/>
            </a:pPr>
            <a:r>
              <a:rPr sz="950" b="0" i="0" u="none" cap="none">
                <a:ln>
                  <a:noFill/>
                </a:ln>
                <a:solidFill>
                  <a:srgbClr val="24282C"/>
                </a:solidFill>
                <a:latin typeface="+mj-lt"/>
                <a:ea typeface="+mj-lt"/>
                <a:cs typeface="+mj-lt"/>
              </a:rPr>
              <a:t>Sparkassen-Finanzgruppe</a:t>
            </a:r>
          </a:p>
        </p:txBody>
      </p:sp>
      <p:sp>
        <p:nvSpPr>
          <p:cNvPr id="14" name="Caption">
            <a:extLst xmlns:a="http://schemas.openxmlformats.org/drawingml/2006/main">
              <a:ext uri="{FF2B5EF4-FFF2-40B4-BE49-F238E27FC236}">
                <a16:creationId xmlns:a16="http://schemas.microsoft.com/office/drawing/2014/main" id="{33D558AB-0DDB-5A35-4059-A2B3B10929B3}"/>
              </a:ext>
            </a:extLst>
          </p:cNvPr>
          <p:cNvSpPr>
            <a:spLocks xmlns:a="http://schemas.openxmlformats.org/drawingml/2006/main" noGrp="1"/>
          </p:cNvSpPr>
          <p:nvPr/>
        </p:nvSpPr>
        <p:spPr>
          <a:xfrm xmlns:a="http://schemas.openxmlformats.org/drawingml/2006/main">
            <a:off x="262800" y="6573600"/>
            <a:ext cx="864256" cy="144000"/>
          </a:xfrm>
          <a:prstGeom xmlns:a="http://schemas.openxmlformats.org/drawingml/2006/main" prst="rect">
            <a:avLst/>
          </a:prstGeom>
          <a:noFill xmlns:a="http://schemas.openxmlformats.org/drawingml/2006/main"/>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tIns="0" rIns="0" bIns="0" anchor="b"/>
          <a:lstStyle xmlns:a="http://schemas.openxmlformats.org/drawingml/2006/main"/>
          <a:p xmlns:a="http://schemas.openxmlformats.org/drawingml/2006/main">
            <a:pPr lvl="0">
              <a:spcBef>
                <a:spcPts val="300"/>
              </a:spcBef>
              <a:spcAft>
                <a:spcPts val="300"/>
              </a:spcAft>
              <a:buNone/>
              <a:tabLst>
                <a:tab pos="898525" algn="l"/>
              </a:tabLst>
            </a:pPr>
            <a:r>
              <a:rPr sz="800">
                <a:solidFill>
                  <a:srgbClr val="24282C"/>
                </a:solidFill>
                <a:latin typeface="+mn-lt"/>
                <a:ea typeface="+mn-lt"/>
                <a:cs typeface="+mn-lt"/>
              </a:rPr>
              <a:t>Sensitivitätsstufe:</a:t>
            </a:r>
          </a:p>
        </p:txBody>
      </p:sp>
    </p:spTree>
  </p:cSld>
</p:sldLayout>
</file>

<file path=ppt/slideLayouts/slideLayout4.xml><?xml version="1.0" encoding="utf-8"?>
<p:sldLayout xmlns:p="http://schemas.openxmlformats.org/presentationml/2006/main" preserve="1" userDrawn="1">
  <p:cSld name="Agenda lang">
    <p:spTree>
      <p:nvGrpSpPr>
        <p:cNvPr id="1" name=""/>
        <p:cNvGrpSpPr/>
        <p:nvPr/>
      </p:nvGrpSpPr>
      <p:grpSpPr>
        <a:xfrm xmlns:a="http://schemas.openxmlformats.org/drawingml/2006/main"/>
      </p:grpSpPr>
      <p:sp>
        <p:nvSpPr>
          <p:cNvPr id="6" name="Rote Fläche">
            <a:extLst xmlns:a="http://schemas.openxmlformats.org/drawingml/2006/main">
              <a:ext uri="{FF2B5EF4-FFF2-40B4-BE49-F238E27FC236}">
                <a16:creationId xmlns:a16="http://schemas.microsoft.com/office/drawing/2014/main" id="{BAF61FBD-2008-7CD5-BAC8-631E9AC4F5DA}"/>
              </a:ext>
            </a:extLst>
          </p:cNvPr>
          <p:cNvSpPr>
            <a:spLocks xmlns:a="http://schemas.openxmlformats.org/drawingml/2006/main" noGrp="1"/>
          </p:cNvSpPr>
          <p:nvPr/>
        </p:nvSpPr>
        <p:spPr>
          <a:xfrm xmlns:a="http://schemas.openxmlformats.org/drawingml/2006/main" rot="16200000" flipH="1" flipV="1">
            <a:off x="2472205" y="-2210919"/>
            <a:ext cx="6047437" cy="10991851"/>
          </a:xfrm>
          <a:prstGeom xmlns:a="http://schemas.openxmlformats.org/drawingml/2006/main" prst="round2SameRect">
            <a:avLst>
              <a:gd name="adj1" fmla="val 14776"/>
              <a:gd name="adj2" fmla="val 0"/>
            </a:avLst>
          </a:prstGeom>
          <a:gradFill xmlns:a="http://schemas.openxmlformats.org/drawingml/2006/main">
            <a:gsLst>
              <a:gs pos="0">
                <a:srgbClr val="9B348E"/>
              </a:gs>
              <a:gs pos="33000">
                <a:schemeClr val="bg2"/>
              </a:gs>
            </a:gsLst>
            <a:lin ang="8400000" scaled="0"/>
          </a:gradFill>
          <a:ln xmlns:a="http://schemas.openxmlformats.org/drawingml/2006/main">
            <a:no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4" name="Topline">
            <a:extLst xmlns:a="http://schemas.openxmlformats.org/drawingml/2006/main">
              <a:ext uri="{FF2B5EF4-FFF2-40B4-BE49-F238E27FC236}">
                <a16:creationId xmlns:a16="http://schemas.microsoft.com/office/drawing/2014/main" id="{C1013B81-EB24-B25A-3218-D23B76A8900E}"/>
              </a:ext>
            </a:extLst>
          </p:cNvPr>
          <p:cNvSpPr>
            <a:spLocks xmlns:a="http://schemas.openxmlformats.org/drawingml/2006/main" noGrp="1"/>
          </p:cNvSpPr>
          <p:nvPr>
            <p:ph type="body" idx="39" hasCustomPrompt="1"/>
          </p:nvPr>
        </p:nvSpPr>
        <p:spPr>
          <a:xfrm xmlns:a="http://schemas.openxmlformats.org/drawingml/2006/main">
            <a:off x="695401" y="548680"/>
            <a:ext cx="9937674" cy="288000"/>
          </a:xfrm>
        </p:spPr>
        <p:txBody>
          <a:bodyPr xmlns:a="http://schemas.openxmlformats.org/drawingml/2006/main" anchor="b"/>
          <a:lstStyle xmlns:a="http://schemas.openxmlformats.org/drawingml/2006/main">
            <a:lvl1pPr marL="0" indent="0">
              <a:spcAft>
                <a:spcPts val="0"/>
              </a:spcAft>
              <a:buFontTx/>
              <a:buNone/>
              <a:defRPr sz="1400">
                <a:solidFill>
                  <a:schemeClr val="bg1"/>
                </a:solidFill>
                <a:latin typeface="+mn-lt"/>
                <a:ea typeface="+mn-lt"/>
                <a:cs typeface="+mn-lt"/>
              </a:defRPr>
            </a:lvl1pPr>
            <a:lvl2pPr marL="0" indent="0">
              <a:spcAft>
                <a:spcPts val="0"/>
              </a:spcAft>
              <a:buFontTx/>
              <a:buNone/>
              <a:defRPr sz="1400">
                <a:solidFill>
                  <a:schemeClr val="bg1"/>
                </a:solidFill>
                <a:latin typeface="+mn-lt"/>
                <a:ea typeface="+mn-lt"/>
                <a:cs typeface="+mn-lt"/>
              </a:defRPr>
            </a:lvl2pPr>
            <a:lvl3pPr marL="0" indent="0">
              <a:spcAft>
                <a:spcPts val="0"/>
              </a:spcAft>
              <a:buFontTx/>
              <a:buNone/>
              <a:defRPr sz="1400">
                <a:solidFill>
                  <a:schemeClr val="bg1"/>
                </a:solidFill>
                <a:latin typeface="+mn-lt"/>
                <a:ea typeface="+mn-lt"/>
                <a:cs typeface="+mn-lt"/>
              </a:defRPr>
            </a:lvl3pPr>
            <a:lvl4pPr marL="0" indent="0">
              <a:spcAft>
                <a:spcPts val="0"/>
              </a:spcAft>
              <a:buFontTx/>
              <a:buNone/>
              <a:defRPr sz="1400">
                <a:solidFill>
                  <a:schemeClr val="bg1"/>
                </a:solidFill>
                <a:latin typeface="+mn-lt"/>
                <a:ea typeface="+mn-lt"/>
                <a:cs typeface="+mn-lt"/>
              </a:defRPr>
            </a:lvl4pPr>
            <a:lvl5pPr marL="0" indent="0">
              <a:spcAft>
                <a:spcPts val="0"/>
              </a:spcAft>
              <a:buFontTx/>
              <a:buNone/>
              <a:defRPr sz="1400">
                <a:solidFill>
                  <a:schemeClr val="bg1"/>
                </a:solidFill>
                <a:latin typeface="+mn-lt"/>
                <a:ea typeface="+mn-lt"/>
                <a:cs typeface="+mn-lt"/>
              </a:defRPr>
            </a:lvl5pPr>
            <a:lvl6pPr marL="0" indent="0">
              <a:spcAft>
                <a:spcPts val="0"/>
              </a:spcAft>
              <a:buFontTx/>
              <a:buNone/>
              <a:defRPr sz="1400">
                <a:solidFill>
                  <a:schemeClr val="bg1"/>
                </a:solidFill>
                <a:latin typeface="+mn-lt"/>
                <a:ea typeface="+mn-lt"/>
                <a:cs typeface="+mn-lt"/>
              </a:defRPr>
            </a:lvl6pPr>
            <a:lvl7pPr marL="0" indent="0">
              <a:spcAft>
                <a:spcPts val="0"/>
              </a:spcAft>
              <a:buFontTx/>
              <a:buNone/>
              <a:defRPr sz="1400">
                <a:solidFill>
                  <a:schemeClr val="bg1"/>
                </a:solidFill>
                <a:latin typeface="+mn-lt"/>
                <a:ea typeface="+mn-lt"/>
                <a:cs typeface="+mn-lt"/>
              </a:defRPr>
            </a:lvl7pPr>
            <a:lvl8pPr marL="0" indent="0">
              <a:spcAft>
                <a:spcPts val="0"/>
              </a:spcAft>
              <a:buFontTx/>
              <a:buNone/>
              <a:defRPr sz="1400">
                <a:solidFill>
                  <a:schemeClr val="bg1"/>
                </a:solidFill>
                <a:latin typeface="+mn-lt"/>
                <a:ea typeface="+mn-lt"/>
                <a:cs typeface="+mn-lt"/>
              </a:defRPr>
            </a:lvl8pPr>
            <a:lvl9pPr marL="0" indent="0">
              <a:spcAft>
                <a:spcPts val="0"/>
              </a:spcAft>
              <a:buFontTx/>
              <a:buNone/>
              <a:defRPr sz="1400">
                <a:solidFill>
                  <a:schemeClr val="bg1"/>
                </a:solidFill>
                <a:latin typeface="+mn-lt"/>
                <a:ea typeface="+mn-lt"/>
                <a:cs typeface="+mn-lt"/>
              </a:defRPr>
            </a:lvl9pPr>
          </a:lstStyle>
          <a:p xmlns:a="http://schemas.openxmlformats.org/drawingml/2006/main">
            <a:pPr lvl="0">
              <a:buNone/>
            </a:pPr>
            <a:r>
              <a:t>Optionale </a:t>
            </a:r>
            <a:r>
              <a:t>Topline</a:t>
            </a:r>
            <a:r>
              <a:t> hinzufügen</a:t>
            </a:r>
          </a:p>
        </p:txBody>
      </p:sp>
      <p:sp>
        <p:nvSpPr>
          <p:cNvPr id="3" name="Titel 2">
            <a:extLst xmlns:a="http://schemas.openxmlformats.org/drawingml/2006/main">
              <a:ext uri="{FF2B5EF4-FFF2-40B4-BE49-F238E27FC236}">
                <a16:creationId xmlns:a16="http://schemas.microsoft.com/office/drawing/2014/main" id="{20A31F61-A5D5-B4DE-A616-9177151104A1}"/>
              </a:ext>
            </a:extLst>
          </p:cNvPr>
          <p:cNvSpPr>
            <a:spLocks xmlns:a="http://schemas.openxmlformats.org/drawingml/2006/main" noGrp="1"/>
          </p:cNvSpPr>
          <p:nvPr>
            <p:ph type="title" idx="0" hasCustomPrompt="1"/>
          </p:nvPr>
        </p:nvSpPr>
        <p:spPr>
          <a:xfrm xmlns:a="http://schemas.openxmlformats.org/drawingml/2006/main">
            <a:off x="695325" y="908720"/>
            <a:ext cx="9936000" cy="576064"/>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Agendatitel</a:t>
            </a:r>
            <a:r>
              <a:t> hinzufügen</a:t>
            </a:r>
          </a:p>
        </p:txBody>
      </p:sp>
      <p:sp>
        <p:nvSpPr>
          <p:cNvPr id="12" name="Textplatzhalter 11">
            <a:extLst xmlns:a="http://schemas.openxmlformats.org/drawingml/2006/main">
              <a:ext uri="{FF2B5EF4-FFF2-40B4-BE49-F238E27FC236}">
                <a16:creationId xmlns:a16="http://schemas.microsoft.com/office/drawing/2014/main" id="{9F9C31DD-5053-A7DB-0918-DCC8EEBFFEAB}"/>
              </a:ext>
            </a:extLst>
          </p:cNvPr>
          <p:cNvSpPr>
            <a:spLocks xmlns:a="http://schemas.openxmlformats.org/drawingml/2006/main" noGrp="1"/>
          </p:cNvSpPr>
          <p:nvPr>
            <p:ph type="body" idx="42" hasCustomPrompt="1"/>
          </p:nvPr>
        </p:nvSpPr>
        <p:spPr>
          <a:xfrm xmlns:a="http://schemas.openxmlformats.org/drawingml/2006/main">
            <a:off x="695325" y="1918800"/>
            <a:ext cx="432000" cy="432000"/>
          </a:xfrm>
          <a:prstGeom xmlns:a="http://schemas.openxmlformats.org/drawingml/2006/main" prst="ellipse">
            <a:avLst/>
          </a:prstGeom>
          <a:solidFill xmlns:a="http://schemas.openxmlformats.org/drawingml/2006/main">
            <a:schemeClr val="bg1">
              <a:alpha val="0"/>
            </a:schemeClr>
          </a:solidFill>
          <a:ln xmlns:a="http://schemas.openxmlformats.org/drawingml/2006/main" w="12700">
            <a:solidFill>
              <a:schemeClr val="bg1"/>
            </a:solidFill>
          </a:ln>
        </p:spPr>
        <p:txBody>
          <a:bodyPr xmlns:a="http://schemas.openxmlformats.org/drawingml/2006/main" wrap="none" anchor="ctr"/>
          <a:lstStyle xmlns:a="http://schemas.openxmlformats.org/drawingml/2006/main">
            <a:lvl1pPr marL="0" indent="0" algn="ctr">
              <a:lnSpc>
                <a:spcPct val="100000"/>
              </a:lnSpc>
              <a:spcAft>
                <a:spcPts val="0"/>
              </a:spcAft>
              <a:buFontTx/>
              <a:buNone/>
              <a:defRPr sz="2400" b="0" spc="-100">
                <a:solidFill>
                  <a:schemeClr val="bg1"/>
                </a:solidFill>
                <a:latin typeface="+mn-lt"/>
                <a:ea typeface="+mn-lt"/>
                <a:cs typeface="+mn-lt"/>
              </a:defRPr>
            </a:lvl1pPr>
            <a:lvl2pPr marL="0" indent="0" algn="ctr">
              <a:lnSpc>
                <a:spcPct val="100000"/>
              </a:lnSpc>
              <a:spcAft>
                <a:spcPts val="0"/>
              </a:spcAft>
              <a:buFontTx/>
              <a:buNone/>
              <a:defRPr sz="2400" b="0" spc="-100">
                <a:solidFill>
                  <a:schemeClr val="bg1"/>
                </a:solidFill>
                <a:latin typeface="+mn-lt"/>
                <a:ea typeface="+mn-lt"/>
                <a:cs typeface="+mn-lt"/>
              </a:defRPr>
            </a:lvl2pPr>
            <a:lvl3pPr marL="0" indent="0" algn="ctr">
              <a:lnSpc>
                <a:spcPct val="100000"/>
              </a:lnSpc>
              <a:spcAft>
                <a:spcPts val="0"/>
              </a:spcAft>
              <a:buFontTx/>
              <a:buNone/>
              <a:defRPr sz="2400" b="0" spc="-100">
                <a:solidFill>
                  <a:schemeClr val="bg1"/>
                </a:solidFill>
                <a:latin typeface="+mn-lt"/>
                <a:ea typeface="+mn-lt"/>
                <a:cs typeface="+mn-lt"/>
              </a:defRPr>
            </a:lvl3pPr>
            <a:lvl4pPr marL="0" indent="0" algn="ctr">
              <a:lnSpc>
                <a:spcPct val="100000"/>
              </a:lnSpc>
              <a:spcAft>
                <a:spcPts val="0"/>
              </a:spcAft>
              <a:buFontTx/>
              <a:buNone/>
              <a:defRPr sz="2400" b="0" spc="-100">
                <a:solidFill>
                  <a:schemeClr val="bg1"/>
                </a:solidFill>
                <a:latin typeface="+mn-lt"/>
                <a:ea typeface="+mn-lt"/>
                <a:cs typeface="+mn-lt"/>
              </a:defRPr>
            </a:lvl4pPr>
            <a:lvl5pPr marL="0" indent="0" algn="ctr">
              <a:lnSpc>
                <a:spcPct val="100000"/>
              </a:lnSpc>
              <a:spcAft>
                <a:spcPts val="0"/>
              </a:spcAft>
              <a:buFontTx/>
              <a:buNone/>
              <a:defRPr sz="2400" b="0" spc="-100">
                <a:solidFill>
                  <a:schemeClr val="bg1"/>
                </a:solidFill>
                <a:latin typeface="+mn-lt"/>
                <a:ea typeface="+mn-lt"/>
                <a:cs typeface="+mn-lt"/>
              </a:defRPr>
            </a:lvl5pPr>
            <a:lvl6pPr marL="0" indent="0" algn="ctr">
              <a:lnSpc>
                <a:spcPct val="100000"/>
              </a:lnSpc>
              <a:spcAft>
                <a:spcPts val="0"/>
              </a:spcAft>
              <a:buFontTx/>
              <a:buNone/>
              <a:defRPr sz="2400" b="0" spc="-100">
                <a:solidFill>
                  <a:schemeClr val="bg1"/>
                </a:solidFill>
                <a:latin typeface="+mn-lt"/>
                <a:ea typeface="+mn-lt"/>
                <a:cs typeface="+mn-lt"/>
              </a:defRPr>
            </a:lvl6pPr>
            <a:lvl7pPr marL="0" indent="0" algn="ctr">
              <a:lnSpc>
                <a:spcPct val="100000"/>
              </a:lnSpc>
              <a:spcAft>
                <a:spcPts val="0"/>
              </a:spcAft>
              <a:buFontTx/>
              <a:buNone/>
              <a:defRPr sz="2400" b="0" spc="-100">
                <a:solidFill>
                  <a:schemeClr val="bg1"/>
                </a:solidFill>
              </a:defRPr>
            </a:lvl7pPr>
            <a:lvl8pPr marL="0" indent="0" algn="ctr">
              <a:lnSpc>
                <a:spcPct val="100000"/>
              </a:lnSpc>
              <a:spcAft>
                <a:spcPts val="0"/>
              </a:spcAft>
              <a:buFontTx/>
              <a:buNone/>
              <a:defRPr sz="2400" b="0" spc="-100">
                <a:solidFill>
                  <a:schemeClr val="bg1"/>
                </a:solidFill>
              </a:defRPr>
            </a:lvl8pPr>
            <a:lvl9pPr marL="0" indent="0" algn="ctr">
              <a:lnSpc>
                <a:spcPct val="100000"/>
              </a:lnSpc>
              <a:spcAft>
                <a:spcPts val="0"/>
              </a:spcAft>
              <a:buFontTx/>
              <a:buNone/>
              <a:defRPr sz="2400" b="0" spc="-100">
                <a:solidFill>
                  <a:schemeClr val="bg1"/>
                </a:solidFill>
              </a:defRPr>
            </a:lvl9pPr>
          </a:lstStyle>
          <a:p xmlns:a="http://schemas.openxmlformats.org/drawingml/2006/main">
            <a:pPr lvl="0">
              <a:buNone/>
            </a:pPr>
            <a:r>
              <a:t>0</a:t>
            </a:r>
          </a:p>
        </p:txBody>
      </p:sp>
      <p:sp>
        <p:nvSpPr>
          <p:cNvPr id="14" name="Textplatzhalter 13">
            <a:extLst xmlns:a="http://schemas.openxmlformats.org/drawingml/2006/main">
              <a:ext uri="{FF2B5EF4-FFF2-40B4-BE49-F238E27FC236}">
                <a16:creationId xmlns:a16="http://schemas.microsoft.com/office/drawing/2014/main" id="{4661D413-0E66-4F1F-BDCF-544DC8E41603}"/>
              </a:ext>
            </a:extLst>
          </p:cNvPr>
          <p:cNvSpPr>
            <a:spLocks xmlns:a="http://schemas.openxmlformats.org/drawingml/2006/main" noGrp="1"/>
          </p:cNvSpPr>
          <p:nvPr>
            <p:ph type="body" idx="43" hasCustomPrompt="1"/>
          </p:nvPr>
        </p:nvSpPr>
        <p:spPr>
          <a:xfrm xmlns:a="http://schemas.openxmlformats.org/drawingml/2006/main">
            <a:off x="1343025" y="1989138"/>
            <a:ext cx="4104000" cy="576000"/>
          </a:xfrm>
        </p:spPr>
        <p:txBody>
          <a:bodyPr xmlns:a="http://schemas.openxmlformats.org/drawingml/2006/main" tIns="36000"/>
          <a:lstStyle xmlns:a="http://schemas.openxmlformats.org/drawingml/2006/main">
            <a:lvl1pPr>
              <a:lnSpc>
                <a:spcPct val="100000"/>
              </a:lnSpc>
              <a:spcAft>
                <a:spcPts val="0"/>
              </a:spcAft>
              <a:buFontTx/>
              <a:buNone/>
              <a:defRPr>
                <a:solidFill>
                  <a:schemeClr val="bg1"/>
                </a:solidFill>
              </a:defRPr>
            </a:lvl1pPr>
            <a:lvl2pPr marL="0" indent="0">
              <a:lnSpc>
                <a:spcPct val="100000"/>
              </a:lnSpc>
              <a:spcAft>
                <a:spcPts val="0"/>
              </a:spcAft>
              <a:buFontTx/>
              <a:buNone/>
              <a:defRPr sz="1600">
                <a:solidFill>
                  <a:schemeClr val="bg1"/>
                </a:solidFill>
                <a:latin typeface="+mn-lt"/>
                <a:ea typeface="+mn-lt"/>
                <a:cs typeface="+mn-lt"/>
              </a:defRPr>
            </a:lvl2pPr>
            <a:lvl3pPr marL="0" indent="0">
              <a:lnSpc>
                <a:spcPct val="100000"/>
              </a:lnSpc>
              <a:spcAft>
                <a:spcPts val="0"/>
              </a:spcAft>
              <a:buFontTx/>
              <a:buNone/>
              <a:defRPr sz="1600">
                <a:solidFill>
                  <a:schemeClr val="bg1"/>
                </a:solidFill>
                <a:latin typeface="+mn-lt"/>
                <a:ea typeface="+mn-lt"/>
                <a:cs typeface="+mn-lt"/>
              </a:defRPr>
            </a:lvl3pPr>
            <a:lvl4pPr marL="0" indent="0">
              <a:lnSpc>
                <a:spcPct val="100000"/>
              </a:lnSpc>
              <a:spcAft>
                <a:spcPts val="0"/>
              </a:spcAft>
              <a:buFontTx/>
              <a:buNone/>
              <a:defRPr sz="1600">
                <a:solidFill>
                  <a:schemeClr val="bg1"/>
                </a:solidFill>
                <a:latin typeface="+mn-lt"/>
                <a:ea typeface="+mn-lt"/>
                <a:cs typeface="+mn-lt"/>
              </a:defRPr>
            </a:lvl4pPr>
            <a:lvl5pPr marL="0" indent="0">
              <a:lnSpc>
                <a:spcPct val="100000"/>
              </a:lnSpc>
              <a:spcAft>
                <a:spcPts val="0"/>
              </a:spcAft>
              <a:buFontTx/>
              <a:buNone/>
              <a:defRPr sz="1600">
                <a:solidFill>
                  <a:schemeClr val="bg1"/>
                </a:solidFill>
                <a:latin typeface="+mn-lt"/>
                <a:ea typeface="+mn-lt"/>
                <a:cs typeface="+mn-lt"/>
              </a:defRPr>
            </a:lvl5pPr>
            <a:lvl6pPr marL="0" indent="0">
              <a:lnSpc>
                <a:spcPct val="100000"/>
              </a:lnSpc>
              <a:spcAft>
                <a:spcPts val="0"/>
              </a:spcAft>
              <a:buFontTx/>
              <a:buNone/>
              <a:defRPr sz="1600">
                <a:solidFill>
                  <a:schemeClr val="bg1"/>
                </a:solidFill>
                <a:latin typeface="+mn-lt"/>
                <a:ea typeface="+mn-lt"/>
                <a:cs typeface="+mn-lt"/>
              </a:defRPr>
            </a:lvl6pPr>
            <a:lvl7pPr marL="0" indent="0">
              <a:lnSpc>
                <a:spcPct val="100000"/>
              </a:lnSpc>
              <a:spcAft>
                <a:spcPts val="0"/>
              </a:spcAft>
              <a:buFontTx/>
              <a:buNone/>
              <a:defRPr sz="1600">
                <a:solidFill>
                  <a:schemeClr val="bg1"/>
                </a:solidFill>
                <a:latin typeface="+mn-lt"/>
                <a:ea typeface="+mn-lt"/>
                <a:cs typeface="+mn-lt"/>
              </a:defRPr>
            </a:lvl7pPr>
            <a:lvl8pPr marL="0" indent="0">
              <a:lnSpc>
                <a:spcPct val="100000"/>
              </a:lnSpc>
              <a:spcAft>
                <a:spcPts val="0"/>
              </a:spcAft>
              <a:buFontTx/>
              <a:buNone/>
              <a:defRPr sz="1600">
                <a:solidFill>
                  <a:schemeClr val="bg1"/>
                </a:solidFill>
                <a:latin typeface="+mn-lt"/>
                <a:ea typeface="+mn-lt"/>
                <a:cs typeface="+mn-lt"/>
              </a:defRPr>
            </a:lvl8pPr>
            <a:lvl9pPr marL="0" indent="0">
              <a:lnSpc>
                <a:spcPct val="100000"/>
              </a:lnSpc>
              <a:spcAft>
                <a:spcPts val="0"/>
              </a:spcAft>
              <a:buFontTx/>
              <a:buNone/>
              <a:defRPr sz="1600">
                <a:solidFill>
                  <a:schemeClr val="bg1"/>
                </a:solidFill>
                <a:latin typeface="+mn-lt"/>
                <a:ea typeface="+mn-lt"/>
                <a:cs typeface="+mn-lt"/>
              </a:defRPr>
            </a:lvl9pPr>
          </a:lstStyle>
          <a:p xmlns:a="http://schemas.openxmlformats.org/drawingml/2006/main">
            <a:pPr lvl="0">
              <a:buNone/>
            </a:pPr>
            <a:r>
              <a:t>Agendapunkt</a:t>
            </a:r>
            <a:r>
              <a:t> hinzufügen</a:t>
            </a:r>
          </a:p>
          <a:p xmlns:a="http://schemas.openxmlformats.org/drawingml/2006/main">
            <a:pPr lvl="1">
              <a:buNone/>
            </a:pPr>
            <a:r>
              <a:t>Zweite Ebene</a:t>
            </a:r>
          </a:p>
        </p:txBody>
      </p:sp>
      <p:sp>
        <p:nvSpPr>
          <p:cNvPr id="55" name="Textplatzhalter 11">
            <a:extLst xmlns:a="http://schemas.openxmlformats.org/drawingml/2006/main">
              <a:ext uri="{FF2B5EF4-FFF2-40B4-BE49-F238E27FC236}">
                <a16:creationId xmlns:a16="http://schemas.microsoft.com/office/drawing/2014/main" id="{848F521B-39B8-C384-EC58-F527D568DB2D}"/>
              </a:ext>
            </a:extLst>
          </p:cNvPr>
          <p:cNvSpPr>
            <a:spLocks xmlns:a="http://schemas.openxmlformats.org/drawingml/2006/main" noGrp="1"/>
          </p:cNvSpPr>
          <p:nvPr>
            <p:ph type="body" idx="44" hasCustomPrompt="1"/>
          </p:nvPr>
        </p:nvSpPr>
        <p:spPr>
          <a:xfrm xmlns:a="http://schemas.openxmlformats.org/drawingml/2006/main">
            <a:off x="695400" y="2710654"/>
            <a:ext cx="432000" cy="432000"/>
          </a:xfrm>
          <a:prstGeom xmlns:a="http://schemas.openxmlformats.org/drawingml/2006/main" prst="ellipse">
            <a:avLst/>
          </a:prstGeom>
          <a:solidFill xmlns:a="http://schemas.openxmlformats.org/drawingml/2006/main">
            <a:schemeClr val="bg1">
              <a:alpha val="0"/>
            </a:schemeClr>
          </a:solidFill>
          <a:ln xmlns:a="http://schemas.openxmlformats.org/drawingml/2006/main" w="12700">
            <a:solidFill>
              <a:schemeClr val="bg1"/>
            </a:solidFill>
          </a:ln>
        </p:spPr>
        <p:txBody>
          <a:bodyPr xmlns:a="http://schemas.openxmlformats.org/drawingml/2006/main" wrap="none" anchor="ctr"/>
          <a:lstStyle xmlns:a="http://schemas.openxmlformats.org/drawingml/2006/main">
            <a:lvl1pPr marL="0" indent="0" algn="ctr">
              <a:lnSpc>
                <a:spcPct val="100000"/>
              </a:lnSpc>
              <a:spcAft>
                <a:spcPts val="0"/>
              </a:spcAft>
              <a:buFontTx/>
              <a:buNone/>
              <a:defRPr sz="2400" spc="-100">
                <a:solidFill>
                  <a:schemeClr val="bg1"/>
                </a:solidFill>
                <a:latin typeface="+mn-lt"/>
                <a:ea typeface="+mn-lt"/>
                <a:cs typeface="+mn-lt"/>
              </a:defRPr>
            </a:lvl1pPr>
            <a:lvl2pPr marL="0" indent="0" algn="ctr">
              <a:lnSpc>
                <a:spcPct val="100000"/>
              </a:lnSpc>
              <a:spcAft>
                <a:spcPts val="0"/>
              </a:spcAft>
              <a:buFontTx/>
              <a:buNone/>
              <a:defRPr sz="2400" spc="-100">
                <a:solidFill>
                  <a:schemeClr val="bg1"/>
                </a:solidFill>
                <a:latin typeface="+mn-lt"/>
                <a:ea typeface="+mn-lt"/>
                <a:cs typeface="+mn-lt"/>
              </a:defRPr>
            </a:lvl2pPr>
            <a:lvl3pPr marL="0" indent="0" algn="ctr">
              <a:lnSpc>
                <a:spcPct val="100000"/>
              </a:lnSpc>
              <a:spcAft>
                <a:spcPts val="0"/>
              </a:spcAft>
              <a:buFontTx/>
              <a:buNone/>
              <a:defRPr sz="2400" spc="-100">
                <a:solidFill>
                  <a:schemeClr val="bg1"/>
                </a:solidFill>
                <a:latin typeface="+mn-lt"/>
                <a:ea typeface="+mn-lt"/>
                <a:cs typeface="+mn-lt"/>
              </a:defRPr>
            </a:lvl3pPr>
            <a:lvl4pPr marL="0" indent="0" algn="ctr">
              <a:lnSpc>
                <a:spcPct val="100000"/>
              </a:lnSpc>
              <a:spcAft>
                <a:spcPts val="0"/>
              </a:spcAft>
              <a:buFontTx/>
              <a:buNone/>
              <a:defRPr sz="2400" spc="-100">
                <a:solidFill>
                  <a:schemeClr val="bg1"/>
                </a:solidFill>
                <a:latin typeface="+mn-lt"/>
                <a:ea typeface="+mn-lt"/>
                <a:cs typeface="+mn-lt"/>
              </a:defRPr>
            </a:lvl4pPr>
            <a:lvl5pPr marL="0" indent="0" algn="ctr">
              <a:lnSpc>
                <a:spcPct val="100000"/>
              </a:lnSpc>
              <a:spcAft>
                <a:spcPts val="0"/>
              </a:spcAft>
              <a:buFontTx/>
              <a:buNone/>
              <a:defRPr sz="2400" spc="-100">
                <a:solidFill>
                  <a:schemeClr val="bg1"/>
                </a:solidFill>
                <a:latin typeface="+mn-lt"/>
                <a:ea typeface="+mn-lt"/>
                <a:cs typeface="+mn-lt"/>
              </a:defRPr>
            </a:lvl5pPr>
            <a:lvl6pPr marL="0" indent="0" algn="ctr">
              <a:lnSpc>
                <a:spcPct val="100000"/>
              </a:lnSpc>
              <a:spcAft>
                <a:spcPts val="0"/>
              </a:spcAft>
              <a:buFontTx/>
              <a:buNone/>
              <a:defRPr sz="2400" spc="-100">
                <a:solidFill>
                  <a:schemeClr val="bg1"/>
                </a:solidFill>
                <a:latin typeface="+mn-lt"/>
                <a:ea typeface="+mn-lt"/>
                <a:cs typeface="+mn-lt"/>
              </a:defRPr>
            </a:lvl6pPr>
            <a:lvl7pPr marL="0" indent="0" algn="ctr">
              <a:lnSpc>
                <a:spcPct val="100000"/>
              </a:lnSpc>
              <a:spcAft>
                <a:spcPts val="0"/>
              </a:spcAft>
              <a:buFontTx/>
              <a:buNone/>
              <a:defRPr sz="2400" spc="-100">
                <a:solidFill>
                  <a:schemeClr val="bg1"/>
                </a:solidFill>
              </a:defRPr>
            </a:lvl7pPr>
            <a:lvl8pPr marL="0" indent="0" algn="ctr">
              <a:lnSpc>
                <a:spcPct val="100000"/>
              </a:lnSpc>
              <a:spcAft>
                <a:spcPts val="0"/>
              </a:spcAft>
              <a:buFontTx/>
              <a:buNone/>
              <a:defRPr sz="2400" spc="-100">
                <a:solidFill>
                  <a:schemeClr val="bg1"/>
                </a:solidFill>
              </a:defRPr>
            </a:lvl8pPr>
            <a:lvl9pPr marL="0" indent="0" algn="ctr">
              <a:lnSpc>
                <a:spcPct val="100000"/>
              </a:lnSpc>
              <a:spcAft>
                <a:spcPts val="0"/>
              </a:spcAft>
              <a:buFontTx/>
              <a:buNone/>
              <a:defRPr sz="2400" spc="-100">
                <a:solidFill>
                  <a:schemeClr val="bg1"/>
                </a:solidFill>
              </a:defRPr>
            </a:lvl9pPr>
          </a:lstStyle>
          <a:p xmlns:a="http://schemas.openxmlformats.org/drawingml/2006/main">
            <a:pPr lvl="0">
              <a:buNone/>
            </a:pPr>
            <a:r>
              <a:t>0</a:t>
            </a:r>
          </a:p>
        </p:txBody>
      </p:sp>
      <p:sp>
        <p:nvSpPr>
          <p:cNvPr id="56" name="Textplatzhalter 13">
            <a:extLst xmlns:a="http://schemas.openxmlformats.org/drawingml/2006/main">
              <a:ext uri="{FF2B5EF4-FFF2-40B4-BE49-F238E27FC236}">
                <a16:creationId xmlns:a16="http://schemas.microsoft.com/office/drawing/2014/main" id="{E8F4BD5F-1C4A-8B6C-2099-CC593181B9D2}"/>
              </a:ext>
            </a:extLst>
          </p:cNvPr>
          <p:cNvSpPr>
            <a:spLocks xmlns:a="http://schemas.openxmlformats.org/drawingml/2006/main" noGrp="1"/>
          </p:cNvSpPr>
          <p:nvPr>
            <p:ph type="body" idx="45" hasCustomPrompt="1"/>
          </p:nvPr>
        </p:nvSpPr>
        <p:spPr>
          <a:xfrm xmlns:a="http://schemas.openxmlformats.org/drawingml/2006/main">
            <a:off x="1343100" y="2780992"/>
            <a:ext cx="4104000" cy="576000"/>
          </a:xfrm>
        </p:spPr>
        <p:txBody>
          <a:bodyPr xmlns:a="http://schemas.openxmlformats.org/drawingml/2006/main" tIns="36000"/>
          <a:lstStyle xmlns:a="http://schemas.openxmlformats.org/drawingml/2006/main">
            <a:lvl1pPr>
              <a:lnSpc>
                <a:spcPct val="100000"/>
              </a:lnSpc>
              <a:spcAft>
                <a:spcPts val="0"/>
              </a:spcAft>
              <a:buFontTx/>
              <a:buNone/>
              <a:defRPr>
                <a:solidFill>
                  <a:schemeClr val="bg1"/>
                </a:solidFill>
              </a:defRPr>
            </a:lvl1pPr>
            <a:lvl2pPr marL="0" indent="0">
              <a:lnSpc>
                <a:spcPct val="100000"/>
              </a:lnSpc>
              <a:spcAft>
                <a:spcPts val="0"/>
              </a:spcAft>
              <a:buFontTx/>
              <a:buNone/>
              <a:defRPr sz="1600">
                <a:solidFill>
                  <a:schemeClr val="bg1"/>
                </a:solidFill>
                <a:latin typeface="+mn-lt"/>
                <a:ea typeface="+mn-lt"/>
                <a:cs typeface="+mn-lt"/>
              </a:defRPr>
            </a:lvl2pPr>
            <a:lvl3pPr marL="0" indent="0">
              <a:lnSpc>
                <a:spcPct val="100000"/>
              </a:lnSpc>
              <a:spcAft>
                <a:spcPts val="0"/>
              </a:spcAft>
              <a:buFontTx/>
              <a:buNone/>
              <a:defRPr sz="1600">
                <a:solidFill>
                  <a:schemeClr val="bg1"/>
                </a:solidFill>
                <a:latin typeface="+mn-lt"/>
                <a:ea typeface="+mn-lt"/>
                <a:cs typeface="+mn-lt"/>
              </a:defRPr>
            </a:lvl3pPr>
            <a:lvl4pPr marL="0" indent="0">
              <a:lnSpc>
                <a:spcPct val="100000"/>
              </a:lnSpc>
              <a:spcAft>
                <a:spcPts val="0"/>
              </a:spcAft>
              <a:buFontTx/>
              <a:buNone/>
              <a:defRPr sz="1600">
                <a:solidFill>
                  <a:schemeClr val="bg1"/>
                </a:solidFill>
                <a:latin typeface="+mn-lt"/>
                <a:ea typeface="+mn-lt"/>
                <a:cs typeface="+mn-lt"/>
              </a:defRPr>
            </a:lvl4pPr>
            <a:lvl5pPr marL="0" indent="0">
              <a:lnSpc>
                <a:spcPct val="100000"/>
              </a:lnSpc>
              <a:spcAft>
                <a:spcPts val="0"/>
              </a:spcAft>
              <a:buFontTx/>
              <a:buNone/>
              <a:defRPr sz="1600">
                <a:solidFill>
                  <a:schemeClr val="bg1"/>
                </a:solidFill>
                <a:latin typeface="+mn-lt"/>
                <a:ea typeface="+mn-lt"/>
                <a:cs typeface="+mn-lt"/>
              </a:defRPr>
            </a:lvl5pPr>
            <a:lvl6pPr marL="0" indent="0">
              <a:lnSpc>
                <a:spcPct val="100000"/>
              </a:lnSpc>
              <a:spcAft>
                <a:spcPts val="0"/>
              </a:spcAft>
              <a:buFontTx/>
              <a:buNone/>
              <a:defRPr sz="1600">
                <a:solidFill>
                  <a:schemeClr val="bg1"/>
                </a:solidFill>
                <a:latin typeface="+mn-lt"/>
                <a:ea typeface="+mn-lt"/>
                <a:cs typeface="+mn-lt"/>
              </a:defRPr>
            </a:lvl6pPr>
            <a:lvl7pPr marL="0" indent="0">
              <a:lnSpc>
                <a:spcPct val="100000"/>
              </a:lnSpc>
              <a:spcAft>
                <a:spcPts val="0"/>
              </a:spcAft>
              <a:buFontTx/>
              <a:buNone/>
              <a:defRPr sz="1600">
                <a:solidFill>
                  <a:schemeClr val="bg1"/>
                </a:solidFill>
                <a:latin typeface="+mn-lt"/>
                <a:ea typeface="+mn-lt"/>
                <a:cs typeface="+mn-lt"/>
              </a:defRPr>
            </a:lvl7pPr>
            <a:lvl8pPr marL="0" indent="0">
              <a:lnSpc>
                <a:spcPct val="100000"/>
              </a:lnSpc>
              <a:spcAft>
                <a:spcPts val="0"/>
              </a:spcAft>
              <a:buFontTx/>
              <a:buNone/>
              <a:defRPr sz="1600">
                <a:solidFill>
                  <a:schemeClr val="bg1"/>
                </a:solidFill>
                <a:latin typeface="+mn-lt"/>
                <a:ea typeface="+mn-lt"/>
                <a:cs typeface="+mn-lt"/>
              </a:defRPr>
            </a:lvl8pPr>
            <a:lvl9pPr marL="0" indent="0">
              <a:lnSpc>
                <a:spcPct val="100000"/>
              </a:lnSpc>
              <a:spcAft>
                <a:spcPts val="0"/>
              </a:spcAft>
              <a:buFontTx/>
              <a:buNone/>
              <a:defRPr sz="1600">
                <a:solidFill>
                  <a:schemeClr val="bg1"/>
                </a:solidFill>
                <a:latin typeface="+mn-lt"/>
                <a:ea typeface="+mn-lt"/>
                <a:cs typeface="+mn-lt"/>
              </a:defRPr>
            </a:lvl9pPr>
          </a:lstStyle>
          <a:p xmlns:a="http://schemas.openxmlformats.org/drawingml/2006/main">
            <a:pPr lvl="0">
              <a:buNone/>
            </a:pPr>
            <a:r>
              <a:t>Agendapunkt</a:t>
            </a:r>
            <a:r>
              <a:t> hinzufügen</a:t>
            </a:r>
          </a:p>
          <a:p xmlns:a="http://schemas.openxmlformats.org/drawingml/2006/main">
            <a:pPr lvl="1">
              <a:buNone/>
            </a:pPr>
            <a:r>
              <a:t>Zweite Ebene</a:t>
            </a:r>
          </a:p>
        </p:txBody>
      </p:sp>
      <p:sp>
        <p:nvSpPr>
          <p:cNvPr id="57" name="Textplatzhalter 11">
            <a:extLst xmlns:a="http://schemas.openxmlformats.org/drawingml/2006/main">
              <a:ext uri="{FF2B5EF4-FFF2-40B4-BE49-F238E27FC236}">
                <a16:creationId xmlns:a16="http://schemas.microsoft.com/office/drawing/2014/main" id="{979D588B-CA15-1104-4F4F-9EC757C45850}"/>
              </a:ext>
            </a:extLst>
          </p:cNvPr>
          <p:cNvSpPr>
            <a:spLocks xmlns:a="http://schemas.openxmlformats.org/drawingml/2006/main" noGrp="1"/>
          </p:cNvSpPr>
          <p:nvPr>
            <p:ph type="body" idx="46" hasCustomPrompt="1"/>
          </p:nvPr>
        </p:nvSpPr>
        <p:spPr>
          <a:xfrm xmlns:a="http://schemas.openxmlformats.org/drawingml/2006/main">
            <a:off x="695475" y="3502508"/>
            <a:ext cx="432000" cy="432000"/>
          </a:xfrm>
          <a:prstGeom xmlns:a="http://schemas.openxmlformats.org/drawingml/2006/main" prst="ellipse">
            <a:avLst/>
          </a:prstGeom>
          <a:solidFill xmlns:a="http://schemas.openxmlformats.org/drawingml/2006/main">
            <a:schemeClr val="bg1">
              <a:alpha val="0"/>
            </a:schemeClr>
          </a:solidFill>
          <a:ln xmlns:a="http://schemas.openxmlformats.org/drawingml/2006/main" w="12700">
            <a:solidFill>
              <a:schemeClr val="bg1"/>
            </a:solidFill>
          </a:ln>
        </p:spPr>
        <p:txBody>
          <a:bodyPr xmlns:a="http://schemas.openxmlformats.org/drawingml/2006/main" wrap="none" anchor="ctr"/>
          <a:lstStyle xmlns:a="http://schemas.openxmlformats.org/drawingml/2006/main">
            <a:lvl1pPr marL="0" indent="0" algn="ctr">
              <a:lnSpc>
                <a:spcPct val="100000"/>
              </a:lnSpc>
              <a:spcAft>
                <a:spcPts val="0"/>
              </a:spcAft>
              <a:buFontTx/>
              <a:buNone/>
              <a:defRPr sz="2400" spc="-100">
                <a:solidFill>
                  <a:schemeClr val="bg1"/>
                </a:solidFill>
                <a:latin typeface="+mn-lt"/>
                <a:ea typeface="+mn-lt"/>
                <a:cs typeface="+mn-lt"/>
              </a:defRPr>
            </a:lvl1pPr>
            <a:lvl2pPr marL="0" indent="0" algn="ctr">
              <a:lnSpc>
                <a:spcPct val="100000"/>
              </a:lnSpc>
              <a:spcAft>
                <a:spcPts val="0"/>
              </a:spcAft>
              <a:buFontTx/>
              <a:buNone/>
              <a:defRPr sz="2400" spc="-100">
                <a:solidFill>
                  <a:schemeClr val="bg1"/>
                </a:solidFill>
                <a:latin typeface="+mn-lt"/>
                <a:ea typeface="+mn-lt"/>
                <a:cs typeface="+mn-lt"/>
              </a:defRPr>
            </a:lvl2pPr>
            <a:lvl3pPr marL="0" indent="0" algn="ctr">
              <a:lnSpc>
                <a:spcPct val="100000"/>
              </a:lnSpc>
              <a:spcAft>
                <a:spcPts val="0"/>
              </a:spcAft>
              <a:buFontTx/>
              <a:buNone/>
              <a:defRPr sz="2400" spc="-100">
                <a:solidFill>
                  <a:schemeClr val="bg1"/>
                </a:solidFill>
                <a:latin typeface="+mn-lt"/>
                <a:ea typeface="+mn-lt"/>
                <a:cs typeface="+mn-lt"/>
              </a:defRPr>
            </a:lvl3pPr>
            <a:lvl4pPr marL="0" indent="0" algn="ctr">
              <a:lnSpc>
                <a:spcPct val="100000"/>
              </a:lnSpc>
              <a:spcAft>
                <a:spcPts val="0"/>
              </a:spcAft>
              <a:buFontTx/>
              <a:buNone/>
              <a:defRPr sz="2400" spc="-100">
                <a:solidFill>
                  <a:schemeClr val="bg1"/>
                </a:solidFill>
                <a:latin typeface="+mn-lt"/>
                <a:ea typeface="+mn-lt"/>
                <a:cs typeface="+mn-lt"/>
              </a:defRPr>
            </a:lvl4pPr>
            <a:lvl5pPr marL="0" indent="0" algn="ctr">
              <a:lnSpc>
                <a:spcPct val="100000"/>
              </a:lnSpc>
              <a:spcAft>
                <a:spcPts val="0"/>
              </a:spcAft>
              <a:buFontTx/>
              <a:buNone/>
              <a:defRPr sz="2400" spc="-100">
                <a:solidFill>
                  <a:schemeClr val="bg1"/>
                </a:solidFill>
                <a:latin typeface="+mn-lt"/>
                <a:ea typeface="+mn-lt"/>
                <a:cs typeface="+mn-lt"/>
              </a:defRPr>
            </a:lvl5pPr>
            <a:lvl6pPr marL="0" indent="0" algn="ctr">
              <a:lnSpc>
                <a:spcPct val="100000"/>
              </a:lnSpc>
              <a:spcAft>
                <a:spcPts val="0"/>
              </a:spcAft>
              <a:buFontTx/>
              <a:buNone/>
              <a:defRPr sz="2400" spc="-100">
                <a:solidFill>
                  <a:schemeClr val="bg1"/>
                </a:solidFill>
                <a:latin typeface="+mn-lt"/>
                <a:ea typeface="+mn-lt"/>
                <a:cs typeface="+mn-lt"/>
              </a:defRPr>
            </a:lvl6pPr>
            <a:lvl7pPr marL="0" indent="0" algn="ctr">
              <a:lnSpc>
                <a:spcPct val="100000"/>
              </a:lnSpc>
              <a:spcAft>
                <a:spcPts val="0"/>
              </a:spcAft>
              <a:buFontTx/>
              <a:buNone/>
              <a:defRPr sz="2400" spc="-100">
                <a:solidFill>
                  <a:schemeClr val="bg1"/>
                </a:solidFill>
              </a:defRPr>
            </a:lvl7pPr>
            <a:lvl8pPr marL="0" indent="0" algn="ctr">
              <a:lnSpc>
                <a:spcPct val="100000"/>
              </a:lnSpc>
              <a:spcAft>
                <a:spcPts val="0"/>
              </a:spcAft>
              <a:buFontTx/>
              <a:buNone/>
              <a:defRPr sz="2400" spc="-100">
                <a:solidFill>
                  <a:schemeClr val="bg1"/>
                </a:solidFill>
              </a:defRPr>
            </a:lvl8pPr>
            <a:lvl9pPr marL="0" indent="0" algn="ctr">
              <a:lnSpc>
                <a:spcPct val="100000"/>
              </a:lnSpc>
              <a:spcAft>
                <a:spcPts val="0"/>
              </a:spcAft>
              <a:buFontTx/>
              <a:buNone/>
              <a:defRPr sz="2400" spc="-100">
                <a:solidFill>
                  <a:schemeClr val="bg1"/>
                </a:solidFill>
              </a:defRPr>
            </a:lvl9pPr>
          </a:lstStyle>
          <a:p xmlns:a="http://schemas.openxmlformats.org/drawingml/2006/main">
            <a:pPr lvl="0">
              <a:buNone/>
            </a:pPr>
            <a:r>
              <a:t>0</a:t>
            </a:r>
          </a:p>
        </p:txBody>
      </p:sp>
      <p:sp>
        <p:nvSpPr>
          <p:cNvPr id="58" name="Textplatzhalter 13">
            <a:extLst xmlns:a="http://schemas.openxmlformats.org/drawingml/2006/main">
              <a:ext uri="{FF2B5EF4-FFF2-40B4-BE49-F238E27FC236}">
                <a16:creationId xmlns:a16="http://schemas.microsoft.com/office/drawing/2014/main" id="{30882819-FCAE-8E4F-0B19-D6FCABA16D44}"/>
              </a:ext>
            </a:extLst>
          </p:cNvPr>
          <p:cNvSpPr>
            <a:spLocks xmlns:a="http://schemas.openxmlformats.org/drawingml/2006/main" noGrp="1"/>
          </p:cNvSpPr>
          <p:nvPr>
            <p:ph type="body" idx="47" hasCustomPrompt="1"/>
          </p:nvPr>
        </p:nvSpPr>
        <p:spPr>
          <a:xfrm xmlns:a="http://schemas.openxmlformats.org/drawingml/2006/main">
            <a:off x="1343175" y="3572846"/>
            <a:ext cx="4104000" cy="576000"/>
          </a:xfrm>
        </p:spPr>
        <p:txBody>
          <a:bodyPr xmlns:a="http://schemas.openxmlformats.org/drawingml/2006/main" tIns="36000"/>
          <a:lstStyle xmlns:a="http://schemas.openxmlformats.org/drawingml/2006/main">
            <a:lvl1pPr>
              <a:lnSpc>
                <a:spcPct val="100000"/>
              </a:lnSpc>
              <a:spcAft>
                <a:spcPts val="0"/>
              </a:spcAft>
              <a:buFontTx/>
              <a:buNone/>
              <a:defRPr>
                <a:solidFill>
                  <a:schemeClr val="bg1"/>
                </a:solidFill>
              </a:defRPr>
            </a:lvl1pPr>
            <a:lvl2pPr marL="0" indent="0">
              <a:lnSpc>
                <a:spcPct val="100000"/>
              </a:lnSpc>
              <a:spcAft>
                <a:spcPts val="0"/>
              </a:spcAft>
              <a:buFontTx/>
              <a:buNone/>
              <a:defRPr sz="1600">
                <a:solidFill>
                  <a:schemeClr val="bg1"/>
                </a:solidFill>
                <a:latin typeface="+mn-lt"/>
                <a:ea typeface="+mn-lt"/>
                <a:cs typeface="+mn-lt"/>
              </a:defRPr>
            </a:lvl2pPr>
            <a:lvl3pPr marL="0" indent="0">
              <a:lnSpc>
                <a:spcPct val="100000"/>
              </a:lnSpc>
              <a:spcAft>
                <a:spcPts val="0"/>
              </a:spcAft>
              <a:buFontTx/>
              <a:buNone/>
              <a:defRPr sz="1600">
                <a:solidFill>
                  <a:schemeClr val="bg1"/>
                </a:solidFill>
                <a:latin typeface="+mn-lt"/>
                <a:ea typeface="+mn-lt"/>
                <a:cs typeface="+mn-lt"/>
              </a:defRPr>
            </a:lvl3pPr>
            <a:lvl4pPr marL="0" indent="0">
              <a:lnSpc>
                <a:spcPct val="100000"/>
              </a:lnSpc>
              <a:spcAft>
                <a:spcPts val="0"/>
              </a:spcAft>
              <a:buFontTx/>
              <a:buNone/>
              <a:defRPr sz="1600">
                <a:solidFill>
                  <a:schemeClr val="bg1"/>
                </a:solidFill>
                <a:latin typeface="+mn-lt"/>
                <a:ea typeface="+mn-lt"/>
                <a:cs typeface="+mn-lt"/>
              </a:defRPr>
            </a:lvl4pPr>
            <a:lvl5pPr marL="0" indent="0">
              <a:lnSpc>
                <a:spcPct val="100000"/>
              </a:lnSpc>
              <a:spcAft>
                <a:spcPts val="0"/>
              </a:spcAft>
              <a:buFontTx/>
              <a:buNone/>
              <a:defRPr sz="1600">
                <a:solidFill>
                  <a:schemeClr val="bg1"/>
                </a:solidFill>
                <a:latin typeface="+mn-lt"/>
                <a:ea typeface="+mn-lt"/>
                <a:cs typeface="+mn-lt"/>
              </a:defRPr>
            </a:lvl5pPr>
            <a:lvl6pPr marL="0" indent="0">
              <a:lnSpc>
                <a:spcPct val="100000"/>
              </a:lnSpc>
              <a:spcAft>
                <a:spcPts val="0"/>
              </a:spcAft>
              <a:buFontTx/>
              <a:buNone/>
              <a:defRPr sz="1600">
                <a:solidFill>
                  <a:schemeClr val="bg1"/>
                </a:solidFill>
                <a:latin typeface="+mn-lt"/>
                <a:ea typeface="+mn-lt"/>
                <a:cs typeface="+mn-lt"/>
              </a:defRPr>
            </a:lvl6pPr>
            <a:lvl7pPr marL="0" indent="0">
              <a:lnSpc>
                <a:spcPct val="100000"/>
              </a:lnSpc>
              <a:spcAft>
                <a:spcPts val="0"/>
              </a:spcAft>
              <a:buFontTx/>
              <a:buNone/>
              <a:defRPr sz="1600">
                <a:solidFill>
                  <a:schemeClr val="bg1"/>
                </a:solidFill>
                <a:latin typeface="+mn-lt"/>
                <a:ea typeface="+mn-lt"/>
                <a:cs typeface="+mn-lt"/>
              </a:defRPr>
            </a:lvl7pPr>
            <a:lvl8pPr marL="0" indent="0">
              <a:lnSpc>
                <a:spcPct val="100000"/>
              </a:lnSpc>
              <a:spcAft>
                <a:spcPts val="0"/>
              </a:spcAft>
              <a:buFontTx/>
              <a:buNone/>
              <a:defRPr sz="1600">
                <a:solidFill>
                  <a:schemeClr val="bg1"/>
                </a:solidFill>
                <a:latin typeface="+mn-lt"/>
                <a:ea typeface="+mn-lt"/>
                <a:cs typeface="+mn-lt"/>
              </a:defRPr>
            </a:lvl8pPr>
            <a:lvl9pPr marL="0" indent="0">
              <a:lnSpc>
                <a:spcPct val="100000"/>
              </a:lnSpc>
              <a:spcAft>
                <a:spcPts val="0"/>
              </a:spcAft>
              <a:buFontTx/>
              <a:buNone/>
              <a:defRPr sz="1600">
                <a:solidFill>
                  <a:schemeClr val="bg1"/>
                </a:solidFill>
                <a:latin typeface="+mn-lt"/>
                <a:ea typeface="+mn-lt"/>
                <a:cs typeface="+mn-lt"/>
              </a:defRPr>
            </a:lvl9pPr>
          </a:lstStyle>
          <a:p xmlns:a="http://schemas.openxmlformats.org/drawingml/2006/main">
            <a:pPr lvl="0">
              <a:buNone/>
            </a:pPr>
            <a:r>
              <a:t>Agendapunkt</a:t>
            </a:r>
            <a:r>
              <a:t> hinzufügen</a:t>
            </a:r>
          </a:p>
          <a:p xmlns:a="http://schemas.openxmlformats.org/drawingml/2006/main">
            <a:pPr lvl="1">
              <a:buNone/>
            </a:pPr>
            <a:r>
              <a:t>Zweite Ebene</a:t>
            </a:r>
          </a:p>
        </p:txBody>
      </p:sp>
      <p:sp>
        <p:nvSpPr>
          <p:cNvPr id="59" name="Textplatzhalter 11">
            <a:extLst xmlns:a="http://schemas.openxmlformats.org/drawingml/2006/main">
              <a:ext uri="{FF2B5EF4-FFF2-40B4-BE49-F238E27FC236}">
                <a16:creationId xmlns:a16="http://schemas.microsoft.com/office/drawing/2014/main" id="{8422E9F6-0DC5-0919-45EC-1F60B0C9D85F}"/>
              </a:ext>
            </a:extLst>
          </p:cNvPr>
          <p:cNvSpPr>
            <a:spLocks xmlns:a="http://schemas.openxmlformats.org/drawingml/2006/main" noGrp="1"/>
          </p:cNvSpPr>
          <p:nvPr>
            <p:ph type="body" idx="48" hasCustomPrompt="1"/>
          </p:nvPr>
        </p:nvSpPr>
        <p:spPr>
          <a:xfrm xmlns:a="http://schemas.openxmlformats.org/drawingml/2006/main">
            <a:off x="695550" y="4294362"/>
            <a:ext cx="432000" cy="432000"/>
          </a:xfrm>
          <a:prstGeom xmlns:a="http://schemas.openxmlformats.org/drawingml/2006/main" prst="ellipse">
            <a:avLst/>
          </a:prstGeom>
          <a:solidFill xmlns:a="http://schemas.openxmlformats.org/drawingml/2006/main">
            <a:schemeClr val="bg1">
              <a:alpha val="0"/>
            </a:schemeClr>
          </a:solidFill>
          <a:ln xmlns:a="http://schemas.openxmlformats.org/drawingml/2006/main" w="12700">
            <a:solidFill>
              <a:schemeClr val="bg1"/>
            </a:solidFill>
          </a:ln>
        </p:spPr>
        <p:txBody>
          <a:bodyPr xmlns:a="http://schemas.openxmlformats.org/drawingml/2006/main" wrap="none" anchor="ctr"/>
          <a:lstStyle xmlns:a="http://schemas.openxmlformats.org/drawingml/2006/main">
            <a:lvl1pPr marL="0" indent="0" algn="ctr">
              <a:lnSpc>
                <a:spcPct val="100000"/>
              </a:lnSpc>
              <a:spcAft>
                <a:spcPts val="0"/>
              </a:spcAft>
              <a:buFontTx/>
              <a:buNone/>
              <a:defRPr sz="2400" spc="-100">
                <a:solidFill>
                  <a:schemeClr val="bg1"/>
                </a:solidFill>
                <a:latin typeface="+mn-lt"/>
                <a:ea typeface="+mn-lt"/>
                <a:cs typeface="+mn-lt"/>
              </a:defRPr>
            </a:lvl1pPr>
            <a:lvl2pPr marL="0" indent="0" algn="ctr">
              <a:lnSpc>
                <a:spcPct val="100000"/>
              </a:lnSpc>
              <a:spcAft>
                <a:spcPts val="0"/>
              </a:spcAft>
              <a:buFontTx/>
              <a:buNone/>
              <a:defRPr sz="2400" spc="-100">
                <a:solidFill>
                  <a:schemeClr val="bg1"/>
                </a:solidFill>
                <a:latin typeface="+mn-lt"/>
                <a:ea typeface="+mn-lt"/>
                <a:cs typeface="+mn-lt"/>
              </a:defRPr>
            </a:lvl2pPr>
            <a:lvl3pPr marL="0" indent="0" algn="ctr">
              <a:lnSpc>
                <a:spcPct val="100000"/>
              </a:lnSpc>
              <a:spcAft>
                <a:spcPts val="0"/>
              </a:spcAft>
              <a:buFontTx/>
              <a:buNone/>
              <a:defRPr sz="2400" spc="-100">
                <a:solidFill>
                  <a:schemeClr val="bg1"/>
                </a:solidFill>
                <a:latin typeface="+mn-lt"/>
                <a:ea typeface="+mn-lt"/>
                <a:cs typeface="+mn-lt"/>
              </a:defRPr>
            </a:lvl3pPr>
            <a:lvl4pPr marL="0" indent="0" algn="ctr">
              <a:lnSpc>
                <a:spcPct val="100000"/>
              </a:lnSpc>
              <a:spcAft>
                <a:spcPts val="0"/>
              </a:spcAft>
              <a:buFontTx/>
              <a:buNone/>
              <a:defRPr sz="2400" spc="-100">
                <a:solidFill>
                  <a:schemeClr val="bg1"/>
                </a:solidFill>
                <a:latin typeface="+mn-lt"/>
                <a:ea typeface="+mn-lt"/>
                <a:cs typeface="+mn-lt"/>
              </a:defRPr>
            </a:lvl4pPr>
            <a:lvl5pPr marL="0" indent="0" algn="ctr">
              <a:lnSpc>
                <a:spcPct val="100000"/>
              </a:lnSpc>
              <a:spcAft>
                <a:spcPts val="0"/>
              </a:spcAft>
              <a:buFontTx/>
              <a:buNone/>
              <a:defRPr sz="2400" spc="-100">
                <a:solidFill>
                  <a:schemeClr val="bg1"/>
                </a:solidFill>
                <a:latin typeface="+mn-lt"/>
                <a:ea typeface="+mn-lt"/>
                <a:cs typeface="+mn-lt"/>
              </a:defRPr>
            </a:lvl5pPr>
            <a:lvl6pPr marL="0" indent="0" algn="ctr">
              <a:lnSpc>
                <a:spcPct val="100000"/>
              </a:lnSpc>
              <a:spcAft>
                <a:spcPts val="0"/>
              </a:spcAft>
              <a:buFontTx/>
              <a:buNone/>
              <a:defRPr sz="2400" spc="-100">
                <a:solidFill>
                  <a:schemeClr val="bg1"/>
                </a:solidFill>
                <a:latin typeface="+mn-lt"/>
                <a:ea typeface="+mn-lt"/>
                <a:cs typeface="+mn-lt"/>
              </a:defRPr>
            </a:lvl6pPr>
            <a:lvl7pPr marL="0" indent="0" algn="ctr">
              <a:lnSpc>
                <a:spcPct val="100000"/>
              </a:lnSpc>
              <a:spcAft>
                <a:spcPts val="0"/>
              </a:spcAft>
              <a:buFontTx/>
              <a:buNone/>
              <a:defRPr sz="2400" spc="-100">
                <a:solidFill>
                  <a:schemeClr val="bg1"/>
                </a:solidFill>
              </a:defRPr>
            </a:lvl7pPr>
            <a:lvl8pPr marL="0" indent="0" algn="ctr">
              <a:lnSpc>
                <a:spcPct val="100000"/>
              </a:lnSpc>
              <a:spcAft>
                <a:spcPts val="0"/>
              </a:spcAft>
              <a:buFontTx/>
              <a:buNone/>
              <a:defRPr sz="2400" spc="-100">
                <a:solidFill>
                  <a:schemeClr val="bg1"/>
                </a:solidFill>
              </a:defRPr>
            </a:lvl8pPr>
            <a:lvl9pPr marL="0" indent="0" algn="ctr">
              <a:lnSpc>
                <a:spcPct val="100000"/>
              </a:lnSpc>
              <a:spcAft>
                <a:spcPts val="0"/>
              </a:spcAft>
              <a:buFontTx/>
              <a:buNone/>
              <a:defRPr sz="2400" spc="-100">
                <a:solidFill>
                  <a:schemeClr val="bg1"/>
                </a:solidFill>
              </a:defRPr>
            </a:lvl9pPr>
          </a:lstStyle>
          <a:p xmlns:a="http://schemas.openxmlformats.org/drawingml/2006/main">
            <a:pPr lvl="0">
              <a:buNone/>
            </a:pPr>
            <a:r>
              <a:t>0</a:t>
            </a:r>
          </a:p>
        </p:txBody>
      </p:sp>
      <p:sp>
        <p:nvSpPr>
          <p:cNvPr id="60" name="Textplatzhalter 13">
            <a:extLst xmlns:a="http://schemas.openxmlformats.org/drawingml/2006/main">
              <a:ext uri="{FF2B5EF4-FFF2-40B4-BE49-F238E27FC236}">
                <a16:creationId xmlns:a16="http://schemas.microsoft.com/office/drawing/2014/main" id="{528963C8-197A-FDA1-BD48-0B464D020A08}"/>
              </a:ext>
            </a:extLst>
          </p:cNvPr>
          <p:cNvSpPr>
            <a:spLocks xmlns:a="http://schemas.openxmlformats.org/drawingml/2006/main" noGrp="1"/>
          </p:cNvSpPr>
          <p:nvPr>
            <p:ph type="body" idx="49" hasCustomPrompt="1"/>
          </p:nvPr>
        </p:nvSpPr>
        <p:spPr>
          <a:xfrm xmlns:a="http://schemas.openxmlformats.org/drawingml/2006/main">
            <a:off x="1343250" y="4364700"/>
            <a:ext cx="4104000" cy="576000"/>
          </a:xfrm>
        </p:spPr>
        <p:txBody>
          <a:bodyPr xmlns:a="http://schemas.openxmlformats.org/drawingml/2006/main" tIns="36000"/>
          <a:lstStyle xmlns:a="http://schemas.openxmlformats.org/drawingml/2006/main">
            <a:lvl1pPr>
              <a:lnSpc>
                <a:spcPct val="100000"/>
              </a:lnSpc>
              <a:spcAft>
                <a:spcPts val="0"/>
              </a:spcAft>
              <a:buFontTx/>
              <a:buNone/>
              <a:defRPr>
                <a:solidFill>
                  <a:schemeClr val="bg1"/>
                </a:solidFill>
              </a:defRPr>
            </a:lvl1pPr>
            <a:lvl2pPr marL="0" indent="0">
              <a:lnSpc>
                <a:spcPct val="100000"/>
              </a:lnSpc>
              <a:spcAft>
                <a:spcPts val="0"/>
              </a:spcAft>
              <a:buFontTx/>
              <a:buNone/>
              <a:defRPr sz="1600">
                <a:solidFill>
                  <a:schemeClr val="bg1"/>
                </a:solidFill>
                <a:latin typeface="+mn-lt"/>
                <a:ea typeface="+mn-lt"/>
                <a:cs typeface="+mn-lt"/>
              </a:defRPr>
            </a:lvl2pPr>
            <a:lvl3pPr marL="0" indent="0">
              <a:lnSpc>
                <a:spcPct val="100000"/>
              </a:lnSpc>
              <a:spcAft>
                <a:spcPts val="0"/>
              </a:spcAft>
              <a:buFontTx/>
              <a:buNone/>
              <a:defRPr sz="1600">
                <a:solidFill>
                  <a:schemeClr val="bg1"/>
                </a:solidFill>
                <a:latin typeface="+mn-lt"/>
                <a:ea typeface="+mn-lt"/>
                <a:cs typeface="+mn-lt"/>
              </a:defRPr>
            </a:lvl3pPr>
            <a:lvl4pPr marL="0" indent="0">
              <a:lnSpc>
                <a:spcPct val="100000"/>
              </a:lnSpc>
              <a:spcAft>
                <a:spcPts val="0"/>
              </a:spcAft>
              <a:buFontTx/>
              <a:buNone/>
              <a:defRPr sz="1600">
                <a:solidFill>
                  <a:schemeClr val="bg1"/>
                </a:solidFill>
                <a:latin typeface="+mn-lt"/>
                <a:ea typeface="+mn-lt"/>
                <a:cs typeface="+mn-lt"/>
              </a:defRPr>
            </a:lvl4pPr>
            <a:lvl5pPr marL="0" indent="0">
              <a:lnSpc>
                <a:spcPct val="100000"/>
              </a:lnSpc>
              <a:spcAft>
                <a:spcPts val="0"/>
              </a:spcAft>
              <a:buFontTx/>
              <a:buNone/>
              <a:defRPr sz="1600">
                <a:solidFill>
                  <a:schemeClr val="bg1"/>
                </a:solidFill>
                <a:latin typeface="+mn-lt"/>
                <a:ea typeface="+mn-lt"/>
                <a:cs typeface="+mn-lt"/>
              </a:defRPr>
            </a:lvl5pPr>
            <a:lvl6pPr marL="0" indent="0">
              <a:lnSpc>
                <a:spcPct val="100000"/>
              </a:lnSpc>
              <a:spcAft>
                <a:spcPts val="0"/>
              </a:spcAft>
              <a:buFontTx/>
              <a:buNone/>
              <a:defRPr sz="1600">
                <a:solidFill>
                  <a:schemeClr val="bg1"/>
                </a:solidFill>
                <a:latin typeface="+mn-lt"/>
                <a:ea typeface="+mn-lt"/>
                <a:cs typeface="+mn-lt"/>
              </a:defRPr>
            </a:lvl6pPr>
            <a:lvl7pPr marL="0" indent="0">
              <a:lnSpc>
                <a:spcPct val="100000"/>
              </a:lnSpc>
              <a:spcAft>
                <a:spcPts val="0"/>
              </a:spcAft>
              <a:buFontTx/>
              <a:buNone/>
              <a:defRPr sz="1600">
                <a:solidFill>
                  <a:schemeClr val="bg1"/>
                </a:solidFill>
                <a:latin typeface="+mn-lt"/>
                <a:ea typeface="+mn-lt"/>
                <a:cs typeface="+mn-lt"/>
              </a:defRPr>
            </a:lvl7pPr>
            <a:lvl8pPr marL="0" indent="0">
              <a:lnSpc>
                <a:spcPct val="100000"/>
              </a:lnSpc>
              <a:spcAft>
                <a:spcPts val="0"/>
              </a:spcAft>
              <a:buFontTx/>
              <a:buNone/>
              <a:defRPr sz="1600">
                <a:solidFill>
                  <a:schemeClr val="bg1"/>
                </a:solidFill>
                <a:latin typeface="+mn-lt"/>
                <a:ea typeface="+mn-lt"/>
                <a:cs typeface="+mn-lt"/>
              </a:defRPr>
            </a:lvl8pPr>
            <a:lvl9pPr marL="0" indent="0">
              <a:lnSpc>
                <a:spcPct val="100000"/>
              </a:lnSpc>
              <a:spcAft>
                <a:spcPts val="0"/>
              </a:spcAft>
              <a:buFontTx/>
              <a:buNone/>
              <a:defRPr sz="1600">
                <a:solidFill>
                  <a:schemeClr val="bg1"/>
                </a:solidFill>
                <a:latin typeface="+mn-lt"/>
                <a:ea typeface="+mn-lt"/>
                <a:cs typeface="+mn-lt"/>
              </a:defRPr>
            </a:lvl9pPr>
          </a:lstStyle>
          <a:p xmlns:a="http://schemas.openxmlformats.org/drawingml/2006/main">
            <a:pPr lvl="0">
              <a:buNone/>
            </a:pPr>
            <a:r>
              <a:t>Agendapunkt</a:t>
            </a:r>
            <a:r>
              <a:t> hinzufügen</a:t>
            </a:r>
          </a:p>
          <a:p xmlns:a="http://schemas.openxmlformats.org/drawingml/2006/main">
            <a:pPr lvl="1">
              <a:buNone/>
            </a:pPr>
            <a:r>
              <a:t>Zweite Ebene</a:t>
            </a:r>
          </a:p>
        </p:txBody>
      </p:sp>
      <p:sp>
        <p:nvSpPr>
          <p:cNvPr id="61" name="Textplatzhalter 11">
            <a:extLst xmlns:a="http://schemas.openxmlformats.org/drawingml/2006/main">
              <a:ext uri="{FF2B5EF4-FFF2-40B4-BE49-F238E27FC236}">
                <a16:creationId xmlns:a16="http://schemas.microsoft.com/office/drawing/2014/main" id="{A7C04E35-09E2-3ACF-54B8-1E55B17D49E0}"/>
              </a:ext>
            </a:extLst>
          </p:cNvPr>
          <p:cNvSpPr>
            <a:spLocks xmlns:a="http://schemas.openxmlformats.org/drawingml/2006/main" noGrp="1"/>
          </p:cNvSpPr>
          <p:nvPr>
            <p:ph type="body" idx="50" hasCustomPrompt="1"/>
          </p:nvPr>
        </p:nvSpPr>
        <p:spPr>
          <a:xfrm xmlns:a="http://schemas.openxmlformats.org/drawingml/2006/main">
            <a:off x="695625" y="5086216"/>
            <a:ext cx="432000" cy="432000"/>
          </a:xfrm>
          <a:prstGeom xmlns:a="http://schemas.openxmlformats.org/drawingml/2006/main" prst="ellipse">
            <a:avLst/>
          </a:prstGeom>
          <a:solidFill xmlns:a="http://schemas.openxmlformats.org/drawingml/2006/main">
            <a:schemeClr val="bg1">
              <a:alpha val="0"/>
            </a:schemeClr>
          </a:solidFill>
          <a:ln xmlns:a="http://schemas.openxmlformats.org/drawingml/2006/main" w="12700">
            <a:solidFill>
              <a:schemeClr val="bg1"/>
            </a:solidFill>
          </a:ln>
        </p:spPr>
        <p:txBody>
          <a:bodyPr xmlns:a="http://schemas.openxmlformats.org/drawingml/2006/main" wrap="none" anchor="ctr"/>
          <a:lstStyle xmlns:a="http://schemas.openxmlformats.org/drawingml/2006/main">
            <a:lvl1pPr marL="0" indent="0" algn="ctr">
              <a:lnSpc>
                <a:spcPct val="100000"/>
              </a:lnSpc>
              <a:spcAft>
                <a:spcPts val="0"/>
              </a:spcAft>
              <a:buFontTx/>
              <a:buNone/>
              <a:defRPr sz="2400" spc="-100">
                <a:solidFill>
                  <a:schemeClr val="bg1"/>
                </a:solidFill>
                <a:latin typeface="+mn-lt"/>
                <a:ea typeface="+mn-lt"/>
                <a:cs typeface="+mn-lt"/>
              </a:defRPr>
            </a:lvl1pPr>
            <a:lvl2pPr marL="0" indent="0" algn="ctr">
              <a:lnSpc>
                <a:spcPct val="100000"/>
              </a:lnSpc>
              <a:spcAft>
                <a:spcPts val="0"/>
              </a:spcAft>
              <a:buFontTx/>
              <a:buNone/>
              <a:defRPr sz="2400" spc="-100">
                <a:solidFill>
                  <a:schemeClr val="bg1"/>
                </a:solidFill>
                <a:latin typeface="+mn-lt"/>
                <a:ea typeface="+mn-lt"/>
                <a:cs typeface="+mn-lt"/>
              </a:defRPr>
            </a:lvl2pPr>
            <a:lvl3pPr marL="0" indent="0" algn="ctr">
              <a:lnSpc>
                <a:spcPct val="100000"/>
              </a:lnSpc>
              <a:spcAft>
                <a:spcPts val="0"/>
              </a:spcAft>
              <a:buFontTx/>
              <a:buNone/>
              <a:defRPr sz="2400" spc="-100">
                <a:solidFill>
                  <a:schemeClr val="bg1"/>
                </a:solidFill>
                <a:latin typeface="+mn-lt"/>
                <a:ea typeface="+mn-lt"/>
                <a:cs typeface="+mn-lt"/>
              </a:defRPr>
            </a:lvl3pPr>
            <a:lvl4pPr marL="0" indent="0" algn="ctr">
              <a:lnSpc>
                <a:spcPct val="100000"/>
              </a:lnSpc>
              <a:spcAft>
                <a:spcPts val="0"/>
              </a:spcAft>
              <a:buFontTx/>
              <a:buNone/>
              <a:defRPr sz="2400" spc="-100">
                <a:solidFill>
                  <a:schemeClr val="bg1"/>
                </a:solidFill>
                <a:latin typeface="+mn-lt"/>
                <a:ea typeface="+mn-lt"/>
                <a:cs typeface="+mn-lt"/>
              </a:defRPr>
            </a:lvl4pPr>
            <a:lvl5pPr marL="0" indent="0" algn="ctr">
              <a:lnSpc>
                <a:spcPct val="100000"/>
              </a:lnSpc>
              <a:spcAft>
                <a:spcPts val="0"/>
              </a:spcAft>
              <a:buFontTx/>
              <a:buNone/>
              <a:defRPr sz="2400" spc="-100">
                <a:solidFill>
                  <a:schemeClr val="bg1"/>
                </a:solidFill>
                <a:latin typeface="+mn-lt"/>
                <a:ea typeface="+mn-lt"/>
                <a:cs typeface="+mn-lt"/>
              </a:defRPr>
            </a:lvl5pPr>
            <a:lvl6pPr marL="0" indent="0" algn="ctr">
              <a:lnSpc>
                <a:spcPct val="100000"/>
              </a:lnSpc>
              <a:spcAft>
                <a:spcPts val="0"/>
              </a:spcAft>
              <a:buFontTx/>
              <a:buNone/>
              <a:defRPr sz="2400" spc="-100">
                <a:solidFill>
                  <a:schemeClr val="bg1"/>
                </a:solidFill>
                <a:latin typeface="+mn-lt"/>
                <a:ea typeface="+mn-lt"/>
                <a:cs typeface="+mn-lt"/>
              </a:defRPr>
            </a:lvl6pPr>
            <a:lvl7pPr marL="0" indent="0" algn="ctr">
              <a:lnSpc>
                <a:spcPct val="100000"/>
              </a:lnSpc>
              <a:spcAft>
                <a:spcPts val="0"/>
              </a:spcAft>
              <a:buFontTx/>
              <a:buNone/>
              <a:defRPr sz="2400" spc="-100">
                <a:solidFill>
                  <a:schemeClr val="bg1"/>
                </a:solidFill>
              </a:defRPr>
            </a:lvl7pPr>
            <a:lvl8pPr marL="0" indent="0" algn="ctr">
              <a:lnSpc>
                <a:spcPct val="100000"/>
              </a:lnSpc>
              <a:spcAft>
                <a:spcPts val="0"/>
              </a:spcAft>
              <a:buFontTx/>
              <a:buNone/>
              <a:defRPr sz="2400" spc="-100">
                <a:solidFill>
                  <a:schemeClr val="bg1"/>
                </a:solidFill>
              </a:defRPr>
            </a:lvl8pPr>
            <a:lvl9pPr marL="0" indent="0" algn="ctr">
              <a:lnSpc>
                <a:spcPct val="100000"/>
              </a:lnSpc>
              <a:spcAft>
                <a:spcPts val="0"/>
              </a:spcAft>
              <a:buFontTx/>
              <a:buNone/>
              <a:defRPr sz="2400" spc="-100">
                <a:solidFill>
                  <a:schemeClr val="bg1"/>
                </a:solidFill>
              </a:defRPr>
            </a:lvl9pPr>
          </a:lstStyle>
          <a:p xmlns:a="http://schemas.openxmlformats.org/drawingml/2006/main">
            <a:pPr lvl="0">
              <a:buNone/>
            </a:pPr>
            <a:r>
              <a:t>0</a:t>
            </a:r>
          </a:p>
        </p:txBody>
      </p:sp>
      <p:sp>
        <p:nvSpPr>
          <p:cNvPr id="62" name="Textplatzhalter 13">
            <a:extLst xmlns:a="http://schemas.openxmlformats.org/drawingml/2006/main">
              <a:ext uri="{FF2B5EF4-FFF2-40B4-BE49-F238E27FC236}">
                <a16:creationId xmlns:a16="http://schemas.microsoft.com/office/drawing/2014/main" id="{0827CBB1-C50B-BFFA-3896-9F6E4C45DA01}"/>
              </a:ext>
            </a:extLst>
          </p:cNvPr>
          <p:cNvSpPr>
            <a:spLocks xmlns:a="http://schemas.openxmlformats.org/drawingml/2006/main" noGrp="1"/>
          </p:cNvSpPr>
          <p:nvPr>
            <p:ph type="body" idx="51" hasCustomPrompt="1"/>
          </p:nvPr>
        </p:nvSpPr>
        <p:spPr>
          <a:xfrm xmlns:a="http://schemas.openxmlformats.org/drawingml/2006/main">
            <a:off x="1343325" y="5156554"/>
            <a:ext cx="4104000" cy="576000"/>
          </a:xfrm>
        </p:spPr>
        <p:txBody>
          <a:bodyPr xmlns:a="http://schemas.openxmlformats.org/drawingml/2006/main" tIns="36000"/>
          <a:lstStyle xmlns:a="http://schemas.openxmlformats.org/drawingml/2006/main">
            <a:lvl1pPr>
              <a:lnSpc>
                <a:spcPct val="100000"/>
              </a:lnSpc>
              <a:spcAft>
                <a:spcPts val="0"/>
              </a:spcAft>
              <a:buFontTx/>
              <a:buNone/>
              <a:defRPr>
                <a:solidFill>
                  <a:schemeClr val="bg1"/>
                </a:solidFill>
              </a:defRPr>
            </a:lvl1pPr>
            <a:lvl2pPr marL="0" indent="0">
              <a:lnSpc>
                <a:spcPct val="100000"/>
              </a:lnSpc>
              <a:spcAft>
                <a:spcPts val="0"/>
              </a:spcAft>
              <a:buFontTx/>
              <a:buNone/>
              <a:defRPr sz="1600">
                <a:solidFill>
                  <a:schemeClr val="bg1"/>
                </a:solidFill>
                <a:latin typeface="+mn-lt"/>
                <a:ea typeface="+mn-lt"/>
                <a:cs typeface="+mn-lt"/>
              </a:defRPr>
            </a:lvl2pPr>
            <a:lvl3pPr marL="0" indent="0">
              <a:lnSpc>
                <a:spcPct val="100000"/>
              </a:lnSpc>
              <a:spcAft>
                <a:spcPts val="0"/>
              </a:spcAft>
              <a:buFontTx/>
              <a:buNone/>
              <a:defRPr sz="1600">
                <a:solidFill>
                  <a:schemeClr val="bg1"/>
                </a:solidFill>
                <a:latin typeface="+mn-lt"/>
                <a:ea typeface="+mn-lt"/>
                <a:cs typeface="+mn-lt"/>
              </a:defRPr>
            </a:lvl3pPr>
            <a:lvl4pPr marL="0" indent="0">
              <a:lnSpc>
                <a:spcPct val="100000"/>
              </a:lnSpc>
              <a:spcAft>
                <a:spcPts val="0"/>
              </a:spcAft>
              <a:buFontTx/>
              <a:buNone/>
              <a:defRPr sz="1600">
                <a:solidFill>
                  <a:schemeClr val="bg1"/>
                </a:solidFill>
                <a:latin typeface="+mn-lt"/>
                <a:ea typeface="+mn-lt"/>
                <a:cs typeface="+mn-lt"/>
              </a:defRPr>
            </a:lvl4pPr>
            <a:lvl5pPr marL="0" indent="0">
              <a:lnSpc>
                <a:spcPct val="100000"/>
              </a:lnSpc>
              <a:spcAft>
                <a:spcPts val="0"/>
              </a:spcAft>
              <a:buFontTx/>
              <a:buNone/>
              <a:defRPr sz="1600">
                <a:solidFill>
                  <a:schemeClr val="bg1"/>
                </a:solidFill>
                <a:latin typeface="+mn-lt"/>
                <a:ea typeface="+mn-lt"/>
                <a:cs typeface="+mn-lt"/>
              </a:defRPr>
            </a:lvl5pPr>
            <a:lvl6pPr marL="0" indent="0">
              <a:lnSpc>
                <a:spcPct val="100000"/>
              </a:lnSpc>
              <a:spcAft>
                <a:spcPts val="0"/>
              </a:spcAft>
              <a:buFontTx/>
              <a:buNone/>
              <a:defRPr sz="1600">
                <a:solidFill>
                  <a:schemeClr val="bg1"/>
                </a:solidFill>
                <a:latin typeface="+mn-lt"/>
                <a:ea typeface="+mn-lt"/>
                <a:cs typeface="+mn-lt"/>
              </a:defRPr>
            </a:lvl6pPr>
            <a:lvl7pPr marL="0" indent="0">
              <a:lnSpc>
                <a:spcPct val="100000"/>
              </a:lnSpc>
              <a:spcAft>
                <a:spcPts val="0"/>
              </a:spcAft>
              <a:buFontTx/>
              <a:buNone/>
              <a:defRPr sz="1600">
                <a:solidFill>
                  <a:schemeClr val="bg1"/>
                </a:solidFill>
                <a:latin typeface="+mn-lt"/>
                <a:ea typeface="+mn-lt"/>
                <a:cs typeface="+mn-lt"/>
              </a:defRPr>
            </a:lvl7pPr>
            <a:lvl8pPr marL="0" indent="0">
              <a:lnSpc>
                <a:spcPct val="100000"/>
              </a:lnSpc>
              <a:spcAft>
                <a:spcPts val="0"/>
              </a:spcAft>
              <a:buFontTx/>
              <a:buNone/>
              <a:defRPr sz="1600">
                <a:solidFill>
                  <a:schemeClr val="bg1"/>
                </a:solidFill>
                <a:latin typeface="+mn-lt"/>
                <a:ea typeface="+mn-lt"/>
                <a:cs typeface="+mn-lt"/>
              </a:defRPr>
            </a:lvl8pPr>
            <a:lvl9pPr marL="0" indent="0">
              <a:lnSpc>
                <a:spcPct val="100000"/>
              </a:lnSpc>
              <a:spcAft>
                <a:spcPts val="0"/>
              </a:spcAft>
              <a:buFontTx/>
              <a:buNone/>
              <a:defRPr sz="1600">
                <a:solidFill>
                  <a:schemeClr val="bg1"/>
                </a:solidFill>
                <a:latin typeface="+mn-lt"/>
                <a:ea typeface="+mn-lt"/>
                <a:cs typeface="+mn-lt"/>
              </a:defRPr>
            </a:lvl9pPr>
          </a:lstStyle>
          <a:p xmlns:a="http://schemas.openxmlformats.org/drawingml/2006/main">
            <a:pPr lvl="0">
              <a:buNone/>
            </a:pPr>
            <a:r>
              <a:t>Agendapunkt</a:t>
            </a:r>
            <a:r>
              <a:t> hinzufügen</a:t>
            </a:r>
          </a:p>
          <a:p xmlns:a="http://schemas.openxmlformats.org/drawingml/2006/main">
            <a:pPr lvl="1">
              <a:buNone/>
            </a:pPr>
            <a:r>
              <a:t>Zweite Ebene</a:t>
            </a:r>
          </a:p>
        </p:txBody>
      </p:sp>
      <p:sp>
        <p:nvSpPr>
          <p:cNvPr id="63" name="Textplatzhalter 11">
            <a:extLst xmlns:a="http://schemas.openxmlformats.org/drawingml/2006/main">
              <a:ext uri="{FF2B5EF4-FFF2-40B4-BE49-F238E27FC236}">
                <a16:creationId xmlns:a16="http://schemas.microsoft.com/office/drawing/2014/main" id="{BC37742A-F8FA-549B-42DD-B2958596643A}"/>
              </a:ext>
            </a:extLst>
          </p:cNvPr>
          <p:cNvSpPr>
            <a:spLocks xmlns:a="http://schemas.openxmlformats.org/drawingml/2006/main" noGrp="1"/>
          </p:cNvSpPr>
          <p:nvPr>
            <p:ph type="body" idx="52" hasCustomPrompt="1"/>
          </p:nvPr>
        </p:nvSpPr>
        <p:spPr>
          <a:xfrm xmlns:a="http://schemas.openxmlformats.org/drawingml/2006/main">
            <a:off x="5880804" y="1916832"/>
            <a:ext cx="432000" cy="432000"/>
          </a:xfrm>
          <a:prstGeom xmlns:a="http://schemas.openxmlformats.org/drawingml/2006/main" prst="ellipse">
            <a:avLst/>
          </a:prstGeom>
          <a:solidFill xmlns:a="http://schemas.openxmlformats.org/drawingml/2006/main">
            <a:schemeClr val="bg1">
              <a:alpha val="0"/>
            </a:schemeClr>
          </a:solidFill>
          <a:ln xmlns:a="http://schemas.openxmlformats.org/drawingml/2006/main" w="12700">
            <a:solidFill>
              <a:schemeClr val="bg1"/>
            </a:solidFill>
          </a:ln>
        </p:spPr>
        <p:txBody>
          <a:bodyPr xmlns:a="http://schemas.openxmlformats.org/drawingml/2006/main" wrap="none" anchor="ctr"/>
          <a:lstStyle xmlns:a="http://schemas.openxmlformats.org/drawingml/2006/main">
            <a:lvl1pPr marL="0" indent="0" algn="ctr">
              <a:lnSpc>
                <a:spcPct val="100000"/>
              </a:lnSpc>
              <a:spcAft>
                <a:spcPts val="0"/>
              </a:spcAft>
              <a:buFontTx/>
              <a:buNone/>
              <a:defRPr sz="2400" spc="-100">
                <a:solidFill>
                  <a:schemeClr val="bg1"/>
                </a:solidFill>
                <a:latin typeface="+mn-lt"/>
                <a:ea typeface="+mn-lt"/>
                <a:cs typeface="+mn-lt"/>
              </a:defRPr>
            </a:lvl1pPr>
            <a:lvl2pPr marL="0" indent="0" algn="ctr">
              <a:lnSpc>
                <a:spcPct val="100000"/>
              </a:lnSpc>
              <a:spcAft>
                <a:spcPts val="0"/>
              </a:spcAft>
              <a:buFontTx/>
              <a:buNone/>
              <a:defRPr sz="2400" spc="-100">
                <a:solidFill>
                  <a:schemeClr val="bg1"/>
                </a:solidFill>
                <a:latin typeface="+mn-lt"/>
                <a:ea typeface="+mn-lt"/>
                <a:cs typeface="+mn-lt"/>
              </a:defRPr>
            </a:lvl2pPr>
            <a:lvl3pPr marL="0" indent="0" algn="ctr">
              <a:lnSpc>
                <a:spcPct val="100000"/>
              </a:lnSpc>
              <a:spcAft>
                <a:spcPts val="0"/>
              </a:spcAft>
              <a:buFontTx/>
              <a:buNone/>
              <a:defRPr sz="2400" spc="-100">
                <a:solidFill>
                  <a:schemeClr val="bg1"/>
                </a:solidFill>
                <a:latin typeface="+mn-lt"/>
                <a:ea typeface="+mn-lt"/>
                <a:cs typeface="+mn-lt"/>
              </a:defRPr>
            </a:lvl3pPr>
            <a:lvl4pPr marL="0" indent="0" algn="ctr">
              <a:lnSpc>
                <a:spcPct val="100000"/>
              </a:lnSpc>
              <a:spcAft>
                <a:spcPts val="0"/>
              </a:spcAft>
              <a:buFontTx/>
              <a:buNone/>
              <a:defRPr sz="2400" spc="-100">
                <a:solidFill>
                  <a:schemeClr val="bg1"/>
                </a:solidFill>
                <a:latin typeface="+mn-lt"/>
                <a:ea typeface="+mn-lt"/>
                <a:cs typeface="+mn-lt"/>
              </a:defRPr>
            </a:lvl4pPr>
            <a:lvl5pPr marL="0" indent="0" algn="ctr">
              <a:lnSpc>
                <a:spcPct val="100000"/>
              </a:lnSpc>
              <a:spcAft>
                <a:spcPts val="0"/>
              </a:spcAft>
              <a:buFontTx/>
              <a:buNone/>
              <a:defRPr sz="2400" spc="-100">
                <a:solidFill>
                  <a:schemeClr val="bg1"/>
                </a:solidFill>
                <a:latin typeface="+mn-lt"/>
                <a:ea typeface="+mn-lt"/>
                <a:cs typeface="+mn-lt"/>
              </a:defRPr>
            </a:lvl5pPr>
            <a:lvl6pPr marL="0" indent="0" algn="ctr">
              <a:lnSpc>
                <a:spcPct val="100000"/>
              </a:lnSpc>
              <a:spcAft>
                <a:spcPts val="0"/>
              </a:spcAft>
              <a:buFontTx/>
              <a:buNone/>
              <a:defRPr sz="2400" spc="-100">
                <a:solidFill>
                  <a:schemeClr val="bg1"/>
                </a:solidFill>
                <a:latin typeface="+mn-lt"/>
                <a:ea typeface="+mn-lt"/>
                <a:cs typeface="+mn-lt"/>
              </a:defRPr>
            </a:lvl6pPr>
            <a:lvl7pPr marL="0" indent="0" algn="ctr">
              <a:lnSpc>
                <a:spcPct val="100000"/>
              </a:lnSpc>
              <a:spcAft>
                <a:spcPts val="0"/>
              </a:spcAft>
              <a:buFontTx/>
              <a:buNone/>
              <a:defRPr sz="2400" spc="-100">
                <a:solidFill>
                  <a:schemeClr val="bg1"/>
                </a:solidFill>
              </a:defRPr>
            </a:lvl7pPr>
            <a:lvl8pPr marL="0" indent="0" algn="ctr">
              <a:lnSpc>
                <a:spcPct val="100000"/>
              </a:lnSpc>
              <a:spcAft>
                <a:spcPts val="0"/>
              </a:spcAft>
              <a:buFontTx/>
              <a:buNone/>
              <a:defRPr sz="2400" spc="-100">
                <a:solidFill>
                  <a:schemeClr val="bg1"/>
                </a:solidFill>
              </a:defRPr>
            </a:lvl8pPr>
            <a:lvl9pPr marL="0" indent="0" algn="ctr">
              <a:lnSpc>
                <a:spcPct val="100000"/>
              </a:lnSpc>
              <a:spcAft>
                <a:spcPts val="0"/>
              </a:spcAft>
              <a:buFontTx/>
              <a:buNone/>
              <a:defRPr sz="2400" spc="-100">
                <a:solidFill>
                  <a:schemeClr val="bg1"/>
                </a:solidFill>
              </a:defRPr>
            </a:lvl9pPr>
          </a:lstStyle>
          <a:p xmlns:a="http://schemas.openxmlformats.org/drawingml/2006/main">
            <a:pPr lvl="0">
              <a:buNone/>
            </a:pPr>
            <a:r>
              <a:t>0</a:t>
            </a:r>
          </a:p>
        </p:txBody>
      </p:sp>
      <p:sp>
        <p:nvSpPr>
          <p:cNvPr id="64" name="Textplatzhalter 13">
            <a:extLst xmlns:a="http://schemas.openxmlformats.org/drawingml/2006/main">
              <a:ext uri="{FF2B5EF4-FFF2-40B4-BE49-F238E27FC236}">
                <a16:creationId xmlns:a16="http://schemas.microsoft.com/office/drawing/2014/main" id="{4418B4A3-4213-7CEE-72EA-84FA560FD9E5}"/>
              </a:ext>
            </a:extLst>
          </p:cNvPr>
          <p:cNvSpPr>
            <a:spLocks xmlns:a="http://schemas.openxmlformats.org/drawingml/2006/main" noGrp="1"/>
          </p:cNvSpPr>
          <p:nvPr>
            <p:ph type="body" idx="53" hasCustomPrompt="1"/>
          </p:nvPr>
        </p:nvSpPr>
        <p:spPr>
          <a:xfrm xmlns:a="http://schemas.openxmlformats.org/drawingml/2006/main">
            <a:off x="6528504" y="1987170"/>
            <a:ext cx="4104000" cy="576000"/>
          </a:xfrm>
        </p:spPr>
        <p:txBody>
          <a:bodyPr xmlns:a="http://schemas.openxmlformats.org/drawingml/2006/main" tIns="36000"/>
          <a:lstStyle xmlns:a="http://schemas.openxmlformats.org/drawingml/2006/main">
            <a:lvl1pPr>
              <a:lnSpc>
                <a:spcPct val="100000"/>
              </a:lnSpc>
              <a:spcAft>
                <a:spcPts val="0"/>
              </a:spcAft>
              <a:buFontTx/>
              <a:buNone/>
              <a:defRPr>
                <a:solidFill>
                  <a:schemeClr val="bg1"/>
                </a:solidFill>
              </a:defRPr>
            </a:lvl1pPr>
            <a:lvl2pPr marL="0" indent="0">
              <a:lnSpc>
                <a:spcPct val="100000"/>
              </a:lnSpc>
              <a:spcAft>
                <a:spcPts val="0"/>
              </a:spcAft>
              <a:buFontTx/>
              <a:buNone/>
              <a:defRPr sz="1600">
                <a:solidFill>
                  <a:schemeClr val="bg1"/>
                </a:solidFill>
                <a:latin typeface="+mn-lt"/>
                <a:ea typeface="+mn-lt"/>
                <a:cs typeface="+mn-lt"/>
              </a:defRPr>
            </a:lvl2pPr>
            <a:lvl3pPr marL="0" indent="0">
              <a:lnSpc>
                <a:spcPct val="100000"/>
              </a:lnSpc>
              <a:spcAft>
                <a:spcPts val="0"/>
              </a:spcAft>
              <a:buFontTx/>
              <a:buNone/>
              <a:defRPr sz="1600">
                <a:solidFill>
                  <a:schemeClr val="bg1"/>
                </a:solidFill>
                <a:latin typeface="+mn-lt"/>
                <a:ea typeface="+mn-lt"/>
                <a:cs typeface="+mn-lt"/>
              </a:defRPr>
            </a:lvl3pPr>
            <a:lvl4pPr marL="0" indent="0">
              <a:lnSpc>
                <a:spcPct val="100000"/>
              </a:lnSpc>
              <a:spcAft>
                <a:spcPts val="0"/>
              </a:spcAft>
              <a:buFontTx/>
              <a:buNone/>
              <a:defRPr sz="1600">
                <a:solidFill>
                  <a:schemeClr val="bg1"/>
                </a:solidFill>
                <a:latin typeface="+mn-lt"/>
                <a:ea typeface="+mn-lt"/>
                <a:cs typeface="+mn-lt"/>
              </a:defRPr>
            </a:lvl4pPr>
            <a:lvl5pPr marL="0" indent="0">
              <a:lnSpc>
                <a:spcPct val="100000"/>
              </a:lnSpc>
              <a:spcAft>
                <a:spcPts val="0"/>
              </a:spcAft>
              <a:buFontTx/>
              <a:buNone/>
              <a:defRPr sz="1600">
                <a:solidFill>
                  <a:schemeClr val="bg1"/>
                </a:solidFill>
                <a:latin typeface="+mn-lt"/>
                <a:ea typeface="+mn-lt"/>
                <a:cs typeface="+mn-lt"/>
              </a:defRPr>
            </a:lvl5pPr>
            <a:lvl6pPr marL="0" indent="0">
              <a:lnSpc>
                <a:spcPct val="100000"/>
              </a:lnSpc>
              <a:spcAft>
                <a:spcPts val="0"/>
              </a:spcAft>
              <a:buFontTx/>
              <a:buNone/>
              <a:defRPr sz="1600">
                <a:solidFill>
                  <a:schemeClr val="bg1"/>
                </a:solidFill>
                <a:latin typeface="+mn-lt"/>
                <a:ea typeface="+mn-lt"/>
                <a:cs typeface="+mn-lt"/>
              </a:defRPr>
            </a:lvl6pPr>
            <a:lvl7pPr marL="0" indent="0">
              <a:lnSpc>
                <a:spcPct val="100000"/>
              </a:lnSpc>
              <a:spcAft>
                <a:spcPts val="0"/>
              </a:spcAft>
              <a:buFontTx/>
              <a:buNone/>
              <a:defRPr sz="1600">
                <a:solidFill>
                  <a:schemeClr val="bg1"/>
                </a:solidFill>
                <a:latin typeface="+mn-lt"/>
                <a:ea typeface="+mn-lt"/>
                <a:cs typeface="+mn-lt"/>
              </a:defRPr>
            </a:lvl7pPr>
            <a:lvl8pPr marL="0" indent="0">
              <a:lnSpc>
                <a:spcPct val="100000"/>
              </a:lnSpc>
              <a:spcAft>
                <a:spcPts val="0"/>
              </a:spcAft>
              <a:buFontTx/>
              <a:buNone/>
              <a:defRPr sz="1600">
                <a:solidFill>
                  <a:schemeClr val="bg1"/>
                </a:solidFill>
                <a:latin typeface="+mn-lt"/>
                <a:ea typeface="+mn-lt"/>
                <a:cs typeface="+mn-lt"/>
              </a:defRPr>
            </a:lvl8pPr>
            <a:lvl9pPr marL="0" indent="0">
              <a:lnSpc>
                <a:spcPct val="100000"/>
              </a:lnSpc>
              <a:spcAft>
                <a:spcPts val="0"/>
              </a:spcAft>
              <a:buFontTx/>
              <a:buNone/>
              <a:defRPr sz="1600">
                <a:solidFill>
                  <a:schemeClr val="bg1"/>
                </a:solidFill>
                <a:latin typeface="+mn-lt"/>
                <a:ea typeface="+mn-lt"/>
                <a:cs typeface="+mn-lt"/>
              </a:defRPr>
            </a:lvl9pPr>
          </a:lstStyle>
          <a:p xmlns:a="http://schemas.openxmlformats.org/drawingml/2006/main">
            <a:pPr lvl="0">
              <a:buNone/>
            </a:pPr>
            <a:r>
              <a:t>Agendapunkt</a:t>
            </a:r>
            <a:r>
              <a:t> hinzufügen</a:t>
            </a:r>
          </a:p>
          <a:p xmlns:a="http://schemas.openxmlformats.org/drawingml/2006/main">
            <a:pPr lvl="1">
              <a:buNone/>
            </a:pPr>
            <a:r>
              <a:t>Zweite Ebene</a:t>
            </a:r>
          </a:p>
        </p:txBody>
      </p:sp>
      <p:sp>
        <p:nvSpPr>
          <p:cNvPr id="65" name="Textplatzhalter 11">
            <a:extLst xmlns:a="http://schemas.openxmlformats.org/drawingml/2006/main">
              <a:ext uri="{FF2B5EF4-FFF2-40B4-BE49-F238E27FC236}">
                <a16:creationId xmlns:a16="http://schemas.microsoft.com/office/drawing/2014/main" id="{3F034A96-E7CA-D77B-3200-8B97E0CE0EE2}"/>
              </a:ext>
            </a:extLst>
          </p:cNvPr>
          <p:cNvSpPr>
            <a:spLocks xmlns:a="http://schemas.openxmlformats.org/drawingml/2006/main" noGrp="1"/>
          </p:cNvSpPr>
          <p:nvPr>
            <p:ph type="body" idx="54" hasCustomPrompt="1"/>
          </p:nvPr>
        </p:nvSpPr>
        <p:spPr>
          <a:xfrm xmlns:a="http://schemas.openxmlformats.org/drawingml/2006/main">
            <a:off x="5880804" y="2710654"/>
            <a:ext cx="432000" cy="432000"/>
          </a:xfrm>
          <a:prstGeom xmlns:a="http://schemas.openxmlformats.org/drawingml/2006/main" prst="ellipse">
            <a:avLst/>
          </a:prstGeom>
          <a:solidFill xmlns:a="http://schemas.openxmlformats.org/drawingml/2006/main">
            <a:schemeClr val="bg1">
              <a:alpha val="0"/>
            </a:schemeClr>
          </a:solidFill>
          <a:ln xmlns:a="http://schemas.openxmlformats.org/drawingml/2006/main" w="12700">
            <a:solidFill>
              <a:schemeClr val="bg1"/>
            </a:solidFill>
          </a:ln>
        </p:spPr>
        <p:txBody>
          <a:bodyPr xmlns:a="http://schemas.openxmlformats.org/drawingml/2006/main" wrap="none" anchor="ctr"/>
          <a:lstStyle xmlns:a="http://schemas.openxmlformats.org/drawingml/2006/main">
            <a:lvl1pPr marL="0" indent="0" algn="ctr">
              <a:lnSpc>
                <a:spcPct val="100000"/>
              </a:lnSpc>
              <a:spcAft>
                <a:spcPts val="0"/>
              </a:spcAft>
              <a:buFontTx/>
              <a:buNone/>
              <a:defRPr sz="2400" spc="-100">
                <a:solidFill>
                  <a:schemeClr val="bg1"/>
                </a:solidFill>
                <a:latin typeface="+mn-lt"/>
                <a:ea typeface="+mn-lt"/>
                <a:cs typeface="+mn-lt"/>
              </a:defRPr>
            </a:lvl1pPr>
            <a:lvl2pPr marL="0" indent="0" algn="ctr">
              <a:lnSpc>
                <a:spcPct val="100000"/>
              </a:lnSpc>
              <a:spcAft>
                <a:spcPts val="0"/>
              </a:spcAft>
              <a:buFontTx/>
              <a:buNone/>
              <a:defRPr sz="2400" spc="-100">
                <a:solidFill>
                  <a:schemeClr val="bg1"/>
                </a:solidFill>
                <a:latin typeface="+mn-lt"/>
                <a:ea typeface="+mn-lt"/>
                <a:cs typeface="+mn-lt"/>
              </a:defRPr>
            </a:lvl2pPr>
            <a:lvl3pPr marL="0" indent="0" algn="ctr">
              <a:lnSpc>
                <a:spcPct val="100000"/>
              </a:lnSpc>
              <a:spcAft>
                <a:spcPts val="0"/>
              </a:spcAft>
              <a:buFontTx/>
              <a:buNone/>
              <a:defRPr sz="2400" spc="-100">
                <a:solidFill>
                  <a:schemeClr val="bg1"/>
                </a:solidFill>
                <a:latin typeface="+mn-lt"/>
                <a:ea typeface="+mn-lt"/>
                <a:cs typeface="+mn-lt"/>
              </a:defRPr>
            </a:lvl3pPr>
            <a:lvl4pPr marL="0" indent="0" algn="ctr">
              <a:lnSpc>
                <a:spcPct val="100000"/>
              </a:lnSpc>
              <a:spcAft>
                <a:spcPts val="0"/>
              </a:spcAft>
              <a:buFontTx/>
              <a:buNone/>
              <a:defRPr sz="2400" spc="-100">
                <a:solidFill>
                  <a:schemeClr val="bg1"/>
                </a:solidFill>
                <a:latin typeface="+mn-lt"/>
                <a:ea typeface="+mn-lt"/>
                <a:cs typeface="+mn-lt"/>
              </a:defRPr>
            </a:lvl4pPr>
            <a:lvl5pPr marL="0" indent="0" algn="ctr">
              <a:lnSpc>
                <a:spcPct val="100000"/>
              </a:lnSpc>
              <a:spcAft>
                <a:spcPts val="0"/>
              </a:spcAft>
              <a:buFontTx/>
              <a:buNone/>
              <a:defRPr sz="2400" spc="-100">
                <a:solidFill>
                  <a:schemeClr val="bg1"/>
                </a:solidFill>
                <a:latin typeface="+mn-lt"/>
                <a:ea typeface="+mn-lt"/>
                <a:cs typeface="+mn-lt"/>
              </a:defRPr>
            </a:lvl5pPr>
            <a:lvl6pPr marL="0" indent="0" algn="ctr">
              <a:lnSpc>
                <a:spcPct val="100000"/>
              </a:lnSpc>
              <a:spcAft>
                <a:spcPts val="0"/>
              </a:spcAft>
              <a:buFontTx/>
              <a:buNone/>
              <a:defRPr sz="2400" spc="-100">
                <a:solidFill>
                  <a:schemeClr val="bg1"/>
                </a:solidFill>
                <a:latin typeface="+mn-lt"/>
                <a:ea typeface="+mn-lt"/>
                <a:cs typeface="+mn-lt"/>
              </a:defRPr>
            </a:lvl6pPr>
            <a:lvl7pPr marL="0" indent="0" algn="ctr">
              <a:lnSpc>
                <a:spcPct val="100000"/>
              </a:lnSpc>
              <a:spcAft>
                <a:spcPts val="0"/>
              </a:spcAft>
              <a:buFontTx/>
              <a:buNone/>
              <a:defRPr sz="2400" spc="-100">
                <a:solidFill>
                  <a:schemeClr val="bg1"/>
                </a:solidFill>
              </a:defRPr>
            </a:lvl7pPr>
            <a:lvl8pPr marL="0" indent="0" algn="ctr">
              <a:lnSpc>
                <a:spcPct val="100000"/>
              </a:lnSpc>
              <a:spcAft>
                <a:spcPts val="0"/>
              </a:spcAft>
              <a:buFontTx/>
              <a:buNone/>
              <a:defRPr sz="2400" spc="-100">
                <a:solidFill>
                  <a:schemeClr val="bg1"/>
                </a:solidFill>
              </a:defRPr>
            </a:lvl8pPr>
            <a:lvl9pPr marL="0" indent="0" algn="ctr">
              <a:lnSpc>
                <a:spcPct val="100000"/>
              </a:lnSpc>
              <a:spcAft>
                <a:spcPts val="0"/>
              </a:spcAft>
              <a:buFontTx/>
              <a:buNone/>
              <a:defRPr sz="2400" spc="-100">
                <a:solidFill>
                  <a:schemeClr val="bg1"/>
                </a:solidFill>
              </a:defRPr>
            </a:lvl9pPr>
          </a:lstStyle>
          <a:p xmlns:a="http://schemas.openxmlformats.org/drawingml/2006/main">
            <a:pPr lvl="0">
              <a:buNone/>
            </a:pPr>
            <a:r>
              <a:t>0</a:t>
            </a:r>
          </a:p>
        </p:txBody>
      </p:sp>
      <p:sp>
        <p:nvSpPr>
          <p:cNvPr id="66" name="Textplatzhalter 13">
            <a:extLst xmlns:a="http://schemas.openxmlformats.org/drawingml/2006/main">
              <a:ext uri="{FF2B5EF4-FFF2-40B4-BE49-F238E27FC236}">
                <a16:creationId xmlns:a16="http://schemas.microsoft.com/office/drawing/2014/main" id="{29959DFA-7F19-3654-8337-C5D1D96A5C0F}"/>
              </a:ext>
            </a:extLst>
          </p:cNvPr>
          <p:cNvSpPr>
            <a:spLocks xmlns:a="http://schemas.openxmlformats.org/drawingml/2006/main" noGrp="1"/>
          </p:cNvSpPr>
          <p:nvPr>
            <p:ph type="body" idx="55" hasCustomPrompt="1"/>
          </p:nvPr>
        </p:nvSpPr>
        <p:spPr>
          <a:xfrm xmlns:a="http://schemas.openxmlformats.org/drawingml/2006/main">
            <a:off x="6528504" y="2780992"/>
            <a:ext cx="4104000" cy="576000"/>
          </a:xfrm>
        </p:spPr>
        <p:txBody>
          <a:bodyPr xmlns:a="http://schemas.openxmlformats.org/drawingml/2006/main" tIns="36000"/>
          <a:lstStyle xmlns:a="http://schemas.openxmlformats.org/drawingml/2006/main">
            <a:lvl1pPr>
              <a:lnSpc>
                <a:spcPct val="100000"/>
              </a:lnSpc>
              <a:spcAft>
                <a:spcPts val="0"/>
              </a:spcAft>
              <a:buFontTx/>
              <a:buNone/>
              <a:defRPr>
                <a:solidFill>
                  <a:schemeClr val="bg1"/>
                </a:solidFill>
              </a:defRPr>
            </a:lvl1pPr>
            <a:lvl2pPr marL="0" indent="0">
              <a:lnSpc>
                <a:spcPct val="100000"/>
              </a:lnSpc>
              <a:spcAft>
                <a:spcPts val="0"/>
              </a:spcAft>
              <a:buFontTx/>
              <a:buNone/>
              <a:defRPr sz="1600">
                <a:solidFill>
                  <a:schemeClr val="bg1"/>
                </a:solidFill>
                <a:latin typeface="+mn-lt"/>
                <a:ea typeface="+mn-lt"/>
                <a:cs typeface="+mn-lt"/>
              </a:defRPr>
            </a:lvl2pPr>
            <a:lvl3pPr marL="0" indent="0">
              <a:lnSpc>
                <a:spcPct val="100000"/>
              </a:lnSpc>
              <a:spcAft>
                <a:spcPts val="0"/>
              </a:spcAft>
              <a:buFontTx/>
              <a:buNone/>
              <a:defRPr sz="1600">
                <a:solidFill>
                  <a:schemeClr val="bg1"/>
                </a:solidFill>
                <a:latin typeface="+mn-lt"/>
                <a:ea typeface="+mn-lt"/>
                <a:cs typeface="+mn-lt"/>
              </a:defRPr>
            </a:lvl3pPr>
            <a:lvl4pPr marL="0" indent="0">
              <a:lnSpc>
                <a:spcPct val="100000"/>
              </a:lnSpc>
              <a:spcAft>
                <a:spcPts val="0"/>
              </a:spcAft>
              <a:buFontTx/>
              <a:buNone/>
              <a:defRPr sz="1600">
                <a:solidFill>
                  <a:schemeClr val="bg1"/>
                </a:solidFill>
                <a:latin typeface="+mn-lt"/>
                <a:ea typeface="+mn-lt"/>
                <a:cs typeface="+mn-lt"/>
              </a:defRPr>
            </a:lvl4pPr>
            <a:lvl5pPr marL="0" indent="0">
              <a:lnSpc>
                <a:spcPct val="100000"/>
              </a:lnSpc>
              <a:spcAft>
                <a:spcPts val="0"/>
              </a:spcAft>
              <a:buFontTx/>
              <a:buNone/>
              <a:defRPr sz="1600">
                <a:solidFill>
                  <a:schemeClr val="bg1"/>
                </a:solidFill>
                <a:latin typeface="+mn-lt"/>
                <a:ea typeface="+mn-lt"/>
                <a:cs typeface="+mn-lt"/>
              </a:defRPr>
            </a:lvl5pPr>
            <a:lvl6pPr marL="0" indent="0">
              <a:lnSpc>
                <a:spcPct val="100000"/>
              </a:lnSpc>
              <a:spcAft>
                <a:spcPts val="0"/>
              </a:spcAft>
              <a:buFontTx/>
              <a:buNone/>
              <a:defRPr sz="1600">
                <a:solidFill>
                  <a:schemeClr val="bg1"/>
                </a:solidFill>
                <a:latin typeface="+mn-lt"/>
                <a:ea typeface="+mn-lt"/>
                <a:cs typeface="+mn-lt"/>
              </a:defRPr>
            </a:lvl6pPr>
            <a:lvl7pPr marL="0" indent="0">
              <a:lnSpc>
                <a:spcPct val="100000"/>
              </a:lnSpc>
              <a:spcAft>
                <a:spcPts val="0"/>
              </a:spcAft>
              <a:buFontTx/>
              <a:buNone/>
              <a:defRPr sz="1600">
                <a:solidFill>
                  <a:schemeClr val="bg1"/>
                </a:solidFill>
                <a:latin typeface="+mn-lt"/>
                <a:ea typeface="+mn-lt"/>
                <a:cs typeface="+mn-lt"/>
              </a:defRPr>
            </a:lvl7pPr>
            <a:lvl8pPr marL="0" indent="0">
              <a:lnSpc>
                <a:spcPct val="100000"/>
              </a:lnSpc>
              <a:spcAft>
                <a:spcPts val="0"/>
              </a:spcAft>
              <a:buFontTx/>
              <a:buNone/>
              <a:defRPr sz="1600">
                <a:solidFill>
                  <a:schemeClr val="bg1"/>
                </a:solidFill>
                <a:latin typeface="+mn-lt"/>
                <a:ea typeface="+mn-lt"/>
                <a:cs typeface="+mn-lt"/>
              </a:defRPr>
            </a:lvl8pPr>
            <a:lvl9pPr marL="0" indent="0">
              <a:lnSpc>
                <a:spcPct val="100000"/>
              </a:lnSpc>
              <a:spcAft>
                <a:spcPts val="0"/>
              </a:spcAft>
              <a:buFontTx/>
              <a:buNone/>
              <a:defRPr sz="1600">
                <a:solidFill>
                  <a:schemeClr val="bg1"/>
                </a:solidFill>
                <a:latin typeface="+mn-lt"/>
                <a:ea typeface="+mn-lt"/>
                <a:cs typeface="+mn-lt"/>
              </a:defRPr>
            </a:lvl9pPr>
          </a:lstStyle>
          <a:p xmlns:a="http://schemas.openxmlformats.org/drawingml/2006/main">
            <a:pPr lvl="0">
              <a:buNone/>
            </a:pPr>
            <a:r>
              <a:t>Agendapunkt</a:t>
            </a:r>
            <a:r>
              <a:t> hinzufügen</a:t>
            </a:r>
          </a:p>
          <a:p xmlns:a="http://schemas.openxmlformats.org/drawingml/2006/main">
            <a:pPr lvl="1">
              <a:buNone/>
            </a:pPr>
            <a:r>
              <a:t>Zweite Ebene</a:t>
            </a:r>
          </a:p>
        </p:txBody>
      </p:sp>
      <p:sp>
        <p:nvSpPr>
          <p:cNvPr id="67" name="Textplatzhalter 11">
            <a:extLst xmlns:a="http://schemas.openxmlformats.org/drawingml/2006/main">
              <a:ext uri="{FF2B5EF4-FFF2-40B4-BE49-F238E27FC236}">
                <a16:creationId xmlns:a16="http://schemas.microsoft.com/office/drawing/2014/main" id="{EB8D6758-EF2A-92F7-17FE-A48E81482D05}"/>
              </a:ext>
            </a:extLst>
          </p:cNvPr>
          <p:cNvSpPr>
            <a:spLocks xmlns:a="http://schemas.openxmlformats.org/drawingml/2006/main" noGrp="1"/>
          </p:cNvSpPr>
          <p:nvPr>
            <p:ph type="body" idx="56" hasCustomPrompt="1"/>
          </p:nvPr>
        </p:nvSpPr>
        <p:spPr>
          <a:xfrm xmlns:a="http://schemas.openxmlformats.org/drawingml/2006/main">
            <a:off x="5880804" y="3504476"/>
            <a:ext cx="432000" cy="432000"/>
          </a:xfrm>
          <a:prstGeom xmlns:a="http://schemas.openxmlformats.org/drawingml/2006/main" prst="ellipse">
            <a:avLst/>
          </a:prstGeom>
          <a:solidFill xmlns:a="http://schemas.openxmlformats.org/drawingml/2006/main">
            <a:schemeClr val="bg1">
              <a:alpha val="0"/>
            </a:schemeClr>
          </a:solidFill>
          <a:ln xmlns:a="http://schemas.openxmlformats.org/drawingml/2006/main" w="12700">
            <a:solidFill>
              <a:schemeClr val="bg1"/>
            </a:solidFill>
          </a:ln>
        </p:spPr>
        <p:txBody>
          <a:bodyPr xmlns:a="http://schemas.openxmlformats.org/drawingml/2006/main" wrap="none" anchor="ctr"/>
          <a:lstStyle xmlns:a="http://schemas.openxmlformats.org/drawingml/2006/main">
            <a:lvl1pPr marL="0" indent="0" algn="ctr">
              <a:lnSpc>
                <a:spcPct val="100000"/>
              </a:lnSpc>
              <a:spcAft>
                <a:spcPts val="0"/>
              </a:spcAft>
              <a:buFontTx/>
              <a:buNone/>
              <a:defRPr sz="2400" spc="-100">
                <a:solidFill>
                  <a:schemeClr val="bg1"/>
                </a:solidFill>
                <a:latin typeface="+mn-lt"/>
                <a:ea typeface="+mn-lt"/>
                <a:cs typeface="+mn-lt"/>
              </a:defRPr>
            </a:lvl1pPr>
            <a:lvl2pPr marL="0" indent="0" algn="ctr">
              <a:lnSpc>
                <a:spcPct val="100000"/>
              </a:lnSpc>
              <a:spcAft>
                <a:spcPts val="0"/>
              </a:spcAft>
              <a:buFontTx/>
              <a:buNone/>
              <a:defRPr sz="2400" spc="-100">
                <a:solidFill>
                  <a:schemeClr val="bg1"/>
                </a:solidFill>
                <a:latin typeface="+mn-lt"/>
                <a:ea typeface="+mn-lt"/>
                <a:cs typeface="+mn-lt"/>
              </a:defRPr>
            </a:lvl2pPr>
            <a:lvl3pPr marL="0" indent="0" algn="ctr">
              <a:lnSpc>
                <a:spcPct val="100000"/>
              </a:lnSpc>
              <a:spcAft>
                <a:spcPts val="0"/>
              </a:spcAft>
              <a:buFontTx/>
              <a:buNone/>
              <a:defRPr sz="2400" spc="-100">
                <a:solidFill>
                  <a:schemeClr val="bg1"/>
                </a:solidFill>
                <a:latin typeface="+mn-lt"/>
                <a:ea typeface="+mn-lt"/>
                <a:cs typeface="+mn-lt"/>
              </a:defRPr>
            </a:lvl3pPr>
            <a:lvl4pPr marL="0" indent="0" algn="ctr">
              <a:lnSpc>
                <a:spcPct val="100000"/>
              </a:lnSpc>
              <a:spcAft>
                <a:spcPts val="0"/>
              </a:spcAft>
              <a:buFontTx/>
              <a:buNone/>
              <a:defRPr sz="2400" spc="-100">
                <a:solidFill>
                  <a:schemeClr val="bg1"/>
                </a:solidFill>
                <a:latin typeface="+mn-lt"/>
                <a:ea typeface="+mn-lt"/>
                <a:cs typeface="+mn-lt"/>
              </a:defRPr>
            </a:lvl4pPr>
            <a:lvl5pPr marL="0" indent="0" algn="ctr">
              <a:lnSpc>
                <a:spcPct val="100000"/>
              </a:lnSpc>
              <a:spcAft>
                <a:spcPts val="0"/>
              </a:spcAft>
              <a:buFontTx/>
              <a:buNone/>
              <a:defRPr sz="2400" spc="-100">
                <a:solidFill>
                  <a:schemeClr val="bg1"/>
                </a:solidFill>
                <a:latin typeface="+mn-lt"/>
                <a:ea typeface="+mn-lt"/>
                <a:cs typeface="+mn-lt"/>
              </a:defRPr>
            </a:lvl5pPr>
            <a:lvl6pPr marL="0" indent="0" algn="ctr">
              <a:lnSpc>
                <a:spcPct val="100000"/>
              </a:lnSpc>
              <a:spcAft>
                <a:spcPts val="0"/>
              </a:spcAft>
              <a:buFontTx/>
              <a:buNone/>
              <a:defRPr sz="2400" spc="-100">
                <a:solidFill>
                  <a:schemeClr val="bg1"/>
                </a:solidFill>
                <a:latin typeface="+mn-lt"/>
                <a:ea typeface="+mn-lt"/>
                <a:cs typeface="+mn-lt"/>
              </a:defRPr>
            </a:lvl6pPr>
            <a:lvl7pPr marL="0" indent="0" algn="ctr">
              <a:lnSpc>
                <a:spcPct val="100000"/>
              </a:lnSpc>
              <a:spcAft>
                <a:spcPts val="0"/>
              </a:spcAft>
              <a:buFontTx/>
              <a:buNone/>
              <a:defRPr sz="2400" spc="-100">
                <a:solidFill>
                  <a:schemeClr val="bg1"/>
                </a:solidFill>
              </a:defRPr>
            </a:lvl7pPr>
            <a:lvl8pPr marL="0" indent="0" algn="ctr">
              <a:lnSpc>
                <a:spcPct val="100000"/>
              </a:lnSpc>
              <a:spcAft>
                <a:spcPts val="0"/>
              </a:spcAft>
              <a:buFontTx/>
              <a:buNone/>
              <a:defRPr sz="2400" spc="-100">
                <a:solidFill>
                  <a:schemeClr val="bg1"/>
                </a:solidFill>
              </a:defRPr>
            </a:lvl8pPr>
            <a:lvl9pPr marL="0" indent="0" algn="ctr">
              <a:lnSpc>
                <a:spcPct val="100000"/>
              </a:lnSpc>
              <a:spcAft>
                <a:spcPts val="0"/>
              </a:spcAft>
              <a:buFontTx/>
              <a:buNone/>
              <a:defRPr sz="2400" spc="-100">
                <a:solidFill>
                  <a:schemeClr val="bg1"/>
                </a:solidFill>
              </a:defRPr>
            </a:lvl9pPr>
          </a:lstStyle>
          <a:p xmlns:a="http://schemas.openxmlformats.org/drawingml/2006/main">
            <a:pPr lvl="0">
              <a:buNone/>
            </a:pPr>
            <a:r>
              <a:t>0</a:t>
            </a:r>
          </a:p>
        </p:txBody>
      </p:sp>
      <p:sp>
        <p:nvSpPr>
          <p:cNvPr id="68" name="Textplatzhalter 13">
            <a:extLst xmlns:a="http://schemas.openxmlformats.org/drawingml/2006/main">
              <a:ext uri="{FF2B5EF4-FFF2-40B4-BE49-F238E27FC236}">
                <a16:creationId xmlns:a16="http://schemas.microsoft.com/office/drawing/2014/main" id="{9FE7CD3B-6484-5825-CCD2-96FABB7DA89D}"/>
              </a:ext>
            </a:extLst>
          </p:cNvPr>
          <p:cNvSpPr>
            <a:spLocks xmlns:a="http://schemas.openxmlformats.org/drawingml/2006/main" noGrp="1"/>
          </p:cNvSpPr>
          <p:nvPr>
            <p:ph type="body" idx="57" hasCustomPrompt="1"/>
          </p:nvPr>
        </p:nvSpPr>
        <p:spPr>
          <a:xfrm xmlns:a="http://schemas.openxmlformats.org/drawingml/2006/main">
            <a:off x="6528504" y="3574814"/>
            <a:ext cx="4104000" cy="576000"/>
          </a:xfrm>
        </p:spPr>
        <p:txBody>
          <a:bodyPr xmlns:a="http://schemas.openxmlformats.org/drawingml/2006/main" tIns="36000"/>
          <a:lstStyle xmlns:a="http://schemas.openxmlformats.org/drawingml/2006/main">
            <a:lvl1pPr>
              <a:lnSpc>
                <a:spcPct val="100000"/>
              </a:lnSpc>
              <a:spcAft>
                <a:spcPts val="0"/>
              </a:spcAft>
              <a:buFontTx/>
              <a:buNone/>
              <a:defRPr>
                <a:solidFill>
                  <a:schemeClr val="bg1"/>
                </a:solidFill>
              </a:defRPr>
            </a:lvl1pPr>
            <a:lvl2pPr marL="0" indent="0">
              <a:lnSpc>
                <a:spcPct val="100000"/>
              </a:lnSpc>
              <a:spcAft>
                <a:spcPts val="0"/>
              </a:spcAft>
              <a:buFontTx/>
              <a:buNone/>
              <a:defRPr sz="1600">
                <a:solidFill>
                  <a:schemeClr val="bg1"/>
                </a:solidFill>
                <a:latin typeface="+mn-lt"/>
                <a:ea typeface="+mn-lt"/>
                <a:cs typeface="+mn-lt"/>
              </a:defRPr>
            </a:lvl2pPr>
            <a:lvl3pPr marL="0" indent="0">
              <a:lnSpc>
                <a:spcPct val="100000"/>
              </a:lnSpc>
              <a:spcAft>
                <a:spcPts val="0"/>
              </a:spcAft>
              <a:buFontTx/>
              <a:buNone/>
              <a:defRPr sz="1600">
                <a:solidFill>
                  <a:schemeClr val="bg1"/>
                </a:solidFill>
                <a:latin typeface="+mn-lt"/>
                <a:ea typeface="+mn-lt"/>
                <a:cs typeface="+mn-lt"/>
              </a:defRPr>
            </a:lvl3pPr>
            <a:lvl4pPr marL="0" indent="0">
              <a:lnSpc>
                <a:spcPct val="100000"/>
              </a:lnSpc>
              <a:spcAft>
                <a:spcPts val="0"/>
              </a:spcAft>
              <a:buFontTx/>
              <a:buNone/>
              <a:defRPr sz="1600">
                <a:solidFill>
                  <a:schemeClr val="bg1"/>
                </a:solidFill>
                <a:latin typeface="+mn-lt"/>
                <a:ea typeface="+mn-lt"/>
                <a:cs typeface="+mn-lt"/>
              </a:defRPr>
            </a:lvl4pPr>
            <a:lvl5pPr marL="0" indent="0">
              <a:lnSpc>
                <a:spcPct val="100000"/>
              </a:lnSpc>
              <a:spcAft>
                <a:spcPts val="0"/>
              </a:spcAft>
              <a:buFontTx/>
              <a:buNone/>
              <a:defRPr sz="1600">
                <a:solidFill>
                  <a:schemeClr val="bg1"/>
                </a:solidFill>
                <a:latin typeface="+mn-lt"/>
                <a:ea typeface="+mn-lt"/>
                <a:cs typeface="+mn-lt"/>
              </a:defRPr>
            </a:lvl5pPr>
            <a:lvl6pPr marL="0" indent="0">
              <a:lnSpc>
                <a:spcPct val="100000"/>
              </a:lnSpc>
              <a:spcAft>
                <a:spcPts val="0"/>
              </a:spcAft>
              <a:buFontTx/>
              <a:buNone/>
              <a:defRPr sz="1600">
                <a:solidFill>
                  <a:schemeClr val="bg1"/>
                </a:solidFill>
                <a:latin typeface="+mn-lt"/>
                <a:ea typeface="+mn-lt"/>
                <a:cs typeface="+mn-lt"/>
              </a:defRPr>
            </a:lvl6pPr>
            <a:lvl7pPr marL="0" indent="0">
              <a:lnSpc>
                <a:spcPct val="100000"/>
              </a:lnSpc>
              <a:spcAft>
                <a:spcPts val="0"/>
              </a:spcAft>
              <a:buFontTx/>
              <a:buNone/>
              <a:defRPr sz="1600">
                <a:solidFill>
                  <a:schemeClr val="bg1"/>
                </a:solidFill>
                <a:latin typeface="+mn-lt"/>
                <a:ea typeface="+mn-lt"/>
                <a:cs typeface="+mn-lt"/>
              </a:defRPr>
            </a:lvl7pPr>
            <a:lvl8pPr marL="0" indent="0">
              <a:lnSpc>
                <a:spcPct val="100000"/>
              </a:lnSpc>
              <a:spcAft>
                <a:spcPts val="0"/>
              </a:spcAft>
              <a:buFontTx/>
              <a:buNone/>
              <a:defRPr sz="1600">
                <a:solidFill>
                  <a:schemeClr val="bg1"/>
                </a:solidFill>
                <a:latin typeface="+mn-lt"/>
                <a:ea typeface="+mn-lt"/>
                <a:cs typeface="+mn-lt"/>
              </a:defRPr>
            </a:lvl8pPr>
            <a:lvl9pPr marL="0" indent="0">
              <a:lnSpc>
                <a:spcPct val="100000"/>
              </a:lnSpc>
              <a:spcAft>
                <a:spcPts val="0"/>
              </a:spcAft>
              <a:buFontTx/>
              <a:buNone/>
              <a:defRPr sz="1600">
                <a:solidFill>
                  <a:schemeClr val="bg1"/>
                </a:solidFill>
                <a:latin typeface="+mn-lt"/>
                <a:ea typeface="+mn-lt"/>
                <a:cs typeface="+mn-lt"/>
              </a:defRPr>
            </a:lvl9pPr>
          </a:lstStyle>
          <a:p xmlns:a="http://schemas.openxmlformats.org/drawingml/2006/main">
            <a:pPr lvl="0">
              <a:buNone/>
            </a:pPr>
            <a:r>
              <a:t>Agendapunkt</a:t>
            </a:r>
            <a:r>
              <a:t> hinzufügen</a:t>
            </a:r>
          </a:p>
          <a:p xmlns:a="http://schemas.openxmlformats.org/drawingml/2006/main">
            <a:pPr lvl="1">
              <a:buNone/>
            </a:pPr>
            <a:r>
              <a:t>Zweite Ebene</a:t>
            </a:r>
          </a:p>
        </p:txBody>
      </p:sp>
      <p:sp>
        <p:nvSpPr>
          <p:cNvPr id="69" name="Textplatzhalter 11">
            <a:extLst xmlns:a="http://schemas.openxmlformats.org/drawingml/2006/main">
              <a:ext uri="{FF2B5EF4-FFF2-40B4-BE49-F238E27FC236}">
                <a16:creationId xmlns:a16="http://schemas.microsoft.com/office/drawing/2014/main" id="{84D6844B-0415-C9E6-0D9D-E2FAC678C4E4}"/>
              </a:ext>
            </a:extLst>
          </p:cNvPr>
          <p:cNvSpPr>
            <a:spLocks xmlns:a="http://schemas.openxmlformats.org/drawingml/2006/main" noGrp="1"/>
          </p:cNvSpPr>
          <p:nvPr>
            <p:ph type="body" idx="58" hasCustomPrompt="1"/>
          </p:nvPr>
        </p:nvSpPr>
        <p:spPr>
          <a:xfrm xmlns:a="http://schemas.openxmlformats.org/drawingml/2006/main">
            <a:off x="5880804" y="4298298"/>
            <a:ext cx="432000" cy="432000"/>
          </a:xfrm>
          <a:prstGeom xmlns:a="http://schemas.openxmlformats.org/drawingml/2006/main" prst="ellipse">
            <a:avLst/>
          </a:prstGeom>
          <a:solidFill xmlns:a="http://schemas.openxmlformats.org/drawingml/2006/main">
            <a:schemeClr val="bg1">
              <a:alpha val="0"/>
            </a:schemeClr>
          </a:solidFill>
          <a:ln xmlns:a="http://schemas.openxmlformats.org/drawingml/2006/main" w="12700">
            <a:solidFill>
              <a:schemeClr val="bg1"/>
            </a:solidFill>
          </a:ln>
        </p:spPr>
        <p:txBody>
          <a:bodyPr xmlns:a="http://schemas.openxmlformats.org/drawingml/2006/main" wrap="none" anchor="ctr"/>
          <a:lstStyle xmlns:a="http://schemas.openxmlformats.org/drawingml/2006/main">
            <a:lvl1pPr marL="0" indent="0" algn="ctr">
              <a:lnSpc>
                <a:spcPct val="100000"/>
              </a:lnSpc>
              <a:spcAft>
                <a:spcPts val="0"/>
              </a:spcAft>
              <a:buFontTx/>
              <a:buNone/>
              <a:defRPr sz="2400" spc="-100">
                <a:solidFill>
                  <a:schemeClr val="bg1"/>
                </a:solidFill>
                <a:latin typeface="+mn-lt"/>
                <a:ea typeface="+mn-lt"/>
                <a:cs typeface="+mn-lt"/>
              </a:defRPr>
            </a:lvl1pPr>
            <a:lvl2pPr marL="0" indent="0" algn="ctr">
              <a:lnSpc>
                <a:spcPct val="100000"/>
              </a:lnSpc>
              <a:spcAft>
                <a:spcPts val="0"/>
              </a:spcAft>
              <a:buFontTx/>
              <a:buNone/>
              <a:defRPr sz="2400" spc="-100">
                <a:solidFill>
                  <a:schemeClr val="bg1"/>
                </a:solidFill>
                <a:latin typeface="+mn-lt"/>
                <a:ea typeface="+mn-lt"/>
                <a:cs typeface="+mn-lt"/>
              </a:defRPr>
            </a:lvl2pPr>
            <a:lvl3pPr marL="0" indent="0" algn="ctr">
              <a:lnSpc>
                <a:spcPct val="100000"/>
              </a:lnSpc>
              <a:spcAft>
                <a:spcPts val="0"/>
              </a:spcAft>
              <a:buFontTx/>
              <a:buNone/>
              <a:defRPr sz="2400" spc="-100">
                <a:solidFill>
                  <a:schemeClr val="bg1"/>
                </a:solidFill>
                <a:latin typeface="+mn-lt"/>
                <a:ea typeface="+mn-lt"/>
                <a:cs typeface="+mn-lt"/>
              </a:defRPr>
            </a:lvl3pPr>
            <a:lvl4pPr marL="0" indent="0" algn="ctr">
              <a:lnSpc>
                <a:spcPct val="100000"/>
              </a:lnSpc>
              <a:spcAft>
                <a:spcPts val="0"/>
              </a:spcAft>
              <a:buFontTx/>
              <a:buNone/>
              <a:defRPr sz="2400" spc="-100">
                <a:solidFill>
                  <a:schemeClr val="bg1"/>
                </a:solidFill>
                <a:latin typeface="+mn-lt"/>
                <a:ea typeface="+mn-lt"/>
                <a:cs typeface="+mn-lt"/>
              </a:defRPr>
            </a:lvl4pPr>
            <a:lvl5pPr marL="0" indent="0" algn="ctr">
              <a:lnSpc>
                <a:spcPct val="100000"/>
              </a:lnSpc>
              <a:spcAft>
                <a:spcPts val="0"/>
              </a:spcAft>
              <a:buFontTx/>
              <a:buNone/>
              <a:defRPr sz="2400" spc="-100">
                <a:solidFill>
                  <a:schemeClr val="bg1"/>
                </a:solidFill>
                <a:latin typeface="+mn-lt"/>
                <a:ea typeface="+mn-lt"/>
                <a:cs typeface="+mn-lt"/>
              </a:defRPr>
            </a:lvl5pPr>
            <a:lvl6pPr marL="0" indent="0" algn="ctr">
              <a:lnSpc>
                <a:spcPct val="100000"/>
              </a:lnSpc>
              <a:spcAft>
                <a:spcPts val="0"/>
              </a:spcAft>
              <a:buFontTx/>
              <a:buNone/>
              <a:defRPr sz="2400" spc="-100">
                <a:solidFill>
                  <a:schemeClr val="bg1"/>
                </a:solidFill>
                <a:latin typeface="+mn-lt"/>
                <a:ea typeface="+mn-lt"/>
                <a:cs typeface="+mn-lt"/>
              </a:defRPr>
            </a:lvl6pPr>
            <a:lvl7pPr marL="0" indent="0" algn="ctr">
              <a:lnSpc>
                <a:spcPct val="100000"/>
              </a:lnSpc>
              <a:spcAft>
                <a:spcPts val="0"/>
              </a:spcAft>
              <a:buFontTx/>
              <a:buNone/>
              <a:defRPr sz="2400" spc="-100">
                <a:solidFill>
                  <a:schemeClr val="bg1"/>
                </a:solidFill>
              </a:defRPr>
            </a:lvl7pPr>
            <a:lvl8pPr marL="0" indent="0" algn="ctr">
              <a:lnSpc>
                <a:spcPct val="100000"/>
              </a:lnSpc>
              <a:spcAft>
                <a:spcPts val="0"/>
              </a:spcAft>
              <a:buFontTx/>
              <a:buNone/>
              <a:defRPr sz="2400" spc="-100">
                <a:solidFill>
                  <a:schemeClr val="bg1"/>
                </a:solidFill>
              </a:defRPr>
            </a:lvl8pPr>
            <a:lvl9pPr marL="0" indent="0" algn="ctr">
              <a:lnSpc>
                <a:spcPct val="100000"/>
              </a:lnSpc>
              <a:spcAft>
                <a:spcPts val="0"/>
              </a:spcAft>
              <a:buFontTx/>
              <a:buNone/>
              <a:defRPr sz="2400" spc="-100">
                <a:solidFill>
                  <a:schemeClr val="bg1"/>
                </a:solidFill>
              </a:defRPr>
            </a:lvl9pPr>
          </a:lstStyle>
          <a:p xmlns:a="http://schemas.openxmlformats.org/drawingml/2006/main">
            <a:pPr lvl="0">
              <a:buNone/>
            </a:pPr>
            <a:r>
              <a:t>0</a:t>
            </a:r>
          </a:p>
        </p:txBody>
      </p:sp>
      <p:sp>
        <p:nvSpPr>
          <p:cNvPr id="70" name="Textplatzhalter 13">
            <a:extLst xmlns:a="http://schemas.openxmlformats.org/drawingml/2006/main">
              <a:ext uri="{FF2B5EF4-FFF2-40B4-BE49-F238E27FC236}">
                <a16:creationId xmlns:a16="http://schemas.microsoft.com/office/drawing/2014/main" id="{F051567D-02B1-614D-7090-524ACD51A26F}"/>
              </a:ext>
            </a:extLst>
          </p:cNvPr>
          <p:cNvSpPr>
            <a:spLocks xmlns:a="http://schemas.openxmlformats.org/drawingml/2006/main" noGrp="1"/>
          </p:cNvSpPr>
          <p:nvPr>
            <p:ph type="body" idx="59" hasCustomPrompt="1"/>
          </p:nvPr>
        </p:nvSpPr>
        <p:spPr>
          <a:xfrm xmlns:a="http://schemas.openxmlformats.org/drawingml/2006/main">
            <a:off x="6528504" y="4368636"/>
            <a:ext cx="4104000" cy="576000"/>
          </a:xfrm>
        </p:spPr>
        <p:txBody>
          <a:bodyPr xmlns:a="http://schemas.openxmlformats.org/drawingml/2006/main" tIns="36000"/>
          <a:lstStyle xmlns:a="http://schemas.openxmlformats.org/drawingml/2006/main">
            <a:lvl1pPr>
              <a:lnSpc>
                <a:spcPct val="100000"/>
              </a:lnSpc>
              <a:spcAft>
                <a:spcPts val="0"/>
              </a:spcAft>
              <a:buFontTx/>
              <a:buNone/>
              <a:defRPr>
                <a:solidFill>
                  <a:schemeClr val="bg1"/>
                </a:solidFill>
              </a:defRPr>
            </a:lvl1pPr>
            <a:lvl2pPr marL="0" indent="0">
              <a:lnSpc>
                <a:spcPct val="100000"/>
              </a:lnSpc>
              <a:spcAft>
                <a:spcPts val="0"/>
              </a:spcAft>
              <a:buFontTx/>
              <a:buNone/>
              <a:defRPr sz="1600">
                <a:solidFill>
                  <a:schemeClr val="bg1"/>
                </a:solidFill>
                <a:latin typeface="+mn-lt"/>
                <a:ea typeface="+mn-lt"/>
                <a:cs typeface="+mn-lt"/>
              </a:defRPr>
            </a:lvl2pPr>
            <a:lvl3pPr marL="0" indent="0">
              <a:lnSpc>
                <a:spcPct val="100000"/>
              </a:lnSpc>
              <a:spcAft>
                <a:spcPts val="0"/>
              </a:spcAft>
              <a:buFontTx/>
              <a:buNone/>
              <a:defRPr sz="1600">
                <a:solidFill>
                  <a:schemeClr val="bg1"/>
                </a:solidFill>
                <a:latin typeface="+mn-lt"/>
                <a:ea typeface="+mn-lt"/>
                <a:cs typeface="+mn-lt"/>
              </a:defRPr>
            </a:lvl3pPr>
            <a:lvl4pPr marL="0" indent="0">
              <a:lnSpc>
                <a:spcPct val="100000"/>
              </a:lnSpc>
              <a:spcAft>
                <a:spcPts val="0"/>
              </a:spcAft>
              <a:buFontTx/>
              <a:buNone/>
              <a:defRPr sz="1600">
                <a:solidFill>
                  <a:schemeClr val="bg1"/>
                </a:solidFill>
                <a:latin typeface="+mn-lt"/>
                <a:ea typeface="+mn-lt"/>
                <a:cs typeface="+mn-lt"/>
              </a:defRPr>
            </a:lvl4pPr>
            <a:lvl5pPr marL="0" indent="0">
              <a:lnSpc>
                <a:spcPct val="100000"/>
              </a:lnSpc>
              <a:spcAft>
                <a:spcPts val="0"/>
              </a:spcAft>
              <a:buFontTx/>
              <a:buNone/>
              <a:defRPr sz="1600">
                <a:solidFill>
                  <a:schemeClr val="bg1"/>
                </a:solidFill>
                <a:latin typeface="+mn-lt"/>
                <a:ea typeface="+mn-lt"/>
                <a:cs typeface="+mn-lt"/>
              </a:defRPr>
            </a:lvl5pPr>
            <a:lvl6pPr marL="0" indent="0">
              <a:lnSpc>
                <a:spcPct val="100000"/>
              </a:lnSpc>
              <a:spcAft>
                <a:spcPts val="0"/>
              </a:spcAft>
              <a:buFontTx/>
              <a:buNone/>
              <a:defRPr sz="1600">
                <a:solidFill>
                  <a:schemeClr val="bg1"/>
                </a:solidFill>
                <a:latin typeface="+mn-lt"/>
                <a:ea typeface="+mn-lt"/>
                <a:cs typeface="+mn-lt"/>
              </a:defRPr>
            </a:lvl6pPr>
            <a:lvl7pPr marL="0" indent="0">
              <a:lnSpc>
                <a:spcPct val="100000"/>
              </a:lnSpc>
              <a:spcAft>
                <a:spcPts val="0"/>
              </a:spcAft>
              <a:buFontTx/>
              <a:buNone/>
              <a:defRPr sz="1600">
                <a:solidFill>
                  <a:schemeClr val="bg1"/>
                </a:solidFill>
                <a:latin typeface="+mn-lt"/>
                <a:ea typeface="+mn-lt"/>
                <a:cs typeface="+mn-lt"/>
              </a:defRPr>
            </a:lvl7pPr>
            <a:lvl8pPr marL="0" indent="0">
              <a:lnSpc>
                <a:spcPct val="100000"/>
              </a:lnSpc>
              <a:spcAft>
                <a:spcPts val="0"/>
              </a:spcAft>
              <a:buFontTx/>
              <a:buNone/>
              <a:defRPr sz="1600">
                <a:solidFill>
                  <a:schemeClr val="bg1"/>
                </a:solidFill>
                <a:latin typeface="+mn-lt"/>
                <a:ea typeface="+mn-lt"/>
                <a:cs typeface="+mn-lt"/>
              </a:defRPr>
            </a:lvl8pPr>
            <a:lvl9pPr marL="0" indent="0">
              <a:lnSpc>
                <a:spcPct val="100000"/>
              </a:lnSpc>
              <a:spcAft>
                <a:spcPts val="0"/>
              </a:spcAft>
              <a:buFontTx/>
              <a:buNone/>
              <a:defRPr sz="1600">
                <a:solidFill>
                  <a:schemeClr val="bg1"/>
                </a:solidFill>
                <a:latin typeface="+mn-lt"/>
                <a:ea typeface="+mn-lt"/>
                <a:cs typeface="+mn-lt"/>
              </a:defRPr>
            </a:lvl9pPr>
          </a:lstStyle>
          <a:p xmlns:a="http://schemas.openxmlformats.org/drawingml/2006/main">
            <a:pPr lvl="0">
              <a:buNone/>
            </a:pPr>
            <a:r>
              <a:t>Agendapunkt</a:t>
            </a:r>
            <a:r>
              <a:t> hinzufügen</a:t>
            </a:r>
          </a:p>
          <a:p xmlns:a="http://schemas.openxmlformats.org/drawingml/2006/main">
            <a:pPr lvl="1">
              <a:buNone/>
            </a:pPr>
            <a:r>
              <a:t>Zweite Ebene</a:t>
            </a:r>
          </a:p>
        </p:txBody>
      </p:sp>
      <p:sp>
        <p:nvSpPr>
          <p:cNvPr id="71" name="Textplatzhalter 11">
            <a:extLst xmlns:a="http://schemas.openxmlformats.org/drawingml/2006/main">
              <a:ext uri="{FF2B5EF4-FFF2-40B4-BE49-F238E27FC236}">
                <a16:creationId xmlns:a16="http://schemas.microsoft.com/office/drawing/2014/main" id="{698C3870-DB1F-054C-93DA-9A4AF81FAB19}"/>
              </a:ext>
            </a:extLst>
          </p:cNvPr>
          <p:cNvSpPr>
            <a:spLocks xmlns:a="http://schemas.openxmlformats.org/drawingml/2006/main" noGrp="1"/>
          </p:cNvSpPr>
          <p:nvPr>
            <p:ph type="body" idx="60" hasCustomPrompt="1"/>
          </p:nvPr>
        </p:nvSpPr>
        <p:spPr>
          <a:xfrm xmlns:a="http://schemas.openxmlformats.org/drawingml/2006/main">
            <a:off x="5880804" y="5092120"/>
            <a:ext cx="432000" cy="432000"/>
          </a:xfrm>
          <a:prstGeom xmlns:a="http://schemas.openxmlformats.org/drawingml/2006/main" prst="ellipse">
            <a:avLst/>
          </a:prstGeom>
          <a:solidFill xmlns:a="http://schemas.openxmlformats.org/drawingml/2006/main">
            <a:schemeClr val="bg1">
              <a:alpha val="0"/>
            </a:schemeClr>
          </a:solidFill>
          <a:ln xmlns:a="http://schemas.openxmlformats.org/drawingml/2006/main" w="12700">
            <a:solidFill>
              <a:schemeClr val="bg1"/>
            </a:solidFill>
          </a:ln>
        </p:spPr>
        <p:txBody>
          <a:bodyPr xmlns:a="http://schemas.openxmlformats.org/drawingml/2006/main" wrap="none" anchor="ctr"/>
          <a:lstStyle xmlns:a="http://schemas.openxmlformats.org/drawingml/2006/main">
            <a:lvl1pPr marL="0" indent="0" algn="ctr">
              <a:lnSpc>
                <a:spcPct val="100000"/>
              </a:lnSpc>
              <a:spcAft>
                <a:spcPts val="0"/>
              </a:spcAft>
              <a:buFontTx/>
              <a:buNone/>
              <a:defRPr sz="2400" spc="-100">
                <a:solidFill>
                  <a:schemeClr val="bg1"/>
                </a:solidFill>
                <a:latin typeface="+mn-lt"/>
                <a:ea typeface="+mn-lt"/>
                <a:cs typeface="+mn-lt"/>
              </a:defRPr>
            </a:lvl1pPr>
            <a:lvl2pPr marL="0" indent="0" algn="ctr">
              <a:lnSpc>
                <a:spcPct val="100000"/>
              </a:lnSpc>
              <a:spcAft>
                <a:spcPts val="0"/>
              </a:spcAft>
              <a:buFontTx/>
              <a:buNone/>
              <a:defRPr sz="2400" spc="-100">
                <a:solidFill>
                  <a:schemeClr val="bg1"/>
                </a:solidFill>
                <a:latin typeface="+mn-lt"/>
                <a:ea typeface="+mn-lt"/>
                <a:cs typeface="+mn-lt"/>
              </a:defRPr>
            </a:lvl2pPr>
            <a:lvl3pPr marL="0" indent="0" algn="ctr">
              <a:lnSpc>
                <a:spcPct val="100000"/>
              </a:lnSpc>
              <a:spcAft>
                <a:spcPts val="0"/>
              </a:spcAft>
              <a:buFontTx/>
              <a:buNone/>
              <a:defRPr sz="2400" spc="-100">
                <a:solidFill>
                  <a:schemeClr val="bg1"/>
                </a:solidFill>
                <a:latin typeface="+mn-lt"/>
                <a:ea typeface="+mn-lt"/>
                <a:cs typeface="+mn-lt"/>
              </a:defRPr>
            </a:lvl3pPr>
            <a:lvl4pPr marL="0" indent="0" algn="ctr">
              <a:lnSpc>
                <a:spcPct val="100000"/>
              </a:lnSpc>
              <a:spcAft>
                <a:spcPts val="0"/>
              </a:spcAft>
              <a:buFontTx/>
              <a:buNone/>
              <a:defRPr sz="2400" spc="-100">
                <a:solidFill>
                  <a:schemeClr val="bg1"/>
                </a:solidFill>
                <a:latin typeface="+mn-lt"/>
                <a:ea typeface="+mn-lt"/>
                <a:cs typeface="+mn-lt"/>
              </a:defRPr>
            </a:lvl4pPr>
            <a:lvl5pPr marL="0" indent="0" algn="ctr">
              <a:lnSpc>
                <a:spcPct val="100000"/>
              </a:lnSpc>
              <a:spcAft>
                <a:spcPts val="0"/>
              </a:spcAft>
              <a:buFontTx/>
              <a:buNone/>
              <a:defRPr sz="2400" spc="-100">
                <a:solidFill>
                  <a:schemeClr val="bg1"/>
                </a:solidFill>
                <a:latin typeface="+mn-lt"/>
                <a:ea typeface="+mn-lt"/>
                <a:cs typeface="+mn-lt"/>
              </a:defRPr>
            </a:lvl5pPr>
            <a:lvl6pPr marL="0" indent="0" algn="ctr">
              <a:lnSpc>
                <a:spcPct val="100000"/>
              </a:lnSpc>
              <a:spcAft>
                <a:spcPts val="0"/>
              </a:spcAft>
              <a:buFontTx/>
              <a:buNone/>
              <a:defRPr sz="2400" spc="-100">
                <a:solidFill>
                  <a:schemeClr val="bg1"/>
                </a:solidFill>
                <a:latin typeface="+mn-lt"/>
                <a:ea typeface="+mn-lt"/>
                <a:cs typeface="+mn-lt"/>
              </a:defRPr>
            </a:lvl6pPr>
            <a:lvl7pPr marL="0" indent="0" algn="ctr">
              <a:lnSpc>
                <a:spcPct val="100000"/>
              </a:lnSpc>
              <a:spcAft>
                <a:spcPts val="0"/>
              </a:spcAft>
              <a:buFontTx/>
              <a:buNone/>
              <a:defRPr sz="2400" spc="-100">
                <a:solidFill>
                  <a:schemeClr val="bg1"/>
                </a:solidFill>
              </a:defRPr>
            </a:lvl7pPr>
            <a:lvl8pPr marL="0" indent="0" algn="ctr">
              <a:lnSpc>
                <a:spcPct val="100000"/>
              </a:lnSpc>
              <a:spcAft>
                <a:spcPts val="0"/>
              </a:spcAft>
              <a:buFontTx/>
              <a:buNone/>
              <a:defRPr sz="2400" spc="-100">
                <a:solidFill>
                  <a:schemeClr val="bg1"/>
                </a:solidFill>
              </a:defRPr>
            </a:lvl8pPr>
            <a:lvl9pPr marL="0" indent="0" algn="ctr">
              <a:lnSpc>
                <a:spcPct val="100000"/>
              </a:lnSpc>
              <a:spcAft>
                <a:spcPts val="0"/>
              </a:spcAft>
              <a:buFontTx/>
              <a:buNone/>
              <a:defRPr sz="2400" spc="-100">
                <a:solidFill>
                  <a:schemeClr val="bg1"/>
                </a:solidFill>
              </a:defRPr>
            </a:lvl9pPr>
          </a:lstStyle>
          <a:p xmlns:a="http://schemas.openxmlformats.org/drawingml/2006/main">
            <a:pPr lvl="0">
              <a:buNone/>
            </a:pPr>
            <a:r>
              <a:t>0</a:t>
            </a:r>
          </a:p>
        </p:txBody>
      </p:sp>
      <p:sp>
        <p:nvSpPr>
          <p:cNvPr id="72" name="Textplatzhalter 13">
            <a:extLst xmlns:a="http://schemas.openxmlformats.org/drawingml/2006/main">
              <a:ext uri="{FF2B5EF4-FFF2-40B4-BE49-F238E27FC236}">
                <a16:creationId xmlns:a16="http://schemas.microsoft.com/office/drawing/2014/main" id="{87FFAC2F-2C7B-767C-CE32-1CE1DFC5E1B4}"/>
              </a:ext>
            </a:extLst>
          </p:cNvPr>
          <p:cNvSpPr>
            <a:spLocks xmlns:a="http://schemas.openxmlformats.org/drawingml/2006/main" noGrp="1"/>
          </p:cNvSpPr>
          <p:nvPr>
            <p:ph type="body" idx="61" hasCustomPrompt="1"/>
          </p:nvPr>
        </p:nvSpPr>
        <p:spPr>
          <a:xfrm xmlns:a="http://schemas.openxmlformats.org/drawingml/2006/main">
            <a:off x="6528504" y="5162458"/>
            <a:ext cx="4104000" cy="576000"/>
          </a:xfrm>
        </p:spPr>
        <p:txBody>
          <a:bodyPr xmlns:a="http://schemas.openxmlformats.org/drawingml/2006/main" tIns="36000"/>
          <a:lstStyle xmlns:a="http://schemas.openxmlformats.org/drawingml/2006/main">
            <a:lvl1pPr>
              <a:lnSpc>
                <a:spcPct val="100000"/>
              </a:lnSpc>
              <a:spcAft>
                <a:spcPts val="0"/>
              </a:spcAft>
              <a:buFontTx/>
              <a:buNone/>
              <a:defRPr>
                <a:solidFill>
                  <a:schemeClr val="bg1"/>
                </a:solidFill>
              </a:defRPr>
            </a:lvl1pPr>
            <a:lvl2pPr marL="0" indent="0">
              <a:lnSpc>
                <a:spcPct val="100000"/>
              </a:lnSpc>
              <a:spcAft>
                <a:spcPts val="0"/>
              </a:spcAft>
              <a:buFontTx/>
              <a:buNone/>
              <a:defRPr sz="1600">
                <a:solidFill>
                  <a:schemeClr val="bg1"/>
                </a:solidFill>
                <a:latin typeface="+mn-lt"/>
                <a:ea typeface="+mn-lt"/>
                <a:cs typeface="+mn-lt"/>
              </a:defRPr>
            </a:lvl2pPr>
            <a:lvl3pPr marL="0" indent="0">
              <a:lnSpc>
                <a:spcPct val="100000"/>
              </a:lnSpc>
              <a:spcAft>
                <a:spcPts val="0"/>
              </a:spcAft>
              <a:buFontTx/>
              <a:buNone/>
              <a:defRPr sz="1600">
                <a:solidFill>
                  <a:schemeClr val="bg1"/>
                </a:solidFill>
                <a:latin typeface="+mn-lt"/>
                <a:ea typeface="+mn-lt"/>
                <a:cs typeface="+mn-lt"/>
              </a:defRPr>
            </a:lvl3pPr>
            <a:lvl4pPr marL="0" indent="0">
              <a:lnSpc>
                <a:spcPct val="100000"/>
              </a:lnSpc>
              <a:spcAft>
                <a:spcPts val="0"/>
              </a:spcAft>
              <a:buFontTx/>
              <a:buNone/>
              <a:defRPr sz="1600">
                <a:solidFill>
                  <a:schemeClr val="bg1"/>
                </a:solidFill>
                <a:latin typeface="+mn-lt"/>
                <a:ea typeface="+mn-lt"/>
                <a:cs typeface="+mn-lt"/>
              </a:defRPr>
            </a:lvl4pPr>
            <a:lvl5pPr marL="0" indent="0">
              <a:lnSpc>
                <a:spcPct val="100000"/>
              </a:lnSpc>
              <a:spcAft>
                <a:spcPts val="0"/>
              </a:spcAft>
              <a:buFontTx/>
              <a:buNone/>
              <a:defRPr sz="1600">
                <a:solidFill>
                  <a:schemeClr val="bg1"/>
                </a:solidFill>
                <a:latin typeface="+mn-lt"/>
                <a:ea typeface="+mn-lt"/>
                <a:cs typeface="+mn-lt"/>
              </a:defRPr>
            </a:lvl5pPr>
            <a:lvl6pPr marL="0" indent="0">
              <a:lnSpc>
                <a:spcPct val="100000"/>
              </a:lnSpc>
              <a:spcAft>
                <a:spcPts val="0"/>
              </a:spcAft>
              <a:buFontTx/>
              <a:buNone/>
              <a:defRPr sz="1600">
                <a:solidFill>
                  <a:schemeClr val="bg1"/>
                </a:solidFill>
                <a:latin typeface="+mn-lt"/>
                <a:ea typeface="+mn-lt"/>
                <a:cs typeface="+mn-lt"/>
              </a:defRPr>
            </a:lvl6pPr>
            <a:lvl7pPr marL="0" indent="0">
              <a:lnSpc>
                <a:spcPct val="100000"/>
              </a:lnSpc>
              <a:spcAft>
                <a:spcPts val="0"/>
              </a:spcAft>
              <a:buFontTx/>
              <a:buNone/>
              <a:defRPr sz="1600">
                <a:solidFill>
                  <a:schemeClr val="bg1"/>
                </a:solidFill>
                <a:latin typeface="+mn-lt"/>
                <a:ea typeface="+mn-lt"/>
                <a:cs typeface="+mn-lt"/>
              </a:defRPr>
            </a:lvl7pPr>
            <a:lvl8pPr marL="0" indent="0">
              <a:lnSpc>
                <a:spcPct val="100000"/>
              </a:lnSpc>
              <a:spcAft>
                <a:spcPts val="0"/>
              </a:spcAft>
              <a:buFontTx/>
              <a:buNone/>
              <a:defRPr sz="1600">
                <a:solidFill>
                  <a:schemeClr val="bg1"/>
                </a:solidFill>
                <a:latin typeface="+mn-lt"/>
                <a:ea typeface="+mn-lt"/>
                <a:cs typeface="+mn-lt"/>
              </a:defRPr>
            </a:lvl8pPr>
            <a:lvl9pPr marL="0" indent="0">
              <a:lnSpc>
                <a:spcPct val="100000"/>
              </a:lnSpc>
              <a:spcAft>
                <a:spcPts val="0"/>
              </a:spcAft>
              <a:buFontTx/>
              <a:buNone/>
              <a:defRPr sz="1600">
                <a:solidFill>
                  <a:schemeClr val="bg1"/>
                </a:solidFill>
                <a:latin typeface="+mn-lt"/>
                <a:ea typeface="+mn-lt"/>
                <a:cs typeface="+mn-lt"/>
              </a:defRPr>
            </a:lvl9pPr>
          </a:lstStyle>
          <a:p xmlns:a="http://schemas.openxmlformats.org/drawingml/2006/main">
            <a:pPr lvl="0">
              <a:buNone/>
            </a:pPr>
            <a:r>
              <a:t>Agendapunkt</a:t>
            </a:r>
            <a:r>
              <a:t> hinzufügen</a:t>
            </a:r>
          </a:p>
          <a:p xmlns:a="http://schemas.openxmlformats.org/drawingml/2006/main">
            <a:pPr lvl="1">
              <a:buNone/>
            </a:pPr>
            <a:r>
              <a:t>Zweite Ebene</a:t>
            </a:r>
          </a:p>
        </p:txBody>
      </p:sp>
      <p:sp>
        <p:nvSpPr>
          <p:cNvPr id="2" name="Rechteck 1">
            <a:extLst xmlns:a="http://schemas.openxmlformats.org/drawingml/2006/main">
              <a:ext uri="{FF2B5EF4-FFF2-40B4-BE49-F238E27FC236}">
                <a16:creationId xmlns:a16="http://schemas.microsoft.com/office/drawing/2014/main" id="{831D984D-AB06-6360-2649-6C232A9E58E2}"/>
              </a:ext>
            </a:extLst>
          </p:cNvPr>
          <p:cNvSpPr>
            <a:spLocks xmlns:a="http://schemas.openxmlformats.org/drawingml/2006/main" noGrp="1"/>
          </p:cNvSpPr>
          <p:nvPr/>
        </p:nvSpPr>
        <p:spPr>
          <a:xfrm xmlns:a="http://schemas.openxmlformats.org/drawingml/2006/main">
            <a:off x="2495600" y="6499122"/>
            <a:ext cx="1008112" cy="325539"/>
          </a:xfrm>
          <a:prstGeom xmlns:a="http://schemas.openxmlformats.org/drawingml/2006/main" prst="rect">
            <a:avLst/>
          </a:prstGeom>
          <a:solidFill xmlns:a="http://schemas.openxmlformats.org/drawingml/2006/main">
            <a:schemeClr val="bg1"/>
          </a:soli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91440" tIns="45720" rIns="91440" bIns="45720" anchor="t">
            <a:noAutofit/>
          </a:bodyPr>
          <a:lstStyle xmlns:a="http://schemas.openxmlformats.org/drawingml/2006/main"/>
          <a:p xmlns:a="http://schemas.openxmlformats.org/drawingml/2006/main">
            <a:pPr algn="l">
              <a:buClr>
                <a:schemeClr val="bg1"/>
              </a:buClr>
              <a:buNone/>
            </a:pPr>
            <a:endParaRPr>
              <a:solidFill>
                <a:schemeClr val="bg1"/>
              </a:solidFill>
            </a:endParaRPr>
          </a:p>
        </p:txBody>
      </p:sp>
      <p:sp>
        <p:nvSpPr>
          <p:cNvPr id="9" name="Datumsplatzhalter 8">
            <a:extLst xmlns:a="http://schemas.openxmlformats.org/drawingml/2006/main">
              <a:ext uri="{FF2B5EF4-FFF2-40B4-BE49-F238E27FC236}">
                <a16:creationId xmlns:a16="http://schemas.microsoft.com/office/drawing/2014/main" id="{C529429F-E334-4B02-4DCF-8208524A0783}"/>
              </a:ext>
            </a:extLst>
          </p:cNvPr>
          <p:cNvSpPr>
            <a:spLocks xmlns:a="http://schemas.openxmlformats.org/drawingml/2006/main" noGrp="1"/>
          </p:cNvSpPr>
          <p:nvPr>
            <p:ph type="dt" idx="62"/>
          </p:nvPr>
        </p:nvSpPr>
        <p:spPr/>
        <p:txBody>
          <a:bodyPr xmlns:a="http://schemas.openxmlformats.org/drawingml/2006/main"/>
          <a:lstStyle xmlns:a="http://schemas.openxmlformats.org/drawingml/2006/main"/>
          <a:p xmlns:a="http://schemas.openxmlformats.org/drawingml/2006/main">
            <a:r>
              <a:t>Intern, TT.MM.JJJJ</a:t>
            </a:r>
            <a:endParaRPr sz="800"/>
          </a:p>
        </p:txBody>
      </p:sp>
      <p:sp>
        <p:nvSpPr>
          <p:cNvPr id="11" name="Foliennummernplatzhalter 10">
            <a:extLst xmlns:a="http://schemas.openxmlformats.org/drawingml/2006/main">
              <a:ext uri="{FF2B5EF4-FFF2-40B4-BE49-F238E27FC236}">
                <a16:creationId xmlns:a16="http://schemas.microsoft.com/office/drawing/2014/main" id="{4D38E6CA-49F1-5E95-B71C-285DB8F2F4B0}"/>
              </a:ext>
            </a:extLst>
          </p:cNvPr>
          <p:cNvSpPr>
            <a:spLocks xmlns:a="http://schemas.openxmlformats.org/drawingml/2006/main" noGrp="1"/>
          </p:cNvSpPr>
          <p:nvPr>
            <p:ph type="sldNum" idx="64"/>
          </p:nvPr>
        </p:nvSpPr>
        <p:spPr/>
        <p:txBody>
          <a:bodyPr xmlns:a="http://schemas.openxmlformats.org/drawingml/2006/main"/>
          <a:lstStyle xmlns:a="http://schemas.openxmlformats.org/drawingml/2006/main"/>
          <a:p xmlns:a="http://schemas.openxmlformats.org/drawingml/2006/main">
            <a:r>
              <a:t>Seite </a:t>
            </a:r>
            <a:fld id="{DC907883-A228-4E41-A7BF-33DDF6A01B2A}" type="slidenum">
              <a:t>‹Nr.›</a:t>
            </a:fld>
            <a:endParaRPr/>
          </a:p>
        </p:txBody>
      </p:sp>
    </p:spTree>
  </p:cSld>
</p:sldLayout>
</file>

<file path=ppt/slideLayouts/slideLayout5.xml><?xml version="1.0" encoding="utf-8"?>
<p:sldLayout xmlns:p="http://schemas.openxmlformats.org/presentationml/2006/main" preserve="1" userDrawn="1">
  <p:cSld name="Agenda lang 2">
    <p:bg>
      <p:bgPr>
        <a:gradFill xmlns:a="http://schemas.openxmlformats.org/drawingml/2006/main">
          <a:gsLst>
            <a:gs pos="0">
              <a:srgbClr val="FFFFFF"/>
            </a:gs>
            <a:gs pos="93000">
              <a:srgbClr val="DDE0E3"/>
            </a:gs>
            <a:gs pos="33000">
              <a:srgbClr val="DDE0E3"/>
            </a:gs>
          </a:gsLst>
          <a:lin ang="8400000" scaled="0"/>
        </a:gradFill>
      </p:bgPr>
    </p:bg>
    <p:spTree>
      <p:nvGrpSpPr>
        <p:cNvPr id="1" name=""/>
        <p:cNvGrpSpPr/>
        <p:nvPr/>
      </p:nvGrpSpPr>
      <p:grpSpPr>
        <a:xfrm xmlns:a="http://schemas.openxmlformats.org/drawingml/2006/main"/>
      </p:grpSpPr>
      <p:sp>
        <p:nvSpPr>
          <p:cNvPr id="6" name="Rote Fläche">
            <a:extLst xmlns:a="http://schemas.openxmlformats.org/drawingml/2006/main">
              <a:ext uri="{FF2B5EF4-FFF2-40B4-BE49-F238E27FC236}">
                <a16:creationId xmlns:a16="http://schemas.microsoft.com/office/drawing/2014/main" id="{BAF61FBD-2008-7CD5-BAC8-631E9AC4F5DA}"/>
              </a:ext>
            </a:extLst>
          </p:cNvPr>
          <p:cNvSpPr>
            <a:spLocks xmlns:a="http://schemas.openxmlformats.org/drawingml/2006/main" noGrp="1"/>
          </p:cNvSpPr>
          <p:nvPr/>
        </p:nvSpPr>
        <p:spPr>
          <a:xfrm xmlns:a="http://schemas.openxmlformats.org/drawingml/2006/main" rot="16200000" flipH="1" flipV="1">
            <a:off x="2472205" y="-2210919"/>
            <a:ext cx="6047437" cy="10991851"/>
          </a:xfrm>
          <a:prstGeom xmlns:a="http://schemas.openxmlformats.org/drawingml/2006/main" prst="round2SameRect">
            <a:avLst>
              <a:gd name="adj1" fmla="val 14776"/>
              <a:gd name="adj2" fmla="val 0"/>
            </a:avLst>
          </a:prstGeom>
          <a:solidFill xmlns:a="http://schemas.openxmlformats.org/drawingml/2006/main">
            <a:schemeClr val="bg1"/>
          </a:solidFill>
          <a:ln xmlns:a="http://schemas.openxmlformats.org/drawingml/2006/main">
            <a:no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4" name="Topline">
            <a:extLst xmlns:a="http://schemas.openxmlformats.org/drawingml/2006/main">
              <a:ext uri="{FF2B5EF4-FFF2-40B4-BE49-F238E27FC236}">
                <a16:creationId xmlns:a16="http://schemas.microsoft.com/office/drawing/2014/main" id="{C1013B81-EB24-B25A-3218-D23B76A8900E}"/>
              </a:ext>
            </a:extLst>
          </p:cNvPr>
          <p:cNvSpPr>
            <a:spLocks xmlns:a="http://schemas.openxmlformats.org/drawingml/2006/main" noGrp="1"/>
          </p:cNvSpPr>
          <p:nvPr>
            <p:ph type="body" idx="39" hasCustomPrompt="1"/>
          </p:nvPr>
        </p:nvSpPr>
        <p:spPr>
          <a:xfrm xmlns:a="http://schemas.openxmlformats.org/drawingml/2006/main">
            <a:off x="695401" y="548680"/>
            <a:ext cx="9937674" cy="288000"/>
          </a:xfrm>
        </p:spPr>
        <p:txBody>
          <a:bodyPr xmlns:a="http://schemas.openxmlformats.org/drawingml/2006/main" anchor="b"/>
          <a:lstStyle xmlns:a="http://schemas.openxmlformats.org/drawingml/2006/main">
            <a:lvl1pPr marL="0" indent="0">
              <a:spcAft>
                <a:spcPts val="0"/>
              </a:spcAft>
              <a:buFontTx/>
              <a:buNone/>
              <a:defRPr sz="1400">
                <a:solidFill>
                  <a:schemeClr val="bg2"/>
                </a:solidFill>
                <a:latin typeface="+mn-lt"/>
                <a:ea typeface="+mn-lt"/>
                <a:cs typeface="+mn-lt"/>
              </a:defRPr>
            </a:lvl1pPr>
            <a:lvl2pPr marL="0" indent="0">
              <a:spcAft>
                <a:spcPts val="0"/>
              </a:spcAft>
              <a:buFontTx/>
              <a:buNone/>
              <a:defRPr sz="1400">
                <a:solidFill>
                  <a:schemeClr val="bg2"/>
                </a:solidFill>
                <a:latin typeface="+mn-lt"/>
                <a:ea typeface="+mn-lt"/>
                <a:cs typeface="+mn-lt"/>
              </a:defRPr>
            </a:lvl2pPr>
            <a:lvl3pPr marL="0" indent="0">
              <a:spcAft>
                <a:spcPts val="0"/>
              </a:spcAft>
              <a:buFontTx/>
              <a:buNone/>
              <a:defRPr sz="1400">
                <a:solidFill>
                  <a:schemeClr val="bg2"/>
                </a:solidFill>
                <a:latin typeface="+mn-lt"/>
                <a:ea typeface="+mn-lt"/>
                <a:cs typeface="+mn-lt"/>
              </a:defRPr>
            </a:lvl3pPr>
            <a:lvl4pPr marL="0" indent="0">
              <a:spcAft>
                <a:spcPts val="0"/>
              </a:spcAft>
              <a:buFontTx/>
              <a:buNone/>
              <a:defRPr sz="1400">
                <a:solidFill>
                  <a:schemeClr val="bg2"/>
                </a:solidFill>
                <a:latin typeface="+mn-lt"/>
                <a:ea typeface="+mn-lt"/>
                <a:cs typeface="+mn-lt"/>
              </a:defRPr>
            </a:lvl4pPr>
            <a:lvl5pPr marL="0" indent="0">
              <a:spcAft>
                <a:spcPts val="0"/>
              </a:spcAft>
              <a:buFontTx/>
              <a:buNone/>
              <a:defRPr sz="1400">
                <a:solidFill>
                  <a:schemeClr val="bg2"/>
                </a:solidFill>
                <a:latin typeface="+mn-lt"/>
                <a:ea typeface="+mn-lt"/>
                <a:cs typeface="+mn-lt"/>
              </a:defRPr>
            </a:lvl5pPr>
            <a:lvl6pPr marL="0" indent="0">
              <a:spcAft>
                <a:spcPts val="0"/>
              </a:spcAft>
              <a:buFontTx/>
              <a:buNone/>
              <a:defRPr sz="1400">
                <a:solidFill>
                  <a:schemeClr val="bg2"/>
                </a:solidFill>
                <a:latin typeface="+mn-lt"/>
                <a:ea typeface="+mn-lt"/>
                <a:cs typeface="+mn-lt"/>
              </a:defRPr>
            </a:lvl6pPr>
            <a:lvl7pPr marL="0" indent="0">
              <a:spcAft>
                <a:spcPts val="0"/>
              </a:spcAft>
              <a:buFontTx/>
              <a:buNone/>
              <a:defRPr sz="1400">
                <a:solidFill>
                  <a:schemeClr val="bg2"/>
                </a:solidFill>
                <a:latin typeface="+mn-lt"/>
                <a:ea typeface="+mn-lt"/>
                <a:cs typeface="+mn-lt"/>
              </a:defRPr>
            </a:lvl7pPr>
            <a:lvl8pPr marL="0" indent="0">
              <a:spcAft>
                <a:spcPts val="0"/>
              </a:spcAft>
              <a:buFontTx/>
              <a:buNone/>
              <a:defRPr sz="1400">
                <a:solidFill>
                  <a:schemeClr val="bg2"/>
                </a:solidFill>
                <a:latin typeface="+mn-lt"/>
                <a:ea typeface="+mn-lt"/>
                <a:cs typeface="+mn-lt"/>
              </a:defRPr>
            </a:lvl8pPr>
            <a:lvl9pPr marL="0" indent="0">
              <a:spcAft>
                <a:spcPts val="0"/>
              </a:spcAft>
              <a:buFontTx/>
              <a:buNone/>
              <a:defRPr sz="1400">
                <a:solidFill>
                  <a:schemeClr val="bg2"/>
                </a:solidFill>
                <a:latin typeface="+mn-lt"/>
                <a:ea typeface="+mn-lt"/>
                <a:cs typeface="+mn-lt"/>
              </a:defRPr>
            </a:lvl9pPr>
          </a:lstStyle>
          <a:p xmlns:a="http://schemas.openxmlformats.org/drawingml/2006/main">
            <a:pPr lvl="0">
              <a:buNone/>
            </a:pPr>
            <a:r>
              <a:t>Optionale </a:t>
            </a:r>
            <a:r>
              <a:t>Topline</a:t>
            </a:r>
            <a:r>
              <a:t> hinzufügen</a:t>
            </a:r>
          </a:p>
        </p:txBody>
      </p:sp>
      <p:sp>
        <p:nvSpPr>
          <p:cNvPr id="3" name="Titel 2">
            <a:extLst xmlns:a="http://schemas.openxmlformats.org/drawingml/2006/main">
              <a:ext uri="{FF2B5EF4-FFF2-40B4-BE49-F238E27FC236}">
                <a16:creationId xmlns:a16="http://schemas.microsoft.com/office/drawing/2014/main" id="{20A31F61-A5D5-B4DE-A616-9177151104A1}"/>
              </a:ext>
            </a:extLst>
          </p:cNvPr>
          <p:cNvSpPr>
            <a:spLocks xmlns:a="http://schemas.openxmlformats.org/drawingml/2006/main" noGrp="1"/>
          </p:cNvSpPr>
          <p:nvPr>
            <p:ph type="title" idx="0" hasCustomPrompt="1"/>
          </p:nvPr>
        </p:nvSpPr>
        <p:spPr>
          <a:xfrm xmlns:a="http://schemas.openxmlformats.org/drawingml/2006/main">
            <a:off x="695325" y="908720"/>
            <a:ext cx="9936000" cy="576064"/>
          </a:xfrm>
        </p:spPr>
        <p:txBody>
          <a:bodyPr xmlns:a="http://schemas.openxmlformats.org/drawingml/2006/main"/>
          <a:lstStyle xmlns:a="http://schemas.openxmlformats.org/drawingml/2006/main">
            <a:lvl1pPr>
              <a:buNone/>
              <a:defRPr>
                <a:solidFill>
                  <a:schemeClr val="bg2"/>
                </a:solidFill>
              </a:defRPr>
            </a:lvl1pPr>
          </a:lstStyle>
          <a:p xmlns:a="http://schemas.openxmlformats.org/drawingml/2006/main">
            <a:r>
              <a:t>Agendatitel</a:t>
            </a:r>
            <a:r>
              <a:t> hinzufügen</a:t>
            </a:r>
          </a:p>
        </p:txBody>
      </p:sp>
      <p:sp>
        <p:nvSpPr>
          <p:cNvPr id="12" name="Textplatzhalter 11">
            <a:extLst xmlns:a="http://schemas.openxmlformats.org/drawingml/2006/main">
              <a:ext uri="{FF2B5EF4-FFF2-40B4-BE49-F238E27FC236}">
                <a16:creationId xmlns:a16="http://schemas.microsoft.com/office/drawing/2014/main" id="{9F9C31DD-5053-A7DB-0918-DCC8EEBFFEAB}"/>
              </a:ext>
            </a:extLst>
          </p:cNvPr>
          <p:cNvSpPr>
            <a:spLocks xmlns:a="http://schemas.openxmlformats.org/drawingml/2006/main" noGrp="1"/>
          </p:cNvSpPr>
          <p:nvPr>
            <p:ph type="body" idx="42" hasCustomPrompt="1"/>
          </p:nvPr>
        </p:nvSpPr>
        <p:spPr>
          <a:xfrm xmlns:a="http://schemas.openxmlformats.org/drawingml/2006/main">
            <a:off x="695325" y="1918800"/>
            <a:ext cx="432000" cy="432000"/>
          </a:xfrm>
          <a:prstGeom xmlns:a="http://schemas.openxmlformats.org/drawingml/2006/main" prst="ellipse">
            <a:avLst/>
          </a:prstGeom>
          <a:solidFill xmlns:a="http://schemas.openxmlformats.org/drawingml/2006/main">
            <a:schemeClr val="bg1">
              <a:alpha val="0"/>
            </a:schemeClr>
          </a:solidFill>
          <a:ln xmlns:a="http://schemas.openxmlformats.org/drawingml/2006/main" w="12700">
            <a:solidFill>
              <a:schemeClr val="bg2"/>
            </a:solidFill>
          </a:ln>
        </p:spPr>
        <p:txBody>
          <a:bodyPr xmlns:a="http://schemas.openxmlformats.org/drawingml/2006/main" wrap="none" anchor="ctr"/>
          <a:lstStyle xmlns:a="http://schemas.openxmlformats.org/drawingml/2006/main">
            <a:lvl1pPr marL="0" indent="0" algn="ctr">
              <a:lnSpc>
                <a:spcPct val="100000"/>
              </a:lnSpc>
              <a:spcAft>
                <a:spcPts val="0"/>
              </a:spcAft>
              <a:buFontTx/>
              <a:buNone/>
              <a:defRPr sz="2400" spc="-100">
                <a:solidFill>
                  <a:schemeClr val="bg2"/>
                </a:solidFill>
                <a:latin typeface="+mn-lt"/>
                <a:ea typeface="+mn-lt"/>
                <a:cs typeface="+mn-lt"/>
              </a:defRPr>
            </a:lvl1pPr>
            <a:lvl2pPr marL="0" indent="0" algn="ctr">
              <a:lnSpc>
                <a:spcPct val="100000"/>
              </a:lnSpc>
              <a:spcAft>
                <a:spcPts val="0"/>
              </a:spcAft>
              <a:buFontTx/>
              <a:buNone/>
              <a:defRPr sz="2400" spc="-100">
                <a:solidFill>
                  <a:schemeClr val="bg2"/>
                </a:solidFill>
                <a:latin typeface="+mn-lt"/>
                <a:ea typeface="+mn-lt"/>
                <a:cs typeface="+mn-lt"/>
              </a:defRPr>
            </a:lvl2pPr>
            <a:lvl3pPr marL="0" indent="0" algn="ctr">
              <a:lnSpc>
                <a:spcPct val="100000"/>
              </a:lnSpc>
              <a:spcAft>
                <a:spcPts val="0"/>
              </a:spcAft>
              <a:buFontTx/>
              <a:buNone/>
              <a:defRPr sz="2400" spc="-100">
                <a:solidFill>
                  <a:schemeClr val="bg2"/>
                </a:solidFill>
                <a:latin typeface="+mn-lt"/>
                <a:ea typeface="+mn-lt"/>
                <a:cs typeface="+mn-lt"/>
              </a:defRPr>
            </a:lvl3pPr>
            <a:lvl4pPr marL="0" indent="0" algn="ctr">
              <a:lnSpc>
                <a:spcPct val="100000"/>
              </a:lnSpc>
              <a:spcAft>
                <a:spcPts val="0"/>
              </a:spcAft>
              <a:buFontTx/>
              <a:buNone/>
              <a:defRPr sz="2400" spc="-100">
                <a:solidFill>
                  <a:schemeClr val="bg2"/>
                </a:solidFill>
                <a:latin typeface="+mn-lt"/>
                <a:ea typeface="+mn-lt"/>
                <a:cs typeface="+mn-lt"/>
              </a:defRPr>
            </a:lvl4pPr>
            <a:lvl5pPr marL="0" indent="0" algn="ctr">
              <a:lnSpc>
                <a:spcPct val="100000"/>
              </a:lnSpc>
              <a:spcAft>
                <a:spcPts val="0"/>
              </a:spcAft>
              <a:buFontTx/>
              <a:buNone/>
              <a:defRPr sz="2400" spc="-100">
                <a:solidFill>
                  <a:schemeClr val="bg2"/>
                </a:solidFill>
                <a:latin typeface="+mn-lt"/>
                <a:ea typeface="+mn-lt"/>
                <a:cs typeface="+mn-lt"/>
              </a:defRPr>
            </a:lvl5pPr>
            <a:lvl6pPr marL="0" indent="0" algn="ctr">
              <a:lnSpc>
                <a:spcPct val="100000"/>
              </a:lnSpc>
              <a:spcAft>
                <a:spcPts val="0"/>
              </a:spcAft>
              <a:buFontTx/>
              <a:buNone/>
              <a:defRPr sz="2400" spc="-100">
                <a:solidFill>
                  <a:schemeClr val="bg2"/>
                </a:solidFill>
                <a:latin typeface="+mn-lt"/>
                <a:ea typeface="+mn-lt"/>
                <a:cs typeface="+mn-lt"/>
              </a:defRPr>
            </a:lvl6pPr>
            <a:lvl7pPr marL="0" indent="0" algn="ctr">
              <a:lnSpc>
                <a:spcPct val="100000"/>
              </a:lnSpc>
              <a:spcAft>
                <a:spcPts val="0"/>
              </a:spcAft>
              <a:buFontTx/>
              <a:buNone/>
              <a:defRPr sz="2400" spc="-100">
                <a:solidFill>
                  <a:schemeClr val="bg2"/>
                </a:solidFill>
              </a:defRPr>
            </a:lvl7pPr>
            <a:lvl8pPr marL="0" indent="0" algn="ctr">
              <a:lnSpc>
                <a:spcPct val="100000"/>
              </a:lnSpc>
              <a:spcAft>
                <a:spcPts val="0"/>
              </a:spcAft>
              <a:buFontTx/>
              <a:buNone/>
              <a:defRPr sz="2400" spc="-100">
                <a:solidFill>
                  <a:schemeClr val="bg2"/>
                </a:solidFill>
              </a:defRPr>
            </a:lvl8pPr>
            <a:lvl9pPr marL="0" indent="0" algn="ctr">
              <a:lnSpc>
                <a:spcPct val="100000"/>
              </a:lnSpc>
              <a:spcAft>
                <a:spcPts val="0"/>
              </a:spcAft>
              <a:buFontTx/>
              <a:buNone/>
              <a:defRPr sz="2400" spc="-100">
                <a:solidFill>
                  <a:schemeClr val="bg2"/>
                </a:solidFill>
              </a:defRPr>
            </a:lvl9pPr>
          </a:lstStyle>
          <a:p xmlns:a="http://schemas.openxmlformats.org/drawingml/2006/main">
            <a:pPr lvl="0">
              <a:buNone/>
            </a:pPr>
            <a:r>
              <a:t>0</a:t>
            </a:r>
          </a:p>
        </p:txBody>
      </p:sp>
      <p:sp>
        <p:nvSpPr>
          <p:cNvPr id="14" name="Textplatzhalter 13">
            <a:extLst xmlns:a="http://schemas.openxmlformats.org/drawingml/2006/main">
              <a:ext uri="{FF2B5EF4-FFF2-40B4-BE49-F238E27FC236}">
                <a16:creationId xmlns:a16="http://schemas.microsoft.com/office/drawing/2014/main" id="{4661D413-0E66-4F1F-BDCF-544DC8E41603}"/>
              </a:ext>
            </a:extLst>
          </p:cNvPr>
          <p:cNvSpPr>
            <a:spLocks xmlns:a="http://schemas.openxmlformats.org/drawingml/2006/main" noGrp="1"/>
          </p:cNvSpPr>
          <p:nvPr>
            <p:ph type="body" idx="43" hasCustomPrompt="1"/>
          </p:nvPr>
        </p:nvSpPr>
        <p:spPr>
          <a:xfrm xmlns:a="http://schemas.openxmlformats.org/drawingml/2006/main">
            <a:off x="1343025" y="1989138"/>
            <a:ext cx="4104000" cy="576000"/>
          </a:xfrm>
        </p:spPr>
        <p:txBody>
          <a:bodyPr xmlns:a="http://schemas.openxmlformats.org/drawingml/2006/main" tIns="36000"/>
          <a:lstStyle xmlns:a="http://schemas.openxmlformats.org/drawingml/2006/main">
            <a:lvl1pPr>
              <a:lnSpc>
                <a:spcPct val="100000"/>
              </a:lnSpc>
              <a:spcAft>
                <a:spcPts val="0"/>
              </a:spcAft>
              <a:buFontTx/>
              <a:buNone/>
              <a:defRPr>
                <a:solidFill>
                  <a:schemeClr val="tx1"/>
                </a:solidFill>
              </a:defRPr>
            </a:lvl1pPr>
            <a:lvl2pPr marL="0" indent="0">
              <a:lnSpc>
                <a:spcPct val="100000"/>
              </a:lnSpc>
              <a:spcAft>
                <a:spcPts val="0"/>
              </a:spcAft>
              <a:buFontTx/>
              <a:buNone/>
              <a:defRPr sz="1600">
                <a:solidFill>
                  <a:schemeClr val="tx1"/>
                </a:solidFill>
                <a:latin typeface="+mn-lt"/>
                <a:ea typeface="+mn-lt"/>
                <a:cs typeface="+mn-lt"/>
              </a:defRPr>
            </a:lvl2pPr>
            <a:lvl3pPr marL="0" indent="0">
              <a:lnSpc>
                <a:spcPct val="100000"/>
              </a:lnSpc>
              <a:spcAft>
                <a:spcPts val="0"/>
              </a:spcAft>
              <a:buFontTx/>
              <a:buNone/>
              <a:defRPr sz="1600">
                <a:solidFill>
                  <a:schemeClr val="tx1"/>
                </a:solidFill>
                <a:latin typeface="+mn-lt"/>
                <a:ea typeface="+mn-lt"/>
                <a:cs typeface="+mn-lt"/>
              </a:defRPr>
            </a:lvl3pPr>
            <a:lvl4pPr marL="0" indent="0">
              <a:lnSpc>
                <a:spcPct val="100000"/>
              </a:lnSpc>
              <a:spcAft>
                <a:spcPts val="0"/>
              </a:spcAft>
              <a:buFontTx/>
              <a:buNone/>
              <a:defRPr sz="1600">
                <a:solidFill>
                  <a:schemeClr val="tx1"/>
                </a:solidFill>
                <a:latin typeface="+mn-lt"/>
                <a:ea typeface="+mn-lt"/>
                <a:cs typeface="+mn-lt"/>
              </a:defRPr>
            </a:lvl4pPr>
            <a:lvl5pPr marL="0" indent="0">
              <a:lnSpc>
                <a:spcPct val="100000"/>
              </a:lnSpc>
              <a:spcAft>
                <a:spcPts val="0"/>
              </a:spcAft>
              <a:buFontTx/>
              <a:buNone/>
              <a:defRPr sz="1600">
                <a:solidFill>
                  <a:schemeClr val="tx1"/>
                </a:solidFill>
                <a:latin typeface="+mn-lt"/>
                <a:ea typeface="+mn-lt"/>
                <a:cs typeface="+mn-lt"/>
              </a:defRPr>
            </a:lvl5pPr>
            <a:lvl6pPr marL="0" indent="0">
              <a:lnSpc>
                <a:spcPct val="100000"/>
              </a:lnSpc>
              <a:spcAft>
                <a:spcPts val="0"/>
              </a:spcAft>
              <a:buFontTx/>
              <a:buNone/>
              <a:defRPr sz="1600">
                <a:solidFill>
                  <a:schemeClr val="tx1"/>
                </a:solidFill>
                <a:latin typeface="+mn-lt"/>
                <a:ea typeface="+mn-lt"/>
                <a:cs typeface="+mn-lt"/>
              </a:defRPr>
            </a:lvl6pPr>
            <a:lvl7pPr marL="0" indent="0">
              <a:lnSpc>
                <a:spcPct val="100000"/>
              </a:lnSpc>
              <a:spcAft>
                <a:spcPts val="0"/>
              </a:spcAft>
              <a:buFontTx/>
              <a:buNone/>
              <a:defRPr sz="1600">
                <a:solidFill>
                  <a:schemeClr val="tx1"/>
                </a:solidFill>
                <a:latin typeface="+mn-lt"/>
                <a:ea typeface="+mn-lt"/>
                <a:cs typeface="+mn-lt"/>
              </a:defRPr>
            </a:lvl7pPr>
            <a:lvl8pPr marL="0" indent="0">
              <a:lnSpc>
                <a:spcPct val="100000"/>
              </a:lnSpc>
              <a:spcAft>
                <a:spcPts val="0"/>
              </a:spcAft>
              <a:buFontTx/>
              <a:buNone/>
              <a:defRPr sz="1600">
                <a:solidFill>
                  <a:schemeClr val="tx1"/>
                </a:solidFill>
                <a:latin typeface="+mn-lt"/>
                <a:ea typeface="+mn-lt"/>
                <a:cs typeface="+mn-lt"/>
              </a:defRPr>
            </a:lvl8pPr>
            <a:lvl9pPr marL="0" indent="0">
              <a:lnSpc>
                <a:spcPct val="100000"/>
              </a:lnSpc>
              <a:spcAft>
                <a:spcPts val="0"/>
              </a:spcAft>
              <a:buFontTx/>
              <a:buNone/>
              <a:defRPr sz="1600">
                <a:solidFill>
                  <a:schemeClr val="tx1"/>
                </a:solidFill>
                <a:latin typeface="+mn-lt"/>
                <a:ea typeface="+mn-lt"/>
                <a:cs typeface="+mn-lt"/>
              </a:defRPr>
            </a:lvl9pPr>
          </a:lstStyle>
          <a:p xmlns:a="http://schemas.openxmlformats.org/drawingml/2006/main">
            <a:pPr lvl="0">
              <a:buNone/>
            </a:pPr>
            <a:r>
              <a:t>Agendapunkt</a:t>
            </a:r>
            <a:r>
              <a:t> hinzufügen</a:t>
            </a:r>
          </a:p>
          <a:p xmlns:a="http://schemas.openxmlformats.org/drawingml/2006/main">
            <a:pPr lvl="1">
              <a:buNone/>
            </a:pPr>
            <a:r>
              <a:t>Zweite Ebene</a:t>
            </a:r>
          </a:p>
        </p:txBody>
      </p:sp>
      <p:sp>
        <p:nvSpPr>
          <p:cNvPr id="2" name="Textplatzhalter 11">
            <a:extLst xmlns:a="http://schemas.openxmlformats.org/drawingml/2006/main">
              <a:ext uri="{FF2B5EF4-FFF2-40B4-BE49-F238E27FC236}">
                <a16:creationId xmlns:a16="http://schemas.microsoft.com/office/drawing/2014/main" id="{113CD2F9-72BE-732A-033C-58B5A7231333}"/>
              </a:ext>
            </a:extLst>
          </p:cNvPr>
          <p:cNvSpPr>
            <a:spLocks xmlns:a="http://schemas.openxmlformats.org/drawingml/2006/main" noGrp="1"/>
          </p:cNvSpPr>
          <p:nvPr>
            <p:ph type="body" idx="44" hasCustomPrompt="1"/>
          </p:nvPr>
        </p:nvSpPr>
        <p:spPr>
          <a:xfrm xmlns:a="http://schemas.openxmlformats.org/drawingml/2006/main">
            <a:off x="695400" y="2710654"/>
            <a:ext cx="432000" cy="432000"/>
          </a:xfrm>
          <a:prstGeom xmlns:a="http://schemas.openxmlformats.org/drawingml/2006/main" prst="ellipse">
            <a:avLst/>
          </a:prstGeom>
          <a:solidFill xmlns:a="http://schemas.openxmlformats.org/drawingml/2006/main">
            <a:schemeClr val="bg1">
              <a:alpha val="0"/>
            </a:schemeClr>
          </a:solidFill>
          <a:ln xmlns:a="http://schemas.openxmlformats.org/drawingml/2006/main" w="12700">
            <a:solidFill>
              <a:schemeClr val="bg2"/>
            </a:solidFill>
          </a:ln>
        </p:spPr>
        <p:txBody>
          <a:bodyPr xmlns:a="http://schemas.openxmlformats.org/drawingml/2006/main" wrap="none" anchor="ctr"/>
          <a:lstStyle xmlns:a="http://schemas.openxmlformats.org/drawingml/2006/main">
            <a:lvl1pPr marL="0" indent="0" algn="ctr">
              <a:lnSpc>
                <a:spcPct val="100000"/>
              </a:lnSpc>
              <a:spcAft>
                <a:spcPts val="0"/>
              </a:spcAft>
              <a:buFontTx/>
              <a:buNone/>
              <a:defRPr sz="2400" spc="-100">
                <a:solidFill>
                  <a:schemeClr val="bg2"/>
                </a:solidFill>
                <a:latin typeface="+mn-lt"/>
                <a:ea typeface="+mn-lt"/>
                <a:cs typeface="+mn-lt"/>
              </a:defRPr>
            </a:lvl1pPr>
            <a:lvl2pPr marL="0" indent="0" algn="ctr">
              <a:lnSpc>
                <a:spcPct val="100000"/>
              </a:lnSpc>
              <a:spcAft>
                <a:spcPts val="0"/>
              </a:spcAft>
              <a:buFontTx/>
              <a:buNone/>
              <a:defRPr sz="2400" spc="-100">
                <a:solidFill>
                  <a:schemeClr val="bg2"/>
                </a:solidFill>
                <a:latin typeface="+mn-lt"/>
                <a:ea typeface="+mn-lt"/>
                <a:cs typeface="+mn-lt"/>
              </a:defRPr>
            </a:lvl2pPr>
            <a:lvl3pPr marL="0" indent="0" algn="ctr">
              <a:lnSpc>
                <a:spcPct val="100000"/>
              </a:lnSpc>
              <a:spcAft>
                <a:spcPts val="0"/>
              </a:spcAft>
              <a:buFontTx/>
              <a:buNone/>
              <a:defRPr sz="2400" spc="-100">
                <a:solidFill>
                  <a:schemeClr val="bg2"/>
                </a:solidFill>
                <a:latin typeface="+mn-lt"/>
                <a:ea typeface="+mn-lt"/>
                <a:cs typeface="+mn-lt"/>
              </a:defRPr>
            </a:lvl3pPr>
            <a:lvl4pPr marL="0" indent="0" algn="ctr">
              <a:lnSpc>
                <a:spcPct val="100000"/>
              </a:lnSpc>
              <a:spcAft>
                <a:spcPts val="0"/>
              </a:spcAft>
              <a:buFontTx/>
              <a:buNone/>
              <a:defRPr sz="2400" spc="-100">
                <a:solidFill>
                  <a:schemeClr val="bg2"/>
                </a:solidFill>
                <a:latin typeface="+mn-lt"/>
                <a:ea typeface="+mn-lt"/>
                <a:cs typeface="+mn-lt"/>
              </a:defRPr>
            </a:lvl4pPr>
            <a:lvl5pPr marL="0" indent="0" algn="ctr">
              <a:lnSpc>
                <a:spcPct val="100000"/>
              </a:lnSpc>
              <a:spcAft>
                <a:spcPts val="0"/>
              </a:spcAft>
              <a:buFontTx/>
              <a:buNone/>
              <a:defRPr sz="2400" spc="-100">
                <a:solidFill>
                  <a:schemeClr val="bg2"/>
                </a:solidFill>
                <a:latin typeface="+mn-lt"/>
                <a:ea typeface="+mn-lt"/>
                <a:cs typeface="+mn-lt"/>
              </a:defRPr>
            </a:lvl5pPr>
            <a:lvl6pPr marL="0" indent="0" algn="ctr">
              <a:lnSpc>
                <a:spcPct val="100000"/>
              </a:lnSpc>
              <a:spcAft>
                <a:spcPts val="0"/>
              </a:spcAft>
              <a:buFontTx/>
              <a:buNone/>
              <a:defRPr sz="2400" spc="-100">
                <a:solidFill>
                  <a:schemeClr val="bg2"/>
                </a:solidFill>
                <a:latin typeface="+mn-lt"/>
                <a:ea typeface="+mn-lt"/>
                <a:cs typeface="+mn-lt"/>
              </a:defRPr>
            </a:lvl6pPr>
            <a:lvl7pPr marL="0" indent="0" algn="ctr">
              <a:lnSpc>
                <a:spcPct val="100000"/>
              </a:lnSpc>
              <a:spcAft>
                <a:spcPts val="0"/>
              </a:spcAft>
              <a:buFontTx/>
              <a:buNone/>
              <a:defRPr sz="2400" spc="-100">
                <a:solidFill>
                  <a:schemeClr val="bg2"/>
                </a:solidFill>
              </a:defRPr>
            </a:lvl7pPr>
            <a:lvl8pPr marL="0" indent="0" algn="ctr">
              <a:lnSpc>
                <a:spcPct val="100000"/>
              </a:lnSpc>
              <a:spcAft>
                <a:spcPts val="0"/>
              </a:spcAft>
              <a:buFontTx/>
              <a:buNone/>
              <a:defRPr sz="2400" spc="-100">
                <a:solidFill>
                  <a:schemeClr val="bg2"/>
                </a:solidFill>
              </a:defRPr>
            </a:lvl8pPr>
            <a:lvl9pPr marL="0" indent="0" algn="ctr">
              <a:lnSpc>
                <a:spcPct val="100000"/>
              </a:lnSpc>
              <a:spcAft>
                <a:spcPts val="0"/>
              </a:spcAft>
              <a:buFontTx/>
              <a:buNone/>
              <a:defRPr sz="2400" spc="-100">
                <a:solidFill>
                  <a:schemeClr val="bg2"/>
                </a:solidFill>
              </a:defRPr>
            </a:lvl9pPr>
          </a:lstStyle>
          <a:p xmlns:a="http://schemas.openxmlformats.org/drawingml/2006/main">
            <a:pPr lvl="0">
              <a:buNone/>
            </a:pPr>
            <a:r>
              <a:t>0</a:t>
            </a:r>
          </a:p>
        </p:txBody>
      </p:sp>
      <p:sp>
        <p:nvSpPr>
          <p:cNvPr id="5" name="Textplatzhalter 13">
            <a:extLst xmlns:a="http://schemas.openxmlformats.org/drawingml/2006/main">
              <a:ext uri="{FF2B5EF4-FFF2-40B4-BE49-F238E27FC236}">
                <a16:creationId xmlns:a16="http://schemas.microsoft.com/office/drawing/2014/main" id="{09AB5DF8-4624-49C5-E88B-56EF4959EE7C}"/>
              </a:ext>
            </a:extLst>
          </p:cNvPr>
          <p:cNvSpPr>
            <a:spLocks xmlns:a="http://schemas.openxmlformats.org/drawingml/2006/main" noGrp="1"/>
          </p:cNvSpPr>
          <p:nvPr>
            <p:ph type="body" idx="45" hasCustomPrompt="1"/>
          </p:nvPr>
        </p:nvSpPr>
        <p:spPr>
          <a:xfrm xmlns:a="http://schemas.openxmlformats.org/drawingml/2006/main">
            <a:off x="1343100" y="2780992"/>
            <a:ext cx="4104000" cy="576000"/>
          </a:xfrm>
        </p:spPr>
        <p:txBody>
          <a:bodyPr xmlns:a="http://schemas.openxmlformats.org/drawingml/2006/main" tIns="36000"/>
          <a:lstStyle xmlns:a="http://schemas.openxmlformats.org/drawingml/2006/main">
            <a:lvl1pPr>
              <a:lnSpc>
                <a:spcPct val="100000"/>
              </a:lnSpc>
              <a:spcAft>
                <a:spcPts val="0"/>
              </a:spcAft>
              <a:buFontTx/>
              <a:buNone/>
              <a:defRPr>
                <a:solidFill>
                  <a:schemeClr val="tx1"/>
                </a:solidFill>
              </a:defRPr>
            </a:lvl1pPr>
            <a:lvl2pPr marL="0" indent="0">
              <a:lnSpc>
                <a:spcPct val="100000"/>
              </a:lnSpc>
              <a:spcAft>
                <a:spcPts val="0"/>
              </a:spcAft>
              <a:buFontTx/>
              <a:buNone/>
              <a:defRPr sz="1600">
                <a:solidFill>
                  <a:schemeClr val="tx1"/>
                </a:solidFill>
                <a:latin typeface="+mn-lt"/>
                <a:ea typeface="+mn-lt"/>
                <a:cs typeface="+mn-lt"/>
              </a:defRPr>
            </a:lvl2pPr>
            <a:lvl3pPr marL="0" indent="0">
              <a:lnSpc>
                <a:spcPct val="100000"/>
              </a:lnSpc>
              <a:spcAft>
                <a:spcPts val="0"/>
              </a:spcAft>
              <a:buFontTx/>
              <a:buNone/>
              <a:defRPr sz="1600">
                <a:solidFill>
                  <a:schemeClr val="tx1"/>
                </a:solidFill>
                <a:latin typeface="+mn-lt"/>
                <a:ea typeface="+mn-lt"/>
                <a:cs typeface="+mn-lt"/>
              </a:defRPr>
            </a:lvl3pPr>
            <a:lvl4pPr marL="0" indent="0">
              <a:lnSpc>
                <a:spcPct val="100000"/>
              </a:lnSpc>
              <a:spcAft>
                <a:spcPts val="0"/>
              </a:spcAft>
              <a:buFontTx/>
              <a:buNone/>
              <a:defRPr sz="1600">
                <a:solidFill>
                  <a:schemeClr val="tx1"/>
                </a:solidFill>
                <a:latin typeface="+mn-lt"/>
                <a:ea typeface="+mn-lt"/>
                <a:cs typeface="+mn-lt"/>
              </a:defRPr>
            </a:lvl4pPr>
            <a:lvl5pPr marL="0" indent="0">
              <a:lnSpc>
                <a:spcPct val="100000"/>
              </a:lnSpc>
              <a:spcAft>
                <a:spcPts val="0"/>
              </a:spcAft>
              <a:buFontTx/>
              <a:buNone/>
              <a:defRPr sz="1600">
                <a:solidFill>
                  <a:schemeClr val="tx1"/>
                </a:solidFill>
                <a:latin typeface="+mn-lt"/>
                <a:ea typeface="+mn-lt"/>
                <a:cs typeface="+mn-lt"/>
              </a:defRPr>
            </a:lvl5pPr>
            <a:lvl6pPr marL="0" indent="0">
              <a:lnSpc>
                <a:spcPct val="100000"/>
              </a:lnSpc>
              <a:spcAft>
                <a:spcPts val="0"/>
              </a:spcAft>
              <a:buFontTx/>
              <a:buNone/>
              <a:defRPr sz="1600">
                <a:solidFill>
                  <a:schemeClr val="tx1"/>
                </a:solidFill>
                <a:latin typeface="+mn-lt"/>
                <a:ea typeface="+mn-lt"/>
                <a:cs typeface="+mn-lt"/>
              </a:defRPr>
            </a:lvl6pPr>
            <a:lvl7pPr marL="0" indent="0">
              <a:lnSpc>
                <a:spcPct val="100000"/>
              </a:lnSpc>
              <a:spcAft>
                <a:spcPts val="0"/>
              </a:spcAft>
              <a:buFontTx/>
              <a:buNone/>
              <a:defRPr sz="1600">
                <a:solidFill>
                  <a:schemeClr val="tx1"/>
                </a:solidFill>
                <a:latin typeface="+mn-lt"/>
                <a:ea typeface="+mn-lt"/>
                <a:cs typeface="+mn-lt"/>
              </a:defRPr>
            </a:lvl7pPr>
            <a:lvl8pPr marL="0" indent="0">
              <a:lnSpc>
                <a:spcPct val="100000"/>
              </a:lnSpc>
              <a:spcAft>
                <a:spcPts val="0"/>
              </a:spcAft>
              <a:buFontTx/>
              <a:buNone/>
              <a:defRPr sz="1600">
                <a:solidFill>
                  <a:schemeClr val="tx1"/>
                </a:solidFill>
                <a:latin typeface="+mn-lt"/>
                <a:ea typeface="+mn-lt"/>
                <a:cs typeface="+mn-lt"/>
              </a:defRPr>
            </a:lvl8pPr>
            <a:lvl9pPr marL="0" indent="0">
              <a:lnSpc>
                <a:spcPct val="100000"/>
              </a:lnSpc>
              <a:spcAft>
                <a:spcPts val="0"/>
              </a:spcAft>
              <a:buFontTx/>
              <a:buNone/>
              <a:defRPr sz="1600">
                <a:solidFill>
                  <a:schemeClr val="tx1"/>
                </a:solidFill>
                <a:latin typeface="+mn-lt"/>
                <a:ea typeface="+mn-lt"/>
                <a:cs typeface="+mn-lt"/>
              </a:defRPr>
            </a:lvl9pPr>
          </a:lstStyle>
          <a:p xmlns:a="http://schemas.openxmlformats.org/drawingml/2006/main">
            <a:pPr lvl="0">
              <a:buNone/>
            </a:pPr>
            <a:r>
              <a:t>Agendapunkt</a:t>
            </a:r>
            <a:r>
              <a:t> hinzufügen</a:t>
            </a:r>
          </a:p>
          <a:p xmlns:a="http://schemas.openxmlformats.org/drawingml/2006/main">
            <a:pPr lvl="1">
              <a:buNone/>
            </a:pPr>
            <a:r>
              <a:t>Zweite Ebene</a:t>
            </a:r>
          </a:p>
        </p:txBody>
      </p:sp>
      <p:sp>
        <p:nvSpPr>
          <p:cNvPr id="8" name="Textplatzhalter 11">
            <a:extLst xmlns:a="http://schemas.openxmlformats.org/drawingml/2006/main">
              <a:ext uri="{FF2B5EF4-FFF2-40B4-BE49-F238E27FC236}">
                <a16:creationId xmlns:a16="http://schemas.microsoft.com/office/drawing/2014/main" id="{D7139390-6F38-514A-5F04-7C8D06D4B49B}"/>
              </a:ext>
            </a:extLst>
          </p:cNvPr>
          <p:cNvSpPr>
            <a:spLocks xmlns:a="http://schemas.openxmlformats.org/drawingml/2006/main" noGrp="1"/>
          </p:cNvSpPr>
          <p:nvPr>
            <p:ph type="body" idx="46" hasCustomPrompt="1"/>
          </p:nvPr>
        </p:nvSpPr>
        <p:spPr>
          <a:xfrm xmlns:a="http://schemas.openxmlformats.org/drawingml/2006/main">
            <a:off x="695475" y="3502508"/>
            <a:ext cx="432000" cy="432000"/>
          </a:xfrm>
          <a:prstGeom xmlns:a="http://schemas.openxmlformats.org/drawingml/2006/main" prst="ellipse">
            <a:avLst/>
          </a:prstGeom>
          <a:solidFill xmlns:a="http://schemas.openxmlformats.org/drawingml/2006/main">
            <a:schemeClr val="bg1">
              <a:alpha val="0"/>
            </a:schemeClr>
          </a:solidFill>
          <a:ln xmlns:a="http://schemas.openxmlformats.org/drawingml/2006/main" w="12700">
            <a:solidFill>
              <a:schemeClr val="bg2"/>
            </a:solidFill>
          </a:ln>
        </p:spPr>
        <p:txBody>
          <a:bodyPr xmlns:a="http://schemas.openxmlformats.org/drawingml/2006/main" wrap="none" anchor="ctr"/>
          <a:lstStyle xmlns:a="http://schemas.openxmlformats.org/drawingml/2006/main">
            <a:lvl1pPr marL="0" indent="0" algn="ctr">
              <a:lnSpc>
                <a:spcPct val="100000"/>
              </a:lnSpc>
              <a:spcAft>
                <a:spcPts val="0"/>
              </a:spcAft>
              <a:buFontTx/>
              <a:buNone/>
              <a:defRPr sz="2400" spc="-100">
                <a:solidFill>
                  <a:schemeClr val="bg2"/>
                </a:solidFill>
                <a:latin typeface="+mn-lt"/>
                <a:ea typeface="+mn-lt"/>
                <a:cs typeface="+mn-lt"/>
              </a:defRPr>
            </a:lvl1pPr>
            <a:lvl2pPr marL="0" indent="0" algn="ctr">
              <a:lnSpc>
                <a:spcPct val="100000"/>
              </a:lnSpc>
              <a:spcAft>
                <a:spcPts val="0"/>
              </a:spcAft>
              <a:buFontTx/>
              <a:buNone/>
              <a:defRPr sz="2400" spc="-100">
                <a:solidFill>
                  <a:schemeClr val="bg2"/>
                </a:solidFill>
                <a:latin typeface="+mn-lt"/>
                <a:ea typeface="+mn-lt"/>
                <a:cs typeface="+mn-lt"/>
              </a:defRPr>
            </a:lvl2pPr>
            <a:lvl3pPr marL="0" indent="0" algn="ctr">
              <a:lnSpc>
                <a:spcPct val="100000"/>
              </a:lnSpc>
              <a:spcAft>
                <a:spcPts val="0"/>
              </a:spcAft>
              <a:buFontTx/>
              <a:buNone/>
              <a:defRPr sz="2400" spc="-100">
                <a:solidFill>
                  <a:schemeClr val="bg2"/>
                </a:solidFill>
                <a:latin typeface="+mn-lt"/>
                <a:ea typeface="+mn-lt"/>
                <a:cs typeface="+mn-lt"/>
              </a:defRPr>
            </a:lvl3pPr>
            <a:lvl4pPr marL="0" indent="0" algn="ctr">
              <a:lnSpc>
                <a:spcPct val="100000"/>
              </a:lnSpc>
              <a:spcAft>
                <a:spcPts val="0"/>
              </a:spcAft>
              <a:buFontTx/>
              <a:buNone/>
              <a:defRPr sz="2400" spc="-100">
                <a:solidFill>
                  <a:schemeClr val="bg2"/>
                </a:solidFill>
                <a:latin typeface="+mn-lt"/>
                <a:ea typeface="+mn-lt"/>
                <a:cs typeface="+mn-lt"/>
              </a:defRPr>
            </a:lvl4pPr>
            <a:lvl5pPr marL="0" indent="0" algn="ctr">
              <a:lnSpc>
                <a:spcPct val="100000"/>
              </a:lnSpc>
              <a:spcAft>
                <a:spcPts val="0"/>
              </a:spcAft>
              <a:buFontTx/>
              <a:buNone/>
              <a:defRPr sz="2400" spc="-100">
                <a:solidFill>
                  <a:schemeClr val="bg2"/>
                </a:solidFill>
                <a:latin typeface="+mn-lt"/>
                <a:ea typeface="+mn-lt"/>
                <a:cs typeface="+mn-lt"/>
              </a:defRPr>
            </a:lvl5pPr>
            <a:lvl6pPr marL="0" indent="0" algn="ctr">
              <a:lnSpc>
                <a:spcPct val="100000"/>
              </a:lnSpc>
              <a:spcAft>
                <a:spcPts val="0"/>
              </a:spcAft>
              <a:buFontTx/>
              <a:buNone/>
              <a:defRPr sz="2400" spc="-100">
                <a:solidFill>
                  <a:schemeClr val="bg2"/>
                </a:solidFill>
                <a:latin typeface="+mn-lt"/>
                <a:ea typeface="+mn-lt"/>
                <a:cs typeface="+mn-lt"/>
              </a:defRPr>
            </a:lvl6pPr>
            <a:lvl7pPr marL="0" indent="0" algn="ctr">
              <a:lnSpc>
                <a:spcPct val="100000"/>
              </a:lnSpc>
              <a:spcAft>
                <a:spcPts val="0"/>
              </a:spcAft>
              <a:buFontTx/>
              <a:buNone/>
              <a:defRPr sz="2400" spc="-100">
                <a:solidFill>
                  <a:schemeClr val="bg2"/>
                </a:solidFill>
              </a:defRPr>
            </a:lvl7pPr>
            <a:lvl8pPr marL="0" indent="0" algn="ctr">
              <a:lnSpc>
                <a:spcPct val="100000"/>
              </a:lnSpc>
              <a:spcAft>
                <a:spcPts val="0"/>
              </a:spcAft>
              <a:buFontTx/>
              <a:buNone/>
              <a:defRPr sz="2400" spc="-100">
                <a:solidFill>
                  <a:schemeClr val="bg2"/>
                </a:solidFill>
              </a:defRPr>
            </a:lvl8pPr>
            <a:lvl9pPr marL="0" indent="0" algn="ctr">
              <a:lnSpc>
                <a:spcPct val="100000"/>
              </a:lnSpc>
              <a:spcAft>
                <a:spcPts val="0"/>
              </a:spcAft>
              <a:buFontTx/>
              <a:buNone/>
              <a:defRPr sz="2400" spc="-100">
                <a:solidFill>
                  <a:schemeClr val="bg2"/>
                </a:solidFill>
              </a:defRPr>
            </a:lvl9pPr>
          </a:lstStyle>
          <a:p xmlns:a="http://schemas.openxmlformats.org/drawingml/2006/main">
            <a:pPr lvl="0">
              <a:buNone/>
            </a:pPr>
            <a:r>
              <a:t>0</a:t>
            </a:r>
          </a:p>
        </p:txBody>
      </p:sp>
      <p:sp>
        <p:nvSpPr>
          <p:cNvPr id="11" name="Textplatzhalter 13">
            <a:extLst xmlns:a="http://schemas.openxmlformats.org/drawingml/2006/main">
              <a:ext uri="{FF2B5EF4-FFF2-40B4-BE49-F238E27FC236}">
                <a16:creationId xmlns:a16="http://schemas.microsoft.com/office/drawing/2014/main" id="{26792EF9-014B-BE59-3FFC-4837CE6300CA}"/>
              </a:ext>
            </a:extLst>
          </p:cNvPr>
          <p:cNvSpPr>
            <a:spLocks xmlns:a="http://schemas.openxmlformats.org/drawingml/2006/main" noGrp="1"/>
          </p:cNvSpPr>
          <p:nvPr>
            <p:ph type="body" idx="47" hasCustomPrompt="1"/>
          </p:nvPr>
        </p:nvSpPr>
        <p:spPr>
          <a:xfrm xmlns:a="http://schemas.openxmlformats.org/drawingml/2006/main">
            <a:off x="1343175" y="3572846"/>
            <a:ext cx="4104000" cy="576000"/>
          </a:xfrm>
        </p:spPr>
        <p:txBody>
          <a:bodyPr xmlns:a="http://schemas.openxmlformats.org/drawingml/2006/main" tIns="36000"/>
          <a:lstStyle xmlns:a="http://schemas.openxmlformats.org/drawingml/2006/main">
            <a:lvl1pPr>
              <a:lnSpc>
                <a:spcPct val="100000"/>
              </a:lnSpc>
              <a:spcAft>
                <a:spcPts val="0"/>
              </a:spcAft>
              <a:buFontTx/>
              <a:buNone/>
              <a:defRPr>
                <a:solidFill>
                  <a:schemeClr val="tx1"/>
                </a:solidFill>
              </a:defRPr>
            </a:lvl1pPr>
            <a:lvl2pPr marL="0" indent="0">
              <a:lnSpc>
                <a:spcPct val="100000"/>
              </a:lnSpc>
              <a:spcAft>
                <a:spcPts val="0"/>
              </a:spcAft>
              <a:buFontTx/>
              <a:buNone/>
              <a:defRPr sz="1600">
                <a:solidFill>
                  <a:schemeClr val="tx1"/>
                </a:solidFill>
                <a:latin typeface="+mn-lt"/>
                <a:ea typeface="+mn-lt"/>
                <a:cs typeface="+mn-lt"/>
              </a:defRPr>
            </a:lvl2pPr>
            <a:lvl3pPr marL="0" indent="0">
              <a:lnSpc>
                <a:spcPct val="100000"/>
              </a:lnSpc>
              <a:spcAft>
                <a:spcPts val="0"/>
              </a:spcAft>
              <a:buFontTx/>
              <a:buNone/>
              <a:defRPr sz="1600">
                <a:solidFill>
                  <a:schemeClr val="tx1"/>
                </a:solidFill>
                <a:latin typeface="+mn-lt"/>
                <a:ea typeface="+mn-lt"/>
                <a:cs typeface="+mn-lt"/>
              </a:defRPr>
            </a:lvl3pPr>
            <a:lvl4pPr marL="0" indent="0">
              <a:lnSpc>
                <a:spcPct val="100000"/>
              </a:lnSpc>
              <a:spcAft>
                <a:spcPts val="0"/>
              </a:spcAft>
              <a:buFontTx/>
              <a:buNone/>
              <a:defRPr sz="1600">
                <a:solidFill>
                  <a:schemeClr val="tx1"/>
                </a:solidFill>
                <a:latin typeface="+mn-lt"/>
                <a:ea typeface="+mn-lt"/>
                <a:cs typeface="+mn-lt"/>
              </a:defRPr>
            </a:lvl4pPr>
            <a:lvl5pPr marL="0" indent="0">
              <a:lnSpc>
                <a:spcPct val="100000"/>
              </a:lnSpc>
              <a:spcAft>
                <a:spcPts val="0"/>
              </a:spcAft>
              <a:buFontTx/>
              <a:buNone/>
              <a:defRPr sz="1600">
                <a:solidFill>
                  <a:schemeClr val="tx1"/>
                </a:solidFill>
                <a:latin typeface="+mn-lt"/>
                <a:ea typeface="+mn-lt"/>
                <a:cs typeface="+mn-lt"/>
              </a:defRPr>
            </a:lvl5pPr>
            <a:lvl6pPr marL="0" indent="0">
              <a:lnSpc>
                <a:spcPct val="100000"/>
              </a:lnSpc>
              <a:spcAft>
                <a:spcPts val="0"/>
              </a:spcAft>
              <a:buFontTx/>
              <a:buNone/>
              <a:defRPr sz="1600">
                <a:solidFill>
                  <a:schemeClr val="tx1"/>
                </a:solidFill>
                <a:latin typeface="+mn-lt"/>
                <a:ea typeface="+mn-lt"/>
                <a:cs typeface="+mn-lt"/>
              </a:defRPr>
            </a:lvl6pPr>
            <a:lvl7pPr marL="0" indent="0">
              <a:lnSpc>
                <a:spcPct val="100000"/>
              </a:lnSpc>
              <a:spcAft>
                <a:spcPts val="0"/>
              </a:spcAft>
              <a:buFontTx/>
              <a:buNone/>
              <a:defRPr sz="1600">
                <a:solidFill>
                  <a:schemeClr val="tx1"/>
                </a:solidFill>
                <a:latin typeface="+mn-lt"/>
                <a:ea typeface="+mn-lt"/>
                <a:cs typeface="+mn-lt"/>
              </a:defRPr>
            </a:lvl7pPr>
            <a:lvl8pPr marL="0" indent="0">
              <a:lnSpc>
                <a:spcPct val="100000"/>
              </a:lnSpc>
              <a:spcAft>
                <a:spcPts val="0"/>
              </a:spcAft>
              <a:buFontTx/>
              <a:buNone/>
              <a:defRPr sz="1600">
                <a:solidFill>
                  <a:schemeClr val="tx1"/>
                </a:solidFill>
                <a:latin typeface="+mn-lt"/>
                <a:ea typeface="+mn-lt"/>
                <a:cs typeface="+mn-lt"/>
              </a:defRPr>
            </a:lvl8pPr>
            <a:lvl9pPr marL="0" indent="0">
              <a:lnSpc>
                <a:spcPct val="100000"/>
              </a:lnSpc>
              <a:spcAft>
                <a:spcPts val="0"/>
              </a:spcAft>
              <a:buFontTx/>
              <a:buNone/>
              <a:defRPr sz="1600">
                <a:solidFill>
                  <a:schemeClr val="tx1"/>
                </a:solidFill>
                <a:latin typeface="+mn-lt"/>
                <a:ea typeface="+mn-lt"/>
                <a:cs typeface="+mn-lt"/>
              </a:defRPr>
            </a:lvl9pPr>
          </a:lstStyle>
          <a:p xmlns:a="http://schemas.openxmlformats.org/drawingml/2006/main">
            <a:pPr lvl="0">
              <a:buNone/>
            </a:pPr>
            <a:r>
              <a:t>Agendapunkt</a:t>
            </a:r>
            <a:r>
              <a:t> hinzufügen</a:t>
            </a:r>
          </a:p>
          <a:p xmlns:a="http://schemas.openxmlformats.org/drawingml/2006/main">
            <a:pPr lvl="1">
              <a:buNone/>
            </a:pPr>
            <a:r>
              <a:t>Zweite Ebene</a:t>
            </a:r>
          </a:p>
        </p:txBody>
      </p:sp>
      <p:sp>
        <p:nvSpPr>
          <p:cNvPr id="13" name="Textplatzhalter 11">
            <a:extLst xmlns:a="http://schemas.openxmlformats.org/drawingml/2006/main">
              <a:ext uri="{FF2B5EF4-FFF2-40B4-BE49-F238E27FC236}">
                <a16:creationId xmlns:a16="http://schemas.microsoft.com/office/drawing/2014/main" id="{A14AF2D9-7841-5FD7-E6AE-5833D72D910B}"/>
              </a:ext>
            </a:extLst>
          </p:cNvPr>
          <p:cNvSpPr>
            <a:spLocks xmlns:a="http://schemas.openxmlformats.org/drawingml/2006/main" noGrp="1"/>
          </p:cNvSpPr>
          <p:nvPr>
            <p:ph type="body" idx="48" hasCustomPrompt="1"/>
          </p:nvPr>
        </p:nvSpPr>
        <p:spPr>
          <a:xfrm xmlns:a="http://schemas.openxmlformats.org/drawingml/2006/main">
            <a:off x="695550" y="4294362"/>
            <a:ext cx="432000" cy="432000"/>
          </a:xfrm>
          <a:prstGeom xmlns:a="http://schemas.openxmlformats.org/drawingml/2006/main" prst="ellipse">
            <a:avLst/>
          </a:prstGeom>
          <a:solidFill xmlns:a="http://schemas.openxmlformats.org/drawingml/2006/main">
            <a:schemeClr val="bg1">
              <a:alpha val="0"/>
            </a:schemeClr>
          </a:solidFill>
          <a:ln xmlns:a="http://schemas.openxmlformats.org/drawingml/2006/main" w="12700">
            <a:solidFill>
              <a:schemeClr val="bg2"/>
            </a:solidFill>
          </a:ln>
        </p:spPr>
        <p:txBody>
          <a:bodyPr xmlns:a="http://schemas.openxmlformats.org/drawingml/2006/main" wrap="none" anchor="ctr"/>
          <a:lstStyle xmlns:a="http://schemas.openxmlformats.org/drawingml/2006/main">
            <a:lvl1pPr marL="0" indent="0" algn="ctr">
              <a:lnSpc>
                <a:spcPct val="100000"/>
              </a:lnSpc>
              <a:spcAft>
                <a:spcPts val="0"/>
              </a:spcAft>
              <a:buFontTx/>
              <a:buNone/>
              <a:defRPr sz="2400" spc="-100">
                <a:solidFill>
                  <a:schemeClr val="bg2"/>
                </a:solidFill>
                <a:latin typeface="+mn-lt"/>
                <a:ea typeface="+mn-lt"/>
                <a:cs typeface="+mn-lt"/>
              </a:defRPr>
            </a:lvl1pPr>
            <a:lvl2pPr marL="0" indent="0" algn="ctr">
              <a:lnSpc>
                <a:spcPct val="100000"/>
              </a:lnSpc>
              <a:spcAft>
                <a:spcPts val="0"/>
              </a:spcAft>
              <a:buFontTx/>
              <a:buNone/>
              <a:defRPr sz="2400" spc="-100">
                <a:solidFill>
                  <a:schemeClr val="bg2"/>
                </a:solidFill>
                <a:latin typeface="+mn-lt"/>
                <a:ea typeface="+mn-lt"/>
                <a:cs typeface="+mn-lt"/>
              </a:defRPr>
            </a:lvl2pPr>
            <a:lvl3pPr marL="0" indent="0" algn="ctr">
              <a:lnSpc>
                <a:spcPct val="100000"/>
              </a:lnSpc>
              <a:spcAft>
                <a:spcPts val="0"/>
              </a:spcAft>
              <a:buFontTx/>
              <a:buNone/>
              <a:defRPr sz="2400" spc="-100">
                <a:solidFill>
                  <a:schemeClr val="bg2"/>
                </a:solidFill>
                <a:latin typeface="+mn-lt"/>
                <a:ea typeface="+mn-lt"/>
                <a:cs typeface="+mn-lt"/>
              </a:defRPr>
            </a:lvl3pPr>
            <a:lvl4pPr marL="0" indent="0" algn="ctr">
              <a:lnSpc>
                <a:spcPct val="100000"/>
              </a:lnSpc>
              <a:spcAft>
                <a:spcPts val="0"/>
              </a:spcAft>
              <a:buFontTx/>
              <a:buNone/>
              <a:defRPr sz="2400" spc="-100">
                <a:solidFill>
                  <a:schemeClr val="bg2"/>
                </a:solidFill>
                <a:latin typeface="+mn-lt"/>
                <a:ea typeface="+mn-lt"/>
                <a:cs typeface="+mn-lt"/>
              </a:defRPr>
            </a:lvl4pPr>
            <a:lvl5pPr marL="0" indent="0" algn="ctr">
              <a:lnSpc>
                <a:spcPct val="100000"/>
              </a:lnSpc>
              <a:spcAft>
                <a:spcPts val="0"/>
              </a:spcAft>
              <a:buFontTx/>
              <a:buNone/>
              <a:defRPr sz="2400" spc="-100">
                <a:solidFill>
                  <a:schemeClr val="bg2"/>
                </a:solidFill>
                <a:latin typeface="+mn-lt"/>
                <a:ea typeface="+mn-lt"/>
                <a:cs typeface="+mn-lt"/>
              </a:defRPr>
            </a:lvl5pPr>
            <a:lvl6pPr marL="0" indent="0" algn="ctr">
              <a:lnSpc>
                <a:spcPct val="100000"/>
              </a:lnSpc>
              <a:spcAft>
                <a:spcPts val="0"/>
              </a:spcAft>
              <a:buFontTx/>
              <a:buNone/>
              <a:defRPr sz="2400" spc="-100">
                <a:solidFill>
                  <a:schemeClr val="bg2"/>
                </a:solidFill>
                <a:latin typeface="+mn-lt"/>
                <a:ea typeface="+mn-lt"/>
                <a:cs typeface="+mn-lt"/>
              </a:defRPr>
            </a:lvl6pPr>
            <a:lvl7pPr marL="0" indent="0" algn="ctr">
              <a:lnSpc>
                <a:spcPct val="100000"/>
              </a:lnSpc>
              <a:spcAft>
                <a:spcPts val="0"/>
              </a:spcAft>
              <a:buFontTx/>
              <a:buNone/>
              <a:defRPr sz="2400" spc="-100">
                <a:solidFill>
                  <a:schemeClr val="bg2"/>
                </a:solidFill>
              </a:defRPr>
            </a:lvl7pPr>
            <a:lvl8pPr marL="0" indent="0" algn="ctr">
              <a:lnSpc>
                <a:spcPct val="100000"/>
              </a:lnSpc>
              <a:spcAft>
                <a:spcPts val="0"/>
              </a:spcAft>
              <a:buFontTx/>
              <a:buNone/>
              <a:defRPr sz="2400" spc="-100">
                <a:solidFill>
                  <a:schemeClr val="bg2"/>
                </a:solidFill>
              </a:defRPr>
            </a:lvl8pPr>
            <a:lvl9pPr marL="0" indent="0" algn="ctr">
              <a:lnSpc>
                <a:spcPct val="100000"/>
              </a:lnSpc>
              <a:spcAft>
                <a:spcPts val="0"/>
              </a:spcAft>
              <a:buFontTx/>
              <a:buNone/>
              <a:defRPr sz="2400" spc="-100">
                <a:solidFill>
                  <a:schemeClr val="bg2"/>
                </a:solidFill>
              </a:defRPr>
            </a:lvl9pPr>
          </a:lstStyle>
          <a:p xmlns:a="http://schemas.openxmlformats.org/drawingml/2006/main">
            <a:pPr lvl="0">
              <a:buNone/>
            </a:pPr>
            <a:r>
              <a:t>0</a:t>
            </a:r>
          </a:p>
        </p:txBody>
      </p:sp>
      <p:sp>
        <p:nvSpPr>
          <p:cNvPr id="15" name="Textplatzhalter 13">
            <a:extLst xmlns:a="http://schemas.openxmlformats.org/drawingml/2006/main">
              <a:ext uri="{FF2B5EF4-FFF2-40B4-BE49-F238E27FC236}">
                <a16:creationId xmlns:a16="http://schemas.microsoft.com/office/drawing/2014/main" id="{EB2D2B1D-3949-A028-2291-ADFD6307DDF2}"/>
              </a:ext>
            </a:extLst>
          </p:cNvPr>
          <p:cNvSpPr>
            <a:spLocks xmlns:a="http://schemas.openxmlformats.org/drawingml/2006/main" noGrp="1"/>
          </p:cNvSpPr>
          <p:nvPr>
            <p:ph type="body" idx="49" hasCustomPrompt="1"/>
          </p:nvPr>
        </p:nvSpPr>
        <p:spPr>
          <a:xfrm xmlns:a="http://schemas.openxmlformats.org/drawingml/2006/main">
            <a:off x="1343250" y="4364700"/>
            <a:ext cx="4104000" cy="576000"/>
          </a:xfrm>
        </p:spPr>
        <p:txBody>
          <a:bodyPr xmlns:a="http://schemas.openxmlformats.org/drawingml/2006/main" tIns="36000"/>
          <a:lstStyle xmlns:a="http://schemas.openxmlformats.org/drawingml/2006/main">
            <a:lvl1pPr>
              <a:lnSpc>
                <a:spcPct val="100000"/>
              </a:lnSpc>
              <a:spcAft>
                <a:spcPts val="0"/>
              </a:spcAft>
              <a:buFontTx/>
              <a:buNone/>
              <a:defRPr>
                <a:solidFill>
                  <a:schemeClr val="tx1"/>
                </a:solidFill>
              </a:defRPr>
            </a:lvl1pPr>
            <a:lvl2pPr marL="0" indent="0">
              <a:lnSpc>
                <a:spcPct val="100000"/>
              </a:lnSpc>
              <a:spcAft>
                <a:spcPts val="0"/>
              </a:spcAft>
              <a:buFontTx/>
              <a:buNone/>
              <a:defRPr sz="1600">
                <a:solidFill>
                  <a:schemeClr val="tx1"/>
                </a:solidFill>
                <a:latin typeface="+mn-lt"/>
                <a:ea typeface="+mn-lt"/>
                <a:cs typeface="+mn-lt"/>
              </a:defRPr>
            </a:lvl2pPr>
            <a:lvl3pPr marL="0" indent="0">
              <a:lnSpc>
                <a:spcPct val="100000"/>
              </a:lnSpc>
              <a:spcAft>
                <a:spcPts val="0"/>
              </a:spcAft>
              <a:buFontTx/>
              <a:buNone/>
              <a:defRPr sz="1600">
                <a:solidFill>
                  <a:schemeClr val="tx1"/>
                </a:solidFill>
                <a:latin typeface="+mn-lt"/>
                <a:ea typeface="+mn-lt"/>
                <a:cs typeface="+mn-lt"/>
              </a:defRPr>
            </a:lvl3pPr>
            <a:lvl4pPr marL="0" indent="0">
              <a:lnSpc>
                <a:spcPct val="100000"/>
              </a:lnSpc>
              <a:spcAft>
                <a:spcPts val="0"/>
              </a:spcAft>
              <a:buFontTx/>
              <a:buNone/>
              <a:defRPr sz="1600">
                <a:solidFill>
                  <a:schemeClr val="tx1"/>
                </a:solidFill>
                <a:latin typeface="+mn-lt"/>
                <a:ea typeface="+mn-lt"/>
                <a:cs typeface="+mn-lt"/>
              </a:defRPr>
            </a:lvl4pPr>
            <a:lvl5pPr marL="0" indent="0">
              <a:lnSpc>
                <a:spcPct val="100000"/>
              </a:lnSpc>
              <a:spcAft>
                <a:spcPts val="0"/>
              </a:spcAft>
              <a:buFontTx/>
              <a:buNone/>
              <a:defRPr sz="1600">
                <a:solidFill>
                  <a:schemeClr val="tx1"/>
                </a:solidFill>
                <a:latin typeface="+mn-lt"/>
                <a:ea typeface="+mn-lt"/>
                <a:cs typeface="+mn-lt"/>
              </a:defRPr>
            </a:lvl5pPr>
            <a:lvl6pPr marL="0" indent="0">
              <a:lnSpc>
                <a:spcPct val="100000"/>
              </a:lnSpc>
              <a:spcAft>
                <a:spcPts val="0"/>
              </a:spcAft>
              <a:buFontTx/>
              <a:buNone/>
              <a:defRPr sz="1600">
                <a:solidFill>
                  <a:schemeClr val="tx1"/>
                </a:solidFill>
                <a:latin typeface="+mn-lt"/>
                <a:ea typeface="+mn-lt"/>
                <a:cs typeface="+mn-lt"/>
              </a:defRPr>
            </a:lvl6pPr>
            <a:lvl7pPr marL="0" indent="0">
              <a:lnSpc>
                <a:spcPct val="100000"/>
              </a:lnSpc>
              <a:spcAft>
                <a:spcPts val="0"/>
              </a:spcAft>
              <a:buFontTx/>
              <a:buNone/>
              <a:defRPr sz="1600">
                <a:solidFill>
                  <a:schemeClr val="tx1"/>
                </a:solidFill>
                <a:latin typeface="+mn-lt"/>
                <a:ea typeface="+mn-lt"/>
                <a:cs typeface="+mn-lt"/>
              </a:defRPr>
            </a:lvl7pPr>
            <a:lvl8pPr marL="0" indent="0">
              <a:lnSpc>
                <a:spcPct val="100000"/>
              </a:lnSpc>
              <a:spcAft>
                <a:spcPts val="0"/>
              </a:spcAft>
              <a:buFontTx/>
              <a:buNone/>
              <a:defRPr sz="1600">
                <a:solidFill>
                  <a:schemeClr val="tx1"/>
                </a:solidFill>
                <a:latin typeface="+mn-lt"/>
                <a:ea typeface="+mn-lt"/>
                <a:cs typeface="+mn-lt"/>
              </a:defRPr>
            </a:lvl8pPr>
            <a:lvl9pPr marL="0" indent="0">
              <a:lnSpc>
                <a:spcPct val="100000"/>
              </a:lnSpc>
              <a:spcAft>
                <a:spcPts val="0"/>
              </a:spcAft>
              <a:buFontTx/>
              <a:buNone/>
              <a:defRPr sz="1600">
                <a:solidFill>
                  <a:schemeClr val="tx1"/>
                </a:solidFill>
                <a:latin typeface="+mn-lt"/>
                <a:ea typeface="+mn-lt"/>
                <a:cs typeface="+mn-lt"/>
              </a:defRPr>
            </a:lvl9pPr>
          </a:lstStyle>
          <a:p xmlns:a="http://schemas.openxmlformats.org/drawingml/2006/main">
            <a:pPr lvl="0">
              <a:buNone/>
            </a:pPr>
            <a:r>
              <a:t>Agendapunkt</a:t>
            </a:r>
            <a:r>
              <a:t> hinzufügen</a:t>
            </a:r>
          </a:p>
          <a:p xmlns:a="http://schemas.openxmlformats.org/drawingml/2006/main">
            <a:pPr lvl="1">
              <a:buNone/>
            </a:pPr>
            <a:r>
              <a:t>Zweite Ebene</a:t>
            </a:r>
          </a:p>
        </p:txBody>
      </p:sp>
      <p:sp>
        <p:nvSpPr>
          <p:cNvPr id="16" name="Textplatzhalter 11">
            <a:extLst xmlns:a="http://schemas.openxmlformats.org/drawingml/2006/main">
              <a:ext uri="{FF2B5EF4-FFF2-40B4-BE49-F238E27FC236}">
                <a16:creationId xmlns:a16="http://schemas.microsoft.com/office/drawing/2014/main" id="{0EB0B2E0-61D0-B78B-ACB5-59CE78706709}"/>
              </a:ext>
            </a:extLst>
          </p:cNvPr>
          <p:cNvSpPr>
            <a:spLocks xmlns:a="http://schemas.openxmlformats.org/drawingml/2006/main" noGrp="1"/>
          </p:cNvSpPr>
          <p:nvPr>
            <p:ph type="body" idx="50" hasCustomPrompt="1"/>
          </p:nvPr>
        </p:nvSpPr>
        <p:spPr>
          <a:xfrm xmlns:a="http://schemas.openxmlformats.org/drawingml/2006/main">
            <a:off x="695625" y="5086216"/>
            <a:ext cx="432000" cy="432000"/>
          </a:xfrm>
          <a:prstGeom xmlns:a="http://schemas.openxmlformats.org/drawingml/2006/main" prst="ellipse">
            <a:avLst/>
          </a:prstGeom>
          <a:solidFill xmlns:a="http://schemas.openxmlformats.org/drawingml/2006/main">
            <a:schemeClr val="bg1">
              <a:alpha val="0"/>
            </a:schemeClr>
          </a:solidFill>
          <a:ln xmlns:a="http://schemas.openxmlformats.org/drawingml/2006/main" w="12700">
            <a:solidFill>
              <a:schemeClr val="bg2"/>
            </a:solidFill>
          </a:ln>
        </p:spPr>
        <p:txBody>
          <a:bodyPr xmlns:a="http://schemas.openxmlformats.org/drawingml/2006/main" wrap="none" anchor="ctr"/>
          <a:lstStyle xmlns:a="http://schemas.openxmlformats.org/drawingml/2006/main">
            <a:lvl1pPr marL="0" indent="0" algn="ctr">
              <a:lnSpc>
                <a:spcPct val="100000"/>
              </a:lnSpc>
              <a:spcAft>
                <a:spcPts val="0"/>
              </a:spcAft>
              <a:buFontTx/>
              <a:buNone/>
              <a:defRPr sz="2400" spc="-100">
                <a:solidFill>
                  <a:schemeClr val="bg2"/>
                </a:solidFill>
                <a:latin typeface="+mn-lt"/>
                <a:ea typeface="+mn-lt"/>
                <a:cs typeface="+mn-lt"/>
              </a:defRPr>
            </a:lvl1pPr>
            <a:lvl2pPr marL="0" indent="0" algn="ctr">
              <a:lnSpc>
                <a:spcPct val="100000"/>
              </a:lnSpc>
              <a:spcAft>
                <a:spcPts val="0"/>
              </a:spcAft>
              <a:buFontTx/>
              <a:buNone/>
              <a:defRPr sz="2400" spc="-100">
                <a:solidFill>
                  <a:schemeClr val="bg2"/>
                </a:solidFill>
                <a:latin typeface="+mn-lt"/>
                <a:ea typeface="+mn-lt"/>
                <a:cs typeface="+mn-lt"/>
              </a:defRPr>
            </a:lvl2pPr>
            <a:lvl3pPr marL="0" indent="0" algn="ctr">
              <a:lnSpc>
                <a:spcPct val="100000"/>
              </a:lnSpc>
              <a:spcAft>
                <a:spcPts val="0"/>
              </a:spcAft>
              <a:buFontTx/>
              <a:buNone/>
              <a:defRPr sz="2400" spc="-100">
                <a:solidFill>
                  <a:schemeClr val="bg2"/>
                </a:solidFill>
                <a:latin typeface="+mn-lt"/>
                <a:ea typeface="+mn-lt"/>
                <a:cs typeface="+mn-lt"/>
              </a:defRPr>
            </a:lvl3pPr>
            <a:lvl4pPr marL="0" indent="0" algn="ctr">
              <a:lnSpc>
                <a:spcPct val="100000"/>
              </a:lnSpc>
              <a:spcAft>
                <a:spcPts val="0"/>
              </a:spcAft>
              <a:buFontTx/>
              <a:buNone/>
              <a:defRPr sz="2400" spc="-100">
                <a:solidFill>
                  <a:schemeClr val="bg2"/>
                </a:solidFill>
                <a:latin typeface="+mn-lt"/>
                <a:ea typeface="+mn-lt"/>
                <a:cs typeface="+mn-lt"/>
              </a:defRPr>
            </a:lvl4pPr>
            <a:lvl5pPr marL="0" indent="0" algn="ctr">
              <a:lnSpc>
                <a:spcPct val="100000"/>
              </a:lnSpc>
              <a:spcAft>
                <a:spcPts val="0"/>
              </a:spcAft>
              <a:buFontTx/>
              <a:buNone/>
              <a:defRPr sz="2400" spc="-100">
                <a:solidFill>
                  <a:schemeClr val="bg2"/>
                </a:solidFill>
                <a:latin typeface="+mn-lt"/>
                <a:ea typeface="+mn-lt"/>
                <a:cs typeface="+mn-lt"/>
              </a:defRPr>
            </a:lvl5pPr>
            <a:lvl6pPr marL="0" indent="0" algn="ctr">
              <a:lnSpc>
                <a:spcPct val="100000"/>
              </a:lnSpc>
              <a:spcAft>
                <a:spcPts val="0"/>
              </a:spcAft>
              <a:buFontTx/>
              <a:buNone/>
              <a:defRPr sz="2400" spc="-100">
                <a:solidFill>
                  <a:schemeClr val="bg2"/>
                </a:solidFill>
                <a:latin typeface="+mn-lt"/>
                <a:ea typeface="+mn-lt"/>
                <a:cs typeface="+mn-lt"/>
              </a:defRPr>
            </a:lvl6pPr>
            <a:lvl7pPr marL="0" indent="0" algn="ctr">
              <a:lnSpc>
                <a:spcPct val="100000"/>
              </a:lnSpc>
              <a:spcAft>
                <a:spcPts val="0"/>
              </a:spcAft>
              <a:buFontTx/>
              <a:buNone/>
              <a:defRPr sz="2400" spc="-100">
                <a:solidFill>
                  <a:schemeClr val="bg2"/>
                </a:solidFill>
              </a:defRPr>
            </a:lvl7pPr>
            <a:lvl8pPr marL="0" indent="0" algn="ctr">
              <a:lnSpc>
                <a:spcPct val="100000"/>
              </a:lnSpc>
              <a:spcAft>
                <a:spcPts val="0"/>
              </a:spcAft>
              <a:buFontTx/>
              <a:buNone/>
              <a:defRPr sz="2400" spc="-100">
                <a:solidFill>
                  <a:schemeClr val="bg2"/>
                </a:solidFill>
              </a:defRPr>
            </a:lvl8pPr>
            <a:lvl9pPr marL="0" indent="0" algn="ctr">
              <a:lnSpc>
                <a:spcPct val="100000"/>
              </a:lnSpc>
              <a:spcAft>
                <a:spcPts val="0"/>
              </a:spcAft>
              <a:buFontTx/>
              <a:buNone/>
              <a:defRPr sz="2400" spc="-100">
                <a:solidFill>
                  <a:schemeClr val="bg2"/>
                </a:solidFill>
              </a:defRPr>
            </a:lvl9pPr>
          </a:lstStyle>
          <a:p xmlns:a="http://schemas.openxmlformats.org/drawingml/2006/main">
            <a:pPr lvl="0">
              <a:buNone/>
            </a:pPr>
            <a:r>
              <a:t>0</a:t>
            </a:r>
          </a:p>
        </p:txBody>
      </p:sp>
      <p:sp>
        <p:nvSpPr>
          <p:cNvPr id="17" name="Textplatzhalter 13">
            <a:extLst xmlns:a="http://schemas.openxmlformats.org/drawingml/2006/main">
              <a:ext uri="{FF2B5EF4-FFF2-40B4-BE49-F238E27FC236}">
                <a16:creationId xmlns:a16="http://schemas.microsoft.com/office/drawing/2014/main" id="{85638963-F357-77C4-169B-30064B7BAF24}"/>
              </a:ext>
            </a:extLst>
          </p:cNvPr>
          <p:cNvSpPr>
            <a:spLocks xmlns:a="http://schemas.openxmlformats.org/drawingml/2006/main" noGrp="1"/>
          </p:cNvSpPr>
          <p:nvPr>
            <p:ph type="body" idx="51" hasCustomPrompt="1"/>
          </p:nvPr>
        </p:nvSpPr>
        <p:spPr>
          <a:xfrm xmlns:a="http://schemas.openxmlformats.org/drawingml/2006/main">
            <a:off x="1343325" y="5156554"/>
            <a:ext cx="4104000" cy="576000"/>
          </a:xfrm>
        </p:spPr>
        <p:txBody>
          <a:bodyPr xmlns:a="http://schemas.openxmlformats.org/drawingml/2006/main" tIns="36000"/>
          <a:lstStyle xmlns:a="http://schemas.openxmlformats.org/drawingml/2006/main">
            <a:lvl1pPr>
              <a:lnSpc>
                <a:spcPct val="100000"/>
              </a:lnSpc>
              <a:spcAft>
                <a:spcPts val="0"/>
              </a:spcAft>
              <a:buFontTx/>
              <a:buNone/>
              <a:defRPr>
                <a:solidFill>
                  <a:schemeClr val="tx1"/>
                </a:solidFill>
              </a:defRPr>
            </a:lvl1pPr>
            <a:lvl2pPr marL="0" indent="0">
              <a:lnSpc>
                <a:spcPct val="100000"/>
              </a:lnSpc>
              <a:spcAft>
                <a:spcPts val="0"/>
              </a:spcAft>
              <a:buFontTx/>
              <a:buNone/>
              <a:defRPr sz="1600">
                <a:solidFill>
                  <a:schemeClr val="tx1"/>
                </a:solidFill>
                <a:latin typeface="+mn-lt"/>
                <a:ea typeface="+mn-lt"/>
                <a:cs typeface="+mn-lt"/>
              </a:defRPr>
            </a:lvl2pPr>
            <a:lvl3pPr marL="0" indent="0">
              <a:lnSpc>
                <a:spcPct val="100000"/>
              </a:lnSpc>
              <a:spcAft>
                <a:spcPts val="0"/>
              </a:spcAft>
              <a:buFontTx/>
              <a:buNone/>
              <a:defRPr sz="1600">
                <a:solidFill>
                  <a:schemeClr val="tx1"/>
                </a:solidFill>
                <a:latin typeface="+mn-lt"/>
                <a:ea typeface="+mn-lt"/>
                <a:cs typeface="+mn-lt"/>
              </a:defRPr>
            </a:lvl3pPr>
            <a:lvl4pPr marL="0" indent="0">
              <a:lnSpc>
                <a:spcPct val="100000"/>
              </a:lnSpc>
              <a:spcAft>
                <a:spcPts val="0"/>
              </a:spcAft>
              <a:buFontTx/>
              <a:buNone/>
              <a:defRPr sz="1600">
                <a:solidFill>
                  <a:schemeClr val="tx1"/>
                </a:solidFill>
                <a:latin typeface="+mn-lt"/>
                <a:ea typeface="+mn-lt"/>
                <a:cs typeface="+mn-lt"/>
              </a:defRPr>
            </a:lvl4pPr>
            <a:lvl5pPr marL="0" indent="0">
              <a:lnSpc>
                <a:spcPct val="100000"/>
              </a:lnSpc>
              <a:spcAft>
                <a:spcPts val="0"/>
              </a:spcAft>
              <a:buFontTx/>
              <a:buNone/>
              <a:defRPr sz="1600">
                <a:solidFill>
                  <a:schemeClr val="tx1"/>
                </a:solidFill>
                <a:latin typeface="+mn-lt"/>
                <a:ea typeface="+mn-lt"/>
                <a:cs typeface="+mn-lt"/>
              </a:defRPr>
            </a:lvl5pPr>
            <a:lvl6pPr marL="0" indent="0">
              <a:lnSpc>
                <a:spcPct val="100000"/>
              </a:lnSpc>
              <a:spcAft>
                <a:spcPts val="0"/>
              </a:spcAft>
              <a:buFontTx/>
              <a:buNone/>
              <a:defRPr sz="1600">
                <a:solidFill>
                  <a:schemeClr val="tx1"/>
                </a:solidFill>
                <a:latin typeface="+mn-lt"/>
                <a:ea typeface="+mn-lt"/>
                <a:cs typeface="+mn-lt"/>
              </a:defRPr>
            </a:lvl6pPr>
            <a:lvl7pPr marL="0" indent="0">
              <a:lnSpc>
                <a:spcPct val="100000"/>
              </a:lnSpc>
              <a:spcAft>
                <a:spcPts val="0"/>
              </a:spcAft>
              <a:buFontTx/>
              <a:buNone/>
              <a:defRPr sz="1600">
                <a:solidFill>
                  <a:schemeClr val="tx1"/>
                </a:solidFill>
                <a:latin typeface="+mn-lt"/>
                <a:ea typeface="+mn-lt"/>
                <a:cs typeface="+mn-lt"/>
              </a:defRPr>
            </a:lvl7pPr>
            <a:lvl8pPr marL="0" indent="0">
              <a:lnSpc>
                <a:spcPct val="100000"/>
              </a:lnSpc>
              <a:spcAft>
                <a:spcPts val="0"/>
              </a:spcAft>
              <a:buFontTx/>
              <a:buNone/>
              <a:defRPr sz="1600">
                <a:solidFill>
                  <a:schemeClr val="tx1"/>
                </a:solidFill>
                <a:latin typeface="+mn-lt"/>
                <a:ea typeface="+mn-lt"/>
                <a:cs typeface="+mn-lt"/>
              </a:defRPr>
            </a:lvl8pPr>
            <a:lvl9pPr marL="0" indent="0">
              <a:lnSpc>
                <a:spcPct val="100000"/>
              </a:lnSpc>
              <a:spcAft>
                <a:spcPts val="0"/>
              </a:spcAft>
              <a:buFontTx/>
              <a:buNone/>
              <a:defRPr sz="1600">
                <a:solidFill>
                  <a:schemeClr val="tx1"/>
                </a:solidFill>
                <a:latin typeface="+mn-lt"/>
                <a:ea typeface="+mn-lt"/>
                <a:cs typeface="+mn-lt"/>
              </a:defRPr>
            </a:lvl9pPr>
          </a:lstStyle>
          <a:p xmlns:a="http://schemas.openxmlformats.org/drawingml/2006/main">
            <a:pPr lvl="0">
              <a:buNone/>
            </a:pPr>
            <a:r>
              <a:t>Agendapunkt</a:t>
            </a:r>
            <a:r>
              <a:t> hinzufügen</a:t>
            </a:r>
          </a:p>
          <a:p xmlns:a="http://schemas.openxmlformats.org/drawingml/2006/main">
            <a:pPr lvl="1">
              <a:buNone/>
            </a:pPr>
            <a:r>
              <a:t>Zweite Ebene</a:t>
            </a:r>
          </a:p>
        </p:txBody>
      </p:sp>
      <p:sp>
        <p:nvSpPr>
          <p:cNvPr id="18" name="Textplatzhalter 11">
            <a:extLst xmlns:a="http://schemas.openxmlformats.org/drawingml/2006/main">
              <a:ext uri="{FF2B5EF4-FFF2-40B4-BE49-F238E27FC236}">
                <a16:creationId xmlns:a16="http://schemas.microsoft.com/office/drawing/2014/main" id="{2820FC3D-EC6D-E8F1-49BC-67A80F5FA1FD}"/>
              </a:ext>
            </a:extLst>
          </p:cNvPr>
          <p:cNvSpPr>
            <a:spLocks xmlns:a="http://schemas.openxmlformats.org/drawingml/2006/main" noGrp="1"/>
          </p:cNvSpPr>
          <p:nvPr>
            <p:ph type="body" idx="52" hasCustomPrompt="1"/>
          </p:nvPr>
        </p:nvSpPr>
        <p:spPr>
          <a:xfrm xmlns:a="http://schemas.openxmlformats.org/drawingml/2006/main">
            <a:off x="5880804" y="1916832"/>
            <a:ext cx="432000" cy="432000"/>
          </a:xfrm>
          <a:prstGeom xmlns:a="http://schemas.openxmlformats.org/drawingml/2006/main" prst="ellipse">
            <a:avLst/>
          </a:prstGeom>
          <a:solidFill xmlns:a="http://schemas.openxmlformats.org/drawingml/2006/main">
            <a:schemeClr val="bg1">
              <a:alpha val="0"/>
            </a:schemeClr>
          </a:solidFill>
          <a:ln xmlns:a="http://schemas.openxmlformats.org/drawingml/2006/main" w="12700">
            <a:solidFill>
              <a:schemeClr val="bg2"/>
            </a:solidFill>
          </a:ln>
        </p:spPr>
        <p:txBody>
          <a:bodyPr xmlns:a="http://schemas.openxmlformats.org/drawingml/2006/main" wrap="none" anchor="ctr"/>
          <a:lstStyle xmlns:a="http://schemas.openxmlformats.org/drawingml/2006/main">
            <a:lvl1pPr marL="0" indent="0" algn="ctr">
              <a:lnSpc>
                <a:spcPct val="100000"/>
              </a:lnSpc>
              <a:spcAft>
                <a:spcPts val="0"/>
              </a:spcAft>
              <a:buFontTx/>
              <a:buNone/>
              <a:defRPr sz="2400" spc="-100">
                <a:solidFill>
                  <a:schemeClr val="bg2"/>
                </a:solidFill>
                <a:latin typeface="+mn-lt"/>
                <a:ea typeface="+mn-lt"/>
                <a:cs typeface="+mn-lt"/>
              </a:defRPr>
            </a:lvl1pPr>
            <a:lvl2pPr marL="0" indent="0" algn="ctr">
              <a:lnSpc>
                <a:spcPct val="100000"/>
              </a:lnSpc>
              <a:spcAft>
                <a:spcPts val="0"/>
              </a:spcAft>
              <a:buFontTx/>
              <a:buNone/>
              <a:defRPr sz="2400" spc="-100">
                <a:solidFill>
                  <a:schemeClr val="bg2"/>
                </a:solidFill>
                <a:latin typeface="+mn-lt"/>
                <a:ea typeface="+mn-lt"/>
                <a:cs typeface="+mn-lt"/>
              </a:defRPr>
            </a:lvl2pPr>
            <a:lvl3pPr marL="0" indent="0" algn="ctr">
              <a:lnSpc>
                <a:spcPct val="100000"/>
              </a:lnSpc>
              <a:spcAft>
                <a:spcPts val="0"/>
              </a:spcAft>
              <a:buFontTx/>
              <a:buNone/>
              <a:defRPr sz="2400" spc="-100">
                <a:solidFill>
                  <a:schemeClr val="bg2"/>
                </a:solidFill>
                <a:latin typeface="+mn-lt"/>
                <a:ea typeface="+mn-lt"/>
                <a:cs typeface="+mn-lt"/>
              </a:defRPr>
            </a:lvl3pPr>
            <a:lvl4pPr marL="0" indent="0" algn="ctr">
              <a:lnSpc>
                <a:spcPct val="100000"/>
              </a:lnSpc>
              <a:spcAft>
                <a:spcPts val="0"/>
              </a:spcAft>
              <a:buFontTx/>
              <a:buNone/>
              <a:defRPr sz="2400" spc="-100">
                <a:solidFill>
                  <a:schemeClr val="bg2"/>
                </a:solidFill>
                <a:latin typeface="+mn-lt"/>
                <a:ea typeface="+mn-lt"/>
                <a:cs typeface="+mn-lt"/>
              </a:defRPr>
            </a:lvl4pPr>
            <a:lvl5pPr marL="0" indent="0" algn="ctr">
              <a:lnSpc>
                <a:spcPct val="100000"/>
              </a:lnSpc>
              <a:spcAft>
                <a:spcPts val="0"/>
              </a:spcAft>
              <a:buFontTx/>
              <a:buNone/>
              <a:defRPr sz="2400" spc="-100">
                <a:solidFill>
                  <a:schemeClr val="bg2"/>
                </a:solidFill>
                <a:latin typeface="+mn-lt"/>
                <a:ea typeface="+mn-lt"/>
                <a:cs typeface="+mn-lt"/>
              </a:defRPr>
            </a:lvl5pPr>
            <a:lvl6pPr marL="0" indent="0" algn="ctr">
              <a:lnSpc>
                <a:spcPct val="100000"/>
              </a:lnSpc>
              <a:spcAft>
                <a:spcPts val="0"/>
              </a:spcAft>
              <a:buFontTx/>
              <a:buNone/>
              <a:defRPr sz="2400" spc="-100">
                <a:solidFill>
                  <a:schemeClr val="bg2"/>
                </a:solidFill>
                <a:latin typeface="+mn-lt"/>
                <a:ea typeface="+mn-lt"/>
                <a:cs typeface="+mn-lt"/>
              </a:defRPr>
            </a:lvl6pPr>
            <a:lvl7pPr marL="0" indent="0" algn="ctr">
              <a:lnSpc>
                <a:spcPct val="100000"/>
              </a:lnSpc>
              <a:spcAft>
                <a:spcPts val="0"/>
              </a:spcAft>
              <a:buFontTx/>
              <a:buNone/>
              <a:defRPr sz="2400" spc="-100">
                <a:solidFill>
                  <a:schemeClr val="bg2"/>
                </a:solidFill>
              </a:defRPr>
            </a:lvl7pPr>
            <a:lvl8pPr marL="0" indent="0" algn="ctr">
              <a:lnSpc>
                <a:spcPct val="100000"/>
              </a:lnSpc>
              <a:spcAft>
                <a:spcPts val="0"/>
              </a:spcAft>
              <a:buFontTx/>
              <a:buNone/>
              <a:defRPr sz="2400" spc="-100">
                <a:solidFill>
                  <a:schemeClr val="bg2"/>
                </a:solidFill>
              </a:defRPr>
            </a:lvl8pPr>
            <a:lvl9pPr marL="0" indent="0" algn="ctr">
              <a:lnSpc>
                <a:spcPct val="100000"/>
              </a:lnSpc>
              <a:spcAft>
                <a:spcPts val="0"/>
              </a:spcAft>
              <a:buFontTx/>
              <a:buNone/>
              <a:defRPr sz="2400" spc="-100">
                <a:solidFill>
                  <a:schemeClr val="bg2"/>
                </a:solidFill>
              </a:defRPr>
            </a:lvl9pPr>
          </a:lstStyle>
          <a:p xmlns:a="http://schemas.openxmlformats.org/drawingml/2006/main">
            <a:pPr lvl="0">
              <a:buNone/>
            </a:pPr>
            <a:r>
              <a:t>0</a:t>
            </a:r>
          </a:p>
        </p:txBody>
      </p:sp>
      <p:sp>
        <p:nvSpPr>
          <p:cNvPr id="19" name="Textplatzhalter 13">
            <a:extLst xmlns:a="http://schemas.openxmlformats.org/drawingml/2006/main">
              <a:ext uri="{FF2B5EF4-FFF2-40B4-BE49-F238E27FC236}">
                <a16:creationId xmlns:a16="http://schemas.microsoft.com/office/drawing/2014/main" id="{57D9EAAC-9680-E897-8EA5-AD5FA5E1FE6A}"/>
              </a:ext>
            </a:extLst>
          </p:cNvPr>
          <p:cNvSpPr>
            <a:spLocks xmlns:a="http://schemas.openxmlformats.org/drawingml/2006/main" noGrp="1"/>
          </p:cNvSpPr>
          <p:nvPr>
            <p:ph type="body" idx="53" hasCustomPrompt="1"/>
          </p:nvPr>
        </p:nvSpPr>
        <p:spPr>
          <a:xfrm xmlns:a="http://schemas.openxmlformats.org/drawingml/2006/main">
            <a:off x="6528504" y="1987170"/>
            <a:ext cx="4104000" cy="576000"/>
          </a:xfrm>
        </p:spPr>
        <p:txBody>
          <a:bodyPr xmlns:a="http://schemas.openxmlformats.org/drawingml/2006/main" tIns="36000"/>
          <a:lstStyle xmlns:a="http://schemas.openxmlformats.org/drawingml/2006/main">
            <a:lvl1pPr>
              <a:lnSpc>
                <a:spcPct val="100000"/>
              </a:lnSpc>
              <a:spcAft>
                <a:spcPts val="0"/>
              </a:spcAft>
              <a:buFontTx/>
              <a:buNone/>
              <a:defRPr>
                <a:solidFill>
                  <a:schemeClr val="tx1"/>
                </a:solidFill>
              </a:defRPr>
            </a:lvl1pPr>
            <a:lvl2pPr marL="0" indent="0">
              <a:lnSpc>
                <a:spcPct val="100000"/>
              </a:lnSpc>
              <a:spcAft>
                <a:spcPts val="0"/>
              </a:spcAft>
              <a:buFontTx/>
              <a:buNone/>
              <a:defRPr sz="1600">
                <a:solidFill>
                  <a:schemeClr val="tx1"/>
                </a:solidFill>
                <a:latin typeface="+mn-lt"/>
                <a:ea typeface="+mn-lt"/>
                <a:cs typeface="+mn-lt"/>
              </a:defRPr>
            </a:lvl2pPr>
            <a:lvl3pPr marL="0" indent="0">
              <a:lnSpc>
                <a:spcPct val="100000"/>
              </a:lnSpc>
              <a:spcAft>
                <a:spcPts val="0"/>
              </a:spcAft>
              <a:buFontTx/>
              <a:buNone/>
              <a:defRPr sz="1600">
                <a:solidFill>
                  <a:schemeClr val="tx1"/>
                </a:solidFill>
                <a:latin typeface="+mn-lt"/>
                <a:ea typeface="+mn-lt"/>
                <a:cs typeface="+mn-lt"/>
              </a:defRPr>
            </a:lvl3pPr>
            <a:lvl4pPr marL="0" indent="0">
              <a:lnSpc>
                <a:spcPct val="100000"/>
              </a:lnSpc>
              <a:spcAft>
                <a:spcPts val="0"/>
              </a:spcAft>
              <a:buFontTx/>
              <a:buNone/>
              <a:defRPr sz="1600">
                <a:solidFill>
                  <a:schemeClr val="tx1"/>
                </a:solidFill>
                <a:latin typeface="+mn-lt"/>
                <a:ea typeface="+mn-lt"/>
                <a:cs typeface="+mn-lt"/>
              </a:defRPr>
            </a:lvl4pPr>
            <a:lvl5pPr marL="0" indent="0">
              <a:lnSpc>
                <a:spcPct val="100000"/>
              </a:lnSpc>
              <a:spcAft>
                <a:spcPts val="0"/>
              </a:spcAft>
              <a:buFontTx/>
              <a:buNone/>
              <a:defRPr sz="1600">
                <a:solidFill>
                  <a:schemeClr val="tx1"/>
                </a:solidFill>
                <a:latin typeface="+mn-lt"/>
                <a:ea typeface="+mn-lt"/>
                <a:cs typeface="+mn-lt"/>
              </a:defRPr>
            </a:lvl5pPr>
            <a:lvl6pPr marL="0" indent="0">
              <a:lnSpc>
                <a:spcPct val="100000"/>
              </a:lnSpc>
              <a:spcAft>
                <a:spcPts val="0"/>
              </a:spcAft>
              <a:buFontTx/>
              <a:buNone/>
              <a:defRPr sz="1600">
                <a:solidFill>
                  <a:schemeClr val="tx1"/>
                </a:solidFill>
                <a:latin typeface="+mn-lt"/>
                <a:ea typeface="+mn-lt"/>
                <a:cs typeface="+mn-lt"/>
              </a:defRPr>
            </a:lvl6pPr>
            <a:lvl7pPr marL="0" indent="0">
              <a:lnSpc>
                <a:spcPct val="100000"/>
              </a:lnSpc>
              <a:spcAft>
                <a:spcPts val="0"/>
              </a:spcAft>
              <a:buFontTx/>
              <a:buNone/>
              <a:defRPr sz="1600">
                <a:solidFill>
                  <a:schemeClr val="tx1"/>
                </a:solidFill>
                <a:latin typeface="+mn-lt"/>
                <a:ea typeface="+mn-lt"/>
                <a:cs typeface="+mn-lt"/>
              </a:defRPr>
            </a:lvl7pPr>
            <a:lvl8pPr marL="0" indent="0">
              <a:lnSpc>
                <a:spcPct val="100000"/>
              </a:lnSpc>
              <a:spcAft>
                <a:spcPts val="0"/>
              </a:spcAft>
              <a:buFontTx/>
              <a:buNone/>
              <a:defRPr sz="1600">
                <a:solidFill>
                  <a:schemeClr val="tx1"/>
                </a:solidFill>
                <a:latin typeface="+mn-lt"/>
                <a:ea typeface="+mn-lt"/>
                <a:cs typeface="+mn-lt"/>
              </a:defRPr>
            </a:lvl8pPr>
            <a:lvl9pPr marL="0" indent="0">
              <a:lnSpc>
                <a:spcPct val="100000"/>
              </a:lnSpc>
              <a:spcAft>
                <a:spcPts val="0"/>
              </a:spcAft>
              <a:buFontTx/>
              <a:buNone/>
              <a:defRPr sz="1600">
                <a:solidFill>
                  <a:schemeClr val="tx1"/>
                </a:solidFill>
                <a:latin typeface="+mn-lt"/>
                <a:ea typeface="+mn-lt"/>
                <a:cs typeface="+mn-lt"/>
              </a:defRPr>
            </a:lvl9pPr>
          </a:lstStyle>
          <a:p xmlns:a="http://schemas.openxmlformats.org/drawingml/2006/main">
            <a:pPr lvl="0">
              <a:buNone/>
            </a:pPr>
            <a:r>
              <a:t>Agendapunkt</a:t>
            </a:r>
            <a:r>
              <a:t> hinzufügen</a:t>
            </a:r>
          </a:p>
          <a:p xmlns:a="http://schemas.openxmlformats.org/drawingml/2006/main">
            <a:pPr lvl="1">
              <a:buNone/>
            </a:pPr>
            <a:r>
              <a:t>Zweite Ebene</a:t>
            </a:r>
          </a:p>
        </p:txBody>
      </p:sp>
      <p:sp>
        <p:nvSpPr>
          <p:cNvPr id="20" name="Textplatzhalter 11">
            <a:extLst xmlns:a="http://schemas.openxmlformats.org/drawingml/2006/main">
              <a:ext uri="{FF2B5EF4-FFF2-40B4-BE49-F238E27FC236}">
                <a16:creationId xmlns:a16="http://schemas.microsoft.com/office/drawing/2014/main" id="{369F4FE7-AEE1-4E15-A1B1-BCDDC7C619D2}"/>
              </a:ext>
            </a:extLst>
          </p:cNvPr>
          <p:cNvSpPr>
            <a:spLocks xmlns:a="http://schemas.openxmlformats.org/drawingml/2006/main" noGrp="1"/>
          </p:cNvSpPr>
          <p:nvPr>
            <p:ph type="body" idx="54" hasCustomPrompt="1"/>
          </p:nvPr>
        </p:nvSpPr>
        <p:spPr>
          <a:xfrm xmlns:a="http://schemas.openxmlformats.org/drawingml/2006/main">
            <a:off x="5879976" y="2710654"/>
            <a:ext cx="432000" cy="432000"/>
          </a:xfrm>
          <a:prstGeom xmlns:a="http://schemas.openxmlformats.org/drawingml/2006/main" prst="ellipse">
            <a:avLst/>
          </a:prstGeom>
          <a:solidFill xmlns:a="http://schemas.openxmlformats.org/drawingml/2006/main">
            <a:schemeClr val="bg1">
              <a:alpha val="0"/>
            </a:schemeClr>
          </a:solidFill>
          <a:ln xmlns:a="http://schemas.openxmlformats.org/drawingml/2006/main" w="12700">
            <a:solidFill>
              <a:schemeClr val="bg2"/>
            </a:solidFill>
          </a:ln>
        </p:spPr>
        <p:txBody>
          <a:bodyPr xmlns:a="http://schemas.openxmlformats.org/drawingml/2006/main" wrap="none" anchor="ctr"/>
          <a:lstStyle xmlns:a="http://schemas.openxmlformats.org/drawingml/2006/main">
            <a:lvl1pPr marL="0" indent="0" algn="ctr">
              <a:lnSpc>
                <a:spcPct val="100000"/>
              </a:lnSpc>
              <a:spcAft>
                <a:spcPts val="0"/>
              </a:spcAft>
              <a:buFontTx/>
              <a:buNone/>
              <a:defRPr sz="2400" spc="-100">
                <a:solidFill>
                  <a:schemeClr val="bg2"/>
                </a:solidFill>
                <a:latin typeface="+mn-lt"/>
                <a:ea typeface="+mn-lt"/>
                <a:cs typeface="+mn-lt"/>
              </a:defRPr>
            </a:lvl1pPr>
            <a:lvl2pPr marL="0" indent="0" algn="ctr">
              <a:lnSpc>
                <a:spcPct val="100000"/>
              </a:lnSpc>
              <a:spcAft>
                <a:spcPts val="0"/>
              </a:spcAft>
              <a:buFontTx/>
              <a:buNone/>
              <a:defRPr sz="2400" spc="-100">
                <a:solidFill>
                  <a:schemeClr val="bg2"/>
                </a:solidFill>
                <a:latin typeface="+mn-lt"/>
                <a:ea typeface="+mn-lt"/>
                <a:cs typeface="+mn-lt"/>
              </a:defRPr>
            </a:lvl2pPr>
            <a:lvl3pPr marL="0" indent="0" algn="ctr">
              <a:lnSpc>
                <a:spcPct val="100000"/>
              </a:lnSpc>
              <a:spcAft>
                <a:spcPts val="0"/>
              </a:spcAft>
              <a:buFontTx/>
              <a:buNone/>
              <a:defRPr sz="2400" spc="-100">
                <a:solidFill>
                  <a:schemeClr val="bg2"/>
                </a:solidFill>
                <a:latin typeface="+mn-lt"/>
                <a:ea typeface="+mn-lt"/>
                <a:cs typeface="+mn-lt"/>
              </a:defRPr>
            </a:lvl3pPr>
            <a:lvl4pPr marL="0" indent="0" algn="ctr">
              <a:lnSpc>
                <a:spcPct val="100000"/>
              </a:lnSpc>
              <a:spcAft>
                <a:spcPts val="0"/>
              </a:spcAft>
              <a:buFontTx/>
              <a:buNone/>
              <a:defRPr sz="2400" spc="-100">
                <a:solidFill>
                  <a:schemeClr val="bg2"/>
                </a:solidFill>
                <a:latin typeface="+mn-lt"/>
                <a:ea typeface="+mn-lt"/>
                <a:cs typeface="+mn-lt"/>
              </a:defRPr>
            </a:lvl4pPr>
            <a:lvl5pPr marL="0" indent="0" algn="ctr">
              <a:lnSpc>
                <a:spcPct val="100000"/>
              </a:lnSpc>
              <a:spcAft>
                <a:spcPts val="0"/>
              </a:spcAft>
              <a:buFontTx/>
              <a:buNone/>
              <a:defRPr sz="2400" spc="-100">
                <a:solidFill>
                  <a:schemeClr val="bg2"/>
                </a:solidFill>
                <a:latin typeface="+mn-lt"/>
                <a:ea typeface="+mn-lt"/>
                <a:cs typeface="+mn-lt"/>
              </a:defRPr>
            </a:lvl5pPr>
            <a:lvl6pPr marL="0" indent="0" algn="ctr">
              <a:lnSpc>
                <a:spcPct val="100000"/>
              </a:lnSpc>
              <a:spcAft>
                <a:spcPts val="0"/>
              </a:spcAft>
              <a:buFontTx/>
              <a:buNone/>
              <a:defRPr sz="2400" spc="-100">
                <a:solidFill>
                  <a:schemeClr val="bg2"/>
                </a:solidFill>
                <a:latin typeface="+mn-lt"/>
                <a:ea typeface="+mn-lt"/>
                <a:cs typeface="+mn-lt"/>
              </a:defRPr>
            </a:lvl6pPr>
            <a:lvl7pPr marL="0" indent="0" algn="ctr">
              <a:lnSpc>
                <a:spcPct val="100000"/>
              </a:lnSpc>
              <a:spcAft>
                <a:spcPts val="0"/>
              </a:spcAft>
              <a:buFontTx/>
              <a:buNone/>
              <a:defRPr sz="2400" spc="-100">
                <a:solidFill>
                  <a:schemeClr val="bg2"/>
                </a:solidFill>
              </a:defRPr>
            </a:lvl7pPr>
            <a:lvl8pPr marL="0" indent="0" algn="ctr">
              <a:lnSpc>
                <a:spcPct val="100000"/>
              </a:lnSpc>
              <a:spcAft>
                <a:spcPts val="0"/>
              </a:spcAft>
              <a:buFontTx/>
              <a:buNone/>
              <a:defRPr sz="2400" spc="-100">
                <a:solidFill>
                  <a:schemeClr val="bg2"/>
                </a:solidFill>
              </a:defRPr>
            </a:lvl8pPr>
            <a:lvl9pPr marL="0" indent="0" algn="ctr">
              <a:lnSpc>
                <a:spcPct val="100000"/>
              </a:lnSpc>
              <a:spcAft>
                <a:spcPts val="0"/>
              </a:spcAft>
              <a:buFontTx/>
              <a:buNone/>
              <a:defRPr sz="2400" spc="-100">
                <a:solidFill>
                  <a:schemeClr val="bg2"/>
                </a:solidFill>
              </a:defRPr>
            </a:lvl9pPr>
          </a:lstStyle>
          <a:p xmlns:a="http://schemas.openxmlformats.org/drawingml/2006/main">
            <a:pPr lvl="0">
              <a:buNone/>
            </a:pPr>
            <a:r>
              <a:t>0</a:t>
            </a:r>
          </a:p>
        </p:txBody>
      </p:sp>
      <p:sp>
        <p:nvSpPr>
          <p:cNvPr id="21" name="Textplatzhalter 13">
            <a:extLst xmlns:a="http://schemas.openxmlformats.org/drawingml/2006/main">
              <a:ext uri="{FF2B5EF4-FFF2-40B4-BE49-F238E27FC236}">
                <a16:creationId xmlns:a16="http://schemas.microsoft.com/office/drawing/2014/main" id="{7BD424D2-F543-9E66-790A-FC95F552AE56}"/>
              </a:ext>
            </a:extLst>
          </p:cNvPr>
          <p:cNvSpPr>
            <a:spLocks xmlns:a="http://schemas.openxmlformats.org/drawingml/2006/main" noGrp="1"/>
          </p:cNvSpPr>
          <p:nvPr>
            <p:ph type="body" idx="55" hasCustomPrompt="1"/>
          </p:nvPr>
        </p:nvSpPr>
        <p:spPr>
          <a:xfrm xmlns:a="http://schemas.openxmlformats.org/drawingml/2006/main">
            <a:off x="6527676" y="2780992"/>
            <a:ext cx="4104000" cy="576000"/>
          </a:xfrm>
        </p:spPr>
        <p:txBody>
          <a:bodyPr xmlns:a="http://schemas.openxmlformats.org/drawingml/2006/main" tIns="36000"/>
          <a:lstStyle xmlns:a="http://schemas.openxmlformats.org/drawingml/2006/main">
            <a:lvl1pPr>
              <a:lnSpc>
                <a:spcPct val="100000"/>
              </a:lnSpc>
              <a:spcAft>
                <a:spcPts val="0"/>
              </a:spcAft>
              <a:buFontTx/>
              <a:buNone/>
              <a:defRPr>
                <a:solidFill>
                  <a:schemeClr val="tx1"/>
                </a:solidFill>
              </a:defRPr>
            </a:lvl1pPr>
            <a:lvl2pPr marL="0" indent="0">
              <a:lnSpc>
                <a:spcPct val="100000"/>
              </a:lnSpc>
              <a:spcAft>
                <a:spcPts val="0"/>
              </a:spcAft>
              <a:buFontTx/>
              <a:buNone/>
              <a:defRPr sz="1600">
                <a:solidFill>
                  <a:schemeClr val="tx1"/>
                </a:solidFill>
                <a:latin typeface="+mn-lt"/>
                <a:ea typeface="+mn-lt"/>
                <a:cs typeface="+mn-lt"/>
              </a:defRPr>
            </a:lvl2pPr>
            <a:lvl3pPr marL="0" indent="0">
              <a:lnSpc>
                <a:spcPct val="100000"/>
              </a:lnSpc>
              <a:spcAft>
                <a:spcPts val="0"/>
              </a:spcAft>
              <a:buFontTx/>
              <a:buNone/>
              <a:defRPr sz="1600">
                <a:solidFill>
                  <a:schemeClr val="tx1"/>
                </a:solidFill>
                <a:latin typeface="+mn-lt"/>
                <a:ea typeface="+mn-lt"/>
                <a:cs typeface="+mn-lt"/>
              </a:defRPr>
            </a:lvl3pPr>
            <a:lvl4pPr marL="0" indent="0">
              <a:lnSpc>
                <a:spcPct val="100000"/>
              </a:lnSpc>
              <a:spcAft>
                <a:spcPts val="0"/>
              </a:spcAft>
              <a:buFontTx/>
              <a:buNone/>
              <a:defRPr sz="1600">
                <a:solidFill>
                  <a:schemeClr val="tx1"/>
                </a:solidFill>
                <a:latin typeface="+mn-lt"/>
                <a:ea typeface="+mn-lt"/>
                <a:cs typeface="+mn-lt"/>
              </a:defRPr>
            </a:lvl4pPr>
            <a:lvl5pPr marL="0" indent="0">
              <a:lnSpc>
                <a:spcPct val="100000"/>
              </a:lnSpc>
              <a:spcAft>
                <a:spcPts val="0"/>
              </a:spcAft>
              <a:buFontTx/>
              <a:buNone/>
              <a:defRPr sz="1600">
                <a:solidFill>
                  <a:schemeClr val="tx1"/>
                </a:solidFill>
                <a:latin typeface="+mn-lt"/>
                <a:ea typeface="+mn-lt"/>
                <a:cs typeface="+mn-lt"/>
              </a:defRPr>
            </a:lvl5pPr>
            <a:lvl6pPr marL="0" indent="0">
              <a:lnSpc>
                <a:spcPct val="100000"/>
              </a:lnSpc>
              <a:spcAft>
                <a:spcPts val="0"/>
              </a:spcAft>
              <a:buFontTx/>
              <a:buNone/>
              <a:defRPr sz="1600">
                <a:solidFill>
                  <a:schemeClr val="tx1"/>
                </a:solidFill>
                <a:latin typeface="+mn-lt"/>
                <a:ea typeface="+mn-lt"/>
                <a:cs typeface="+mn-lt"/>
              </a:defRPr>
            </a:lvl6pPr>
            <a:lvl7pPr marL="0" indent="0">
              <a:lnSpc>
                <a:spcPct val="100000"/>
              </a:lnSpc>
              <a:spcAft>
                <a:spcPts val="0"/>
              </a:spcAft>
              <a:buFontTx/>
              <a:buNone/>
              <a:defRPr sz="1600">
                <a:solidFill>
                  <a:schemeClr val="tx1"/>
                </a:solidFill>
                <a:latin typeface="+mn-lt"/>
                <a:ea typeface="+mn-lt"/>
                <a:cs typeface="+mn-lt"/>
              </a:defRPr>
            </a:lvl7pPr>
            <a:lvl8pPr marL="0" indent="0">
              <a:lnSpc>
                <a:spcPct val="100000"/>
              </a:lnSpc>
              <a:spcAft>
                <a:spcPts val="0"/>
              </a:spcAft>
              <a:buFontTx/>
              <a:buNone/>
              <a:defRPr sz="1600">
                <a:solidFill>
                  <a:schemeClr val="tx1"/>
                </a:solidFill>
                <a:latin typeface="+mn-lt"/>
                <a:ea typeface="+mn-lt"/>
                <a:cs typeface="+mn-lt"/>
              </a:defRPr>
            </a:lvl8pPr>
            <a:lvl9pPr marL="0" indent="0">
              <a:lnSpc>
                <a:spcPct val="100000"/>
              </a:lnSpc>
              <a:spcAft>
                <a:spcPts val="0"/>
              </a:spcAft>
              <a:buFontTx/>
              <a:buNone/>
              <a:defRPr sz="1600">
                <a:solidFill>
                  <a:schemeClr val="tx1"/>
                </a:solidFill>
                <a:latin typeface="+mn-lt"/>
                <a:ea typeface="+mn-lt"/>
                <a:cs typeface="+mn-lt"/>
              </a:defRPr>
            </a:lvl9pPr>
          </a:lstStyle>
          <a:p xmlns:a="http://schemas.openxmlformats.org/drawingml/2006/main">
            <a:pPr lvl="0">
              <a:buNone/>
            </a:pPr>
            <a:r>
              <a:t>Agendapunkt</a:t>
            </a:r>
            <a:r>
              <a:t> hinzufügen</a:t>
            </a:r>
          </a:p>
          <a:p xmlns:a="http://schemas.openxmlformats.org/drawingml/2006/main">
            <a:pPr lvl="1">
              <a:buNone/>
            </a:pPr>
            <a:r>
              <a:t>Zweite Ebene</a:t>
            </a:r>
          </a:p>
        </p:txBody>
      </p:sp>
      <p:sp>
        <p:nvSpPr>
          <p:cNvPr id="22" name="Textplatzhalter 11">
            <a:extLst xmlns:a="http://schemas.openxmlformats.org/drawingml/2006/main">
              <a:ext uri="{FF2B5EF4-FFF2-40B4-BE49-F238E27FC236}">
                <a16:creationId xmlns:a16="http://schemas.microsoft.com/office/drawing/2014/main" id="{326708E8-6585-9148-4993-AF26288313D4}"/>
              </a:ext>
            </a:extLst>
          </p:cNvPr>
          <p:cNvSpPr>
            <a:spLocks xmlns:a="http://schemas.openxmlformats.org/drawingml/2006/main" noGrp="1"/>
          </p:cNvSpPr>
          <p:nvPr>
            <p:ph type="body" idx="56" hasCustomPrompt="1"/>
          </p:nvPr>
        </p:nvSpPr>
        <p:spPr>
          <a:xfrm xmlns:a="http://schemas.openxmlformats.org/drawingml/2006/main">
            <a:off x="5879148" y="3504476"/>
            <a:ext cx="432000" cy="432000"/>
          </a:xfrm>
          <a:prstGeom xmlns:a="http://schemas.openxmlformats.org/drawingml/2006/main" prst="ellipse">
            <a:avLst/>
          </a:prstGeom>
          <a:solidFill xmlns:a="http://schemas.openxmlformats.org/drawingml/2006/main">
            <a:schemeClr val="bg1">
              <a:alpha val="0"/>
            </a:schemeClr>
          </a:solidFill>
          <a:ln xmlns:a="http://schemas.openxmlformats.org/drawingml/2006/main" w="12700">
            <a:solidFill>
              <a:schemeClr val="bg2"/>
            </a:solidFill>
          </a:ln>
        </p:spPr>
        <p:txBody>
          <a:bodyPr xmlns:a="http://schemas.openxmlformats.org/drawingml/2006/main" wrap="none" anchor="ctr"/>
          <a:lstStyle xmlns:a="http://schemas.openxmlformats.org/drawingml/2006/main">
            <a:lvl1pPr marL="0" indent="0" algn="ctr">
              <a:lnSpc>
                <a:spcPct val="100000"/>
              </a:lnSpc>
              <a:spcAft>
                <a:spcPts val="0"/>
              </a:spcAft>
              <a:buFontTx/>
              <a:buNone/>
              <a:defRPr sz="2400" spc="-100">
                <a:solidFill>
                  <a:schemeClr val="bg2"/>
                </a:solidFill>
                <a:latin typeface="+mn-lt"/>
                <a:ea typeface="+mn-lt"/>
                <a:cs typeface="+mn-lt"/>
              </a:defRPr>
            </a:lvl1pPr>
            <a:lvl2pPr marL="0" indent="0" algn="ctr">
              <a:lnSpc>
                <a:spcPct val="100000"/>
              </a:lnSpc>
              <a:spcAft>
                <a:spcPts val="0"/>
              </a:spcAft>
              <a:buFontTx/>
              <a:buNone/>
              <a:defRPr sz="2400" spc="-100">
                <a:solidFill>
                  <a:schemeClr val="bg2"/>
                </a:solidFill>
                <a:latin typeface="+mn-lt"/>
                <a:ea typeface="+mn-lt"/>
                <a:cs typeface="+mn-lt"/>
              </a:defRPr>
            </a:lvl2pPr>
            <a:lvl3pPr marL="0" indent="0" algn="ctr">
              <a:lnSpc>
                <a:spcPct val="100000"/>
              </a:lnSpc>
              <a:spcAft>
                <a:spcPts val="0"/>
              </a:spcAft>
              <a:buFontTx/>
              <a:buNone/>
              <a:defRPr sz="2400" spc="-100">
                <a:solidFill>
                  <a:schemeClr val="bg2"/>
                </a:solidFill>
                <a:latin typeface="+mn-lt"/>
                <a:ea typeface="+mn-lt"/>
                <a:cs typeface="+mn-lt"/>
              </a:defRPr>
            </a:lvl3pPr>
            <a:lvl4pPr marL="0" indent="0" algn="ctr">
              <a:lnSpc>
                <a:spcPct val="100000"/>
              </a:lnSpc>
              <a:spcAft>
                <a:spcPts val="0"/>
              </a:spcAft>
              <a:buFontTx/>
              <a:buNone/>
              <a:defRPr sz="2400" spc="-100">
                <a:solidFill>
                  <a:schemeClr val="bg2"/>
                </a:solidFill>
                <a:latin typeface="+mn-lt"/>
                <a:ea typeface="+mn-lt"/>
                <a:cs typeface="+mn-lt"/>
              </a:defRPr>
            </a:lvl4pPr>
            <a:lvl5pPr marL="0" indent="0" algn="ctr">
              <a:lnSpc>
                <a:spcPct val="100000"/>
              </a:lnSpc>
              <a:spcAft>
                <a:spcPts val="0"/>
              </a:spcAft>
              <a:buFontTx/>
              <a:buNone/>
              <a:defRPr sz="2400" spc="-100">
                <a:solidFill>
                  <a:schemeClr val="bg2"/>
                </a:solidFill>
                <a:latin typeface="+mn-lt"/>
                <a:ea typeface="+mn-lt"/>
                <a:cs typeface="+mn-lt"/>
              </a:defRPr>
            </a:lvl5pPr>
            <a:lvl6pPr marL="0" indent="0" algn="ctr">
              <a:lnSpc>
                <a:spcPct val="100000"/>
              </a:lnSpc>
              <a:spcAft>
                <a:spcPts val="0"/>
              </a:spcAft>
              <a:buFontTx/>
              <a:buNone/>
              <a:defRPr sz="2400" spc="-100">
                <a:solidFill>
                  <a:schemeClr val="bg2"/>
                </a:solidFill>
                <a:latin typeface="+mn-lt"/>
                <a:ea typeface="+mn-lt"/>
                <a:cs typeface="+mn-lt"/>
              </a:defRPr>
            </a:lvl6pPr>
            <a:lvl7pPr marL="0" indent="0" algn="ctr">
              <a:lnSpc>
                <a:spcPct val="100000"/>
              </a:lnSpc>
              <a:spcAft>
                <a:spcPts val="0"/>
              </a:spcAft>
              <a:buFontTx/>
              <a:buNone/>
              <a:defRPr sz="2400" spc="-100">
                <a:solidFill>
                  <a:schemeClr val="bg2"/>
                </a:solidFill>
              </a:defRPr>
            </a:lvl7pPr>
            <a:lvl8pPr marL="0" indent="0" algn="ctr">
              <a:lnSpc>
                <a:spcPct val="100000"/>
              </a:lnSpc>
              <a:spcAft>
                <a:spcPts val="0"/>
              </a:spcAft>
              <a:buFontTx/>
              <a:buNone/>
              <a:defRPr sz="2400" spc="-100">
                <a:solidFill>
                  <a:schemeClr val="bg2"/>
                </a:solidFill>
              </a:defRPr>
            </a:lvl8pPr>
            <a:lvl9pPr marL="0" indent="0" algn="ctr">
              <a:lnSpc>
                <a:spcPct val="100000"/>
              </a:lnSpc>
              <a:spcAft>
                <a:spcPts val="0"/>
              </a:spcAft>
              <a:buFontTx/>
              <a:buNone/>
              <a:defRPr sz="2400" spc="-100">
                <a:solidFill>
                  <a:schemeClr val="bg2"/>
                </a:solidFill>
              </a:defRPr>
            </a:lvl9pPr>
          </a:lstStyle>
          <a:p xmlns:a="http://schemas.openxmlformats.org/drawingml/2006/main">
            <a:pPr lvl="0">
              <a:buNone/>
            </a:pPr>
            <a:r>
              <a:t>0</a:t>
            </a:r>
          </a:p>
        </p:txBody>
      </p:sp>
      <p:sp>
        <p:nvSpPr>
          <p:cNvPr id="23" name="Textplatzhalter 13">
            <a:extLst xmlns:a="http://schemas.openxmlformats.org/drawingml/2006/main">
              <a:ext uri="{FF2B5EF4-FFF2-40B4-BE49-F238E27FC236}">
                <a16:creationId xmlns:a16="http://schemas.microsoft.com/office/drawing/2014/main" id="{15D6E505-2C82-13E2-F0C7-08ABEB461DAA}"/>
              </a:ext>
            </a:extLst>
          </p:cNvPr>
          <p:cNvSpPr>
            <a:spLocks xmlns:a="http://schemas.openxmlformats.org/drawingml/2006/main" noGrp="1"/>
          </p:cNvSpPr>
          <p:nvPr>
            <p:ph type="body" idx="57" hasCustomPrompt="1"/>
          </p:nvPr>
        </p:nvSpPr>
        <p:spPr>
          <a:xfrm xmlns:a="http://schemas.openxmlformats.org/drawingml/2006/main">
            <a:off x="6526848" y="3574814"/>
            <a:ext cx="4104000" cy="576000"/>
          </a:xfrm>
        </p:spPr>
        <p:txBody>
          <a:bodyPr xmlns:a="http://schemas.openxmlformats.org/drawingml/2006/main" tIns="36000"/>
          <a:lstStyle xmlns:a="http://schemas.openxmlformats.org/drawingml/2006/main">
            <a:lvl1pPr>
              <a:lnSpc>
                <a:spcPct val="100000"/>
              </a:lnSpc>
              <a:spcAft>
                <a:spcPts val="0"/>
              </a:spcAft>
              <a:buFontTx/>
              <a:buNone/>
              <a:defRPr>
                <a:solidFill>
                  <a:schemeClr val="tx1"/>
                </a:solidFill>
              </a:defRPr>
            </a:lvl1pPr>
            <a:lvl2pPr marL="0" indent="0">
              <a:lnSpc>
                <a:spcPct val="100000"/>
              </a:lnSpc>
              <a:spcAft>
                <a:spcPts val="0"/>
              </a:spcAft>
              <a:buFontTx/>
              <a:buNone/>
              <a:defRPr sz="1600">
                <a:solidFill>
                  <a:schemeClr val="tx1"/>
                </a:solidFill>
                <a:latin typeface="+mn-lt"/>
                <a:ea typeface="+mn-lt"/>
                <a:cs typeface="+mn-lt"/>
              </a:defRPr>
            </a:lvl2pPr>
            <a:lvl3pPr marL="0" indent="0">
              <a:lnSpc>
                <a:spcPct val="100000"/>
              </a:lnSpc>
              <a:spcAft>
                <a:spcPts val="0"/>
              </a:spcAft>
              <a:buFontTx/>
              <a:buNone/>
              <a:defRPr sz="1600">
                <a:solidFill>
                  <a:schemeClr val="tx1"/>
                </a:solidFill>
                <a:latin typeface="+mn-lt"/>
                <a:ea typeface="+mn-lt"/>
                <a:cs typeface="+mn-lt"/>
              </a:defRPr>
            </a:lvl3pPr>
            <a:lvl4pPr marL="0" indent="0">
              <a:lnSpc>
                <a:spcPct val="100000"/>
              </a:lnSpc>
              <a:spcAft>
                <a:spcPts val="0"/>
              </a:spcAft>
              <a:buFontTx/>
              <a:buNone/>
              <a:defRPr sz="1600">
                <a:solidFill>
                  <a:schemeClr val="tx1"/>
                </a:solidFill>
                <a:latin typeface="+mn-lt"/>
                <a:ea typeface="+mn-lt"/>
                <a:cs typeface="+mn-lt"/>
              </a:defRPr>
            </a:lvl4pPr>
            <a:lvl5pPr marL="0" indent="0">
              <a:lnSpc>
                <a:spcPct val="100000"/>
              </a:lnSpc>
              <a:spcAft>
                <a:spcPts val="0"/>
              </a:spcAft>
              <a:buFontTx/>
              <a:buNone/>
              <a:defRPr sz="1600">
                <a:solidFill>
                  <a:schemeClr val="tx1"/>
                </a:solidFill>
                <a:latin typeface="+mn-lt"/>
                <a:ea typeface="+mn-lt"/>
                <a:cs typeface="+mn-lt"/>
              </a:defRPr>
            </a:lvl5pPr>
            <a:lvl6pPr marL="0" indent="0">
              <a:lnSpc>
                <a:spcPct val="100000"/>
              </a:lnSpc>
              <a:spcAft>
                <a:spcPts val="0"/>
              </a:spcAft>
              <a:buFontTx/>
              <a:buNone/>
              <a:defRPr sz="1600">
                <a:solidFill>
                  <a:schemeClr val="tx1"/>
                </a:solidFill>
                <a:latin typeface="+mn-lt"/>
                <a:ea typeface="+mn-lt"/>
                <a:cs typeface="+mn-lt"/>
              </a:defRPr>
            </a:lvl6pPr>
            <a:lvl7pPr marL="0" indent="0">
              <a:lnSpc>
                <a:spcPct val="100000"/>
              </a:lnSpc>
              <a:spcAft>
                <a:spcPts val="0"/>
              </a:spcAft>
              <a:buFontTx/>
              <a:buNone/>
              <a:defRPr sz="1600">
                <a:solidFill>
                  <a:schemeClr val="tx1"/>
                </a:solidFill>
                <a:latin typeface="+mn-lt"/>
                <a:ea typeface="+mn-lt"/>
                <a:cs typeface="+mn-lt"/>
              </a:defRPr>
            </a:lvl7pPr>
            <a:lvl8pPr marL="0" indent="0">
              <a:lnSpc>
                <a:spcPct val="100000"/>
              </a:lnSpc>
              <a:spcAft>
                <a:spcPts val="0"/>
              </a:spcAft>
              <a:buFontTx/>
              <a:buNone/>
              <a:defRPr sz="1600">
                <a:solidFill>
                  <a:schemeClr val="tx1"/>
                </a:solidFill>
                <a:latin typeface="+mn-lt"/>
                <a:ea typeface="+mn-lt"/>
                <a:cs typeface="+mn-lt"/>
              </a:defRPr>
            </a:lvl8pPr>
            <a:lvl9pPr marL="0" indent="0">
              <a:lnSpc>
                <a:spcPct val="100000"/>
              </a:lnSpc>
              <a:spcAft>
                <a:spcPts val="0"/>
              </a:spcAft>
              <a:buFontTx/>
              <a:buNone/>
              <a:defRPr sz="1600">
                <a:solidFill>
                  <a:schemeClr val="tx1"/>
                </a:solidFill>
                <a:latin typeface="+mn-lt"/>
                <a:ea typeface="+mn-lt"/>
                <a:cs typeface="+mn-lt"/>
              </a:defRPr>
            </a:lvl9pPr>
          </a:lstStyle>
          <a:p xmlns:a="http://schemas.openxmlformats.org/drawingml/2006/main">
            <a:pPr lvl="0">
              <a:buNone/>
            </a:pPr>
            <a:r>
              <a:t>Agendapunkt</a:t>
            </a:r>
            <a:r>
              <a:t> hinzufügen</a:t>
            </a:r>
          </a:p>
          <a:p xmlns:a="http://schemas.openxmlformats.org/drawingml/2006/main">
            <a:pPr lvl="1">
              <a:buNone/>
            </a:pPr>
            <a:r>
              <a:t>Zweite Ebene</a:t>
            </a:r>
          </a:p>
        </p:txBody>
      </p:sp>
      <p:sp>
        <p:nvSpPr>
          <p:cNvPr id="24" name="Textplatzhalter 11">
            <a:extLst xmlns:a="http://schemas.openxmlformats.org/drawingml/2006/main">
              <a:ext uri="{FF2B5EF4-FFF2-40B4-BE49-F238E27FC236}">
                <a16:creationId xmlns:a16="http://schemas.microsoft.com/office/drawing/2014/main" id="{839EBDA9-72B2-7C7E-46AB-0756EE54C653}"/>
              </a:ext>
            </a:extLst>
          </p:cNvPr>
          <p:cNvSpPr>
            <a:spLocks xmlns:a="http://schemas.openxmlformats.org/drawingml/2006/main" noGrp="1"/>
          </p:cNvSpPr>
          <p:nvPr>
            <p:ph type="body" idx="58" hasCustomPrompt="1"/>
          </p:nvPr>
        </p:nvSpPr>
        <p:spPr>
          <a:xfrm xmlns:a="http://schemas.openxmlformats.org/drawingml/2006/main">
            <a:off x="5878320" y="4298298"/>
            <a:ext cx="432000" cy="432000"/>
          </a:xfrm>
          <a:prstGeom xmlns:a="http://schemas.openxmlformats.org/drawingml/2006/main" prst="ellipse">
            <a:avLst/>
          </a:prstGeom>
          <a:solidFill xmlns:a="http://schemas.openxmlformats.org/drawingml/2006/main">
            <a:schemeClr val="bg1">
              <a:alpha val="0"/>
            </a:schemeClr>
          </a:solidFill>
          <a:ln xmlns:a="http://schemas.openxmlformats.org/drawingml/2006/main" w="12700">
            <a:solidFill>
              <a:schemeClr val="bg2"/>
            </a:solidFill>
          </a:ln>
        </p:spPr>
        <p:txBody>
          <a:bodyPr xmlns:a="http://schemas.openxmlformats.org/drawingml/2006/main" wrap="none" anchor="ctr"/>
          <a:lstStyle xmlns:a="http://schemas.openxmlformats.org/drawingml/2006/main">
            <a:lvl1pPr marL="0" indent="0" algn="ctr">
              <a:lnSpc>
                <a:spcPct val="100000"/>
              </a:lnSpc>
              <a:spcAft>
                <a:spcPts val="0"/>
              </a:spcAft>
              <a:buFontTx/>
              <a:buNone/>
              <a:defRPr sz="2400" spc="-100">
                <a:solidFill>
                  <a:schemeClr val="bg2"/>
                </a:solidFill>
                <a:latin typeface="+mn-lt"/>
                <a:ea typeface="+mn-lt"/>
                <a:cs typeface="+mn-lt"/>
              </a:defRPr>
            </a:lvl1pPr>
            <a:lvl2pPr marL="0" indent="0" algn="ctr">
              <a:lnSpc>
                <a:spcPct val="100000"/>
              </a:lnSpc>
              <a:spcAft>
                <a:spcPts val="0"/>
              </a:spcAft>
              <a:buFontTx/>
              <a:buNone/>
              <a:defRPr sz="2400" spc="-100">
                <a:solidFill>
                  <a:schemeClr val="bg2"/>
                </a:solidFill>
                <a:latin typeface="+mn-lt"/>
                <a:ea typeface="+mn-lt"/>
                <a:cs typeface="+mn-lt"/>
              </a:defRPr>
            </a:lvl2pPr>
            <a:lvl3pPr marL="0" indent="0" algn="ctr">
              <a:lnSpc>
                <a:spcPct val="100000"/>
              </a:lnSpc>
              <a:spcAft>
                <a:spcPts val="0"/>
              </a:spcAft>
              <a:buFontTx/>
              <a:buNone/>
              <a:defRPr sz="2400" spc="-100">
                <a:solidFill>
                  <a:schemeClr val="bg2"/>
                </a:solidFill>
                <a:latin typeface="+mn-lt"/>
                <a:ea typeface="+mn-lt"/>
                <a:cs typeface="+mn-lt"/>
              </a:defRPr>
            </a:lvl3pPr>
            <a:lvl4pPr marL="0" indent="0" algn="ctr">
              <a:lnSpc>
                <a:spcPct val="100000"/>
              </a:lnSpc>
              <a:spcAft>
                <a:spcPts val="0"/>
              </a:spcAft>
              <a:buFontTx/>
              <a:buNone/>
              <a:defRPr sz="2400" spc="-100">
                <a:solidFill>
                  <a:schemeClr val="bg2"/>
                </a:solidFill>
                <a:latin typeface="+mn-lt"/>
                <a:ea typeface="+mn-lt"/>
                <a:cs typeface="+mn-lt"/>
              </a:defRPr>
            </a:lvl4pPr>
            <a:lvl5pPr marL="0" indent="0" algn="ctr">
              <a:lnSpc>
                <a:spcPct val="100000"/>
              </a:lnSpc>
              <a:spcAft>
                <a:spcPts val="0"/>
              </a:spcAft>
              <a:buFontTx/>
              <a:buNone/>
              <a:defRPr sz="2400" spc="-100">
                <a:solidFill>
                  <a:schemeClr val="bg2"/>
                </a:solidFill>
                <a:latin typeface="+mn-lt"/>
                <a:ea typeface="+mn-lt"/>
                <a:cs typeface="+mn-lt"/>
              </a:defRPr>
            </a:lvl5pPr>
            <a:lvl6pPr marL="0" indent="0" algn="ctr">
              <a:lnSpc>
                <a:spcPct val="100000"/>
              </a:lnSpc>
              <a:spcAft>
                <a:spcPts val="0"/>
              </a:spcAft>
              <a:buFontTx/>
              <a:buNone/>
              <a:defRPr sz="2400" spc="-100">
                <a:solidFill>
                  <a:schemeClr val="bg2"/>
                </a:solidFill>
                <a:latin typeface="+mn-lt"/>
                <a:ea typeface="+mn-lt"/>
                <a:cs typeface="+mn-lt"/>
              </a:defRPr>
            </a:lvl6pPr>
            <a:lvl7pPr marL="0" indent="0" algn="ctr">
              <a:lnSpc>
                <a:spcPct val="100000"/>
              </a:lnSpc>
              <a:spcAft>
                <a:spcPts val="0"/>
              </a:spcAft>
              <a:buFontTx/>
              <a:buNone/>
              <a:defRPr sz="2400" spc="-100">
                <a:solidFill>
                  <a:schemeClr val="bg2"/>
                </a:solidFill>
              </a:defRPr>
            </a:lvl7pPr>
            <a:lvl8pPr marL="0" indent="0" algn="ctr">
              <a:lnSpc>
                <a:spcPct val="100000"/>
              </a:lnSpc>
              <a:spcAft>
                <a:spcPts val="0"/>
              </a:spcAft>
              <a:buFontTx/>
              <a:buNone/>
              <a:defRPr sz="2400" spc="-100">
                <a:solidFill>
                  <a:schemeClr val="bg2"/>
                </a:solidFill>
              </a:defRPr>
            </a:lvl8pPr>
            <a:lvl9pPr marL="0" indent="0" algn="ctr">
              <a:lnSpc>
                <a:spcPct val="100000"/>
              </a:lnSpc>
              <a:spcAft>
                <a:spcPts val="0"/>
              </a:spcAft>
              <a:buFontTx/>
              <a:buNone/>
              <a:defRPr sz="2400" spc="-100">
                <a:solidFill>
                  <a:schemeClr val="bg2"/>
                </a:solidFill>
              </a:defRPr>
            </a:lvl9pPr>
          </a:lstStyle>
          <a:p xmlns:a="http://schemas.openxmlformats.org/drawingml/2006/main">
            <a:pPr lvl="0">
              <a:buNone/>
            </a:pPr>
            <a:r>
              <a:t>0</a:t>
            </a:r>
          </a:p>
        </p:txBody>
      </p:sp>
      <p:sp>
        <p:nvSpPr>
          <p:cNvPr id="25" name="Textplatzhalter 13">
            <a:extLst xmlns:a="http://schemas.openxmlformats.org/drawingml/2006/main">
              <a:ext uri="{FF2B5EF4-FFF2-40B4-BE49-F238E27FC236}">
                <a16:creationId xmlns:a16="http://schemas.microsoft.com/office/drawing/2014/main" id="{209821C6-D91F-2ED7-5DD9-4A84D6FC67D1}"/>
              </a:ext>
            </a:extLst>
          </p:cNvPr>
          <p:cNvSpPr>
            <a:spLocks xmlns:a="http://schemas.openxmlformats.org/drawingml/2006/main" noGrp="1"/>
          </p:cNvSpPr>
          <p:nvPr>
            <p:ph type="body" idx="59" hasCustomPrompt="1"/>
          </p:nvPr>
        </p:nvSpPr>
        <p:spPr>
          <a:xfrm xmlns:a="http://schemas.openxmlformats.org/drawingml/2006/main">
            <a:off x="6526020" y="4368636"/>
            <a:ext cx="4104000" cy="576000"/>
          </a:xfrm>
        </p:spPr>
        <p:txBody>
          <a:bodyPr xmlns:a="http://schemas.openxmlformats.org/drawingml/2006/main" tIns="36000"/>
          <a:lstStyle xmlns:a="http://schemas.openxmlformats.org/drawingml/2006/main">
            <a:lvl1pPr>
              <a:lnSpc>
                <a:spcPct val="100000"/>
              </a:lnSpc>
              <a:spcAft>
                <a:spcPts val="0"/>
              </a:spcAft>
              <a:buFontTx/>
              <a:buNone/>
              <a:defRPr>
                <a:solidFill>
                  <a:schemeClr val="tx1"/>
                </a:solidFill>
              </a:defRPr>
            </a:lvl1pPr>
            <a:lvl2pPr marL="0" indent="0">
              <a:lnSpc>
                <a:spcPct val="100000"/>
              </a:lnSpc>
              <a:spcAft>
                <a:spcPts val="0"/>
              </a:spcAft>
              <a:buFontTx/>
              <a:buNone/>
              <a:defRPr sz="1600">
                <a:solidFill>
                  <a:schemeClr val="tx1"/>
                </a:solidFill>
                <a:latin typeface="+mn-lt"/>
                <a:ea typeface="+mn-lt"/>
                <a:cs typeface="+mn-lt"/>
              </a:defRPr>
            </a:lvl2pPr>
            <a:lvl3pPr marL="0" indent="0">
              <a:lnSpc>
                <a:spcPct val="100000"/>
              </a:lnSpc>
              <a:spcAft>
                <a:spcPts val="0"/>
              </a:spcAft>
              <a:buFontTx/>
              <a:buNone/>
              <a:defRPr sz="1600">
                <a:solidFill>
                  <a:schemeClr val="tx1"/>
                </a:solidFill>
                <a:latin typeface="+mn-lt"/>
                <a:ea typeface="+mn-lt"/>
                <a:cs typeface="+mn-lt"/>
              </a:defRPr>
            </a:lvl3pPr>
            <a:lvl4pPr marL="0" indent="0">
              <a:lnSpc>
                <a:spcPct val="100000"/>
              </a:lnSpc>
              <a:spcAft>
                <a:spcPts val="0"/>
              </a:spcAft>
              <a:buFontTx/>
              <a:buNone/>
              <a:defRPr sz="1600">
                <a:solidFill>
                  <a:schemeClr val="tx1"/>
                </a:solidFill>
                <a:latin typeface="+mn-lt"/>
                <a:ea typeface="+mn-lt"/>
                <a:cs typeface="+mn-lt"/>
              </a:defRPr>
            </a:lvl4pPr>
            <a:lvl5pPr marL="0" indent="0">
              <a:lnSpc>
                <a:spcPct val="100000"/>
              </a:lnSpc>
              <a:spcAft>
                <a:spcPts val="0"/>
              </a:spcAft>
              <a:buFontTx/>
              <a:buNone/>
              <a:defRPr sz="1600">
                <a:solidFill>
                  <a:schemeClr val="tx1"/>
                </a:solidFill>
                <a:latin typeface="+mn-lt"/>
                <a:ea typeface="+mn-lt"/>
                <a:cs typeface="+mn-lt"/>
              </a:defRPr>
            </a:lvl5pPr>
            <a:lvl6pPr marL="0" indent="0">
              <a:lnSpc>
                <a:spcPct val="100000"/>
              </a:lnSpc>
              <a:spcAft>
                <a:spcPts val="0"/>
              </a:spcAft>
              <a:buFontTx/>
              <a:buNone/>
              <a:defRPr sz="1600">
                <a:solidFill>
                  <a:schemeClr val="tx1"/>
                </a:solidFill>
                <a:latin typeface="+mn-lt"/>
                <a:ea typeface="+mn-lt"/>
                <a:cs typeface="+mn-lt"/>
              </a:defRPr>
            </a:lvl6pPr>
            <a:lvl7pPr marL="0" indent="0">
              <a:lnSpc>
                <a:spcPct val="100000"/>
              </a:lnSpc>
              <a:spcAft>
                <a:spcPts val="0"/>
              </a:spcAft>
              <a:buFontTx/>
              <a:buNone/>
              <a:defRPr sz="1600">
                <a:solidFill>
                  <a:schemeClr val="tx1"/>
                </a:solidFill>
                <a:latin typeface="+mn-lt"/>
                <a:ea typeface="+mn-lt"/>
                <a:cs typeface="+mn-lt"/>
              </a:defRPr>
            </a:lvl7pPr>
            <a:lvl8pPr marL="0" indent="0">
              <a:lnSpc>
                <a:spcPct val="100000"/>
              </a:lnSpc>
              <a:spcAft>
                <a:spcPts val="0"/>
              </a:spcAft>
              <a:buFontTx/>
              <a:buNone/>
              <a:defRPr sz="1600">
                <a:solidFill>
                  <a:schemeClr val="tx1"/>
                </a:solidFill>
                <a:latin typeface="+mn-lt"/>
                <a:ea typeface="+mn-lt"/>
                <a:cs typeface="+mn-lt"/>
              </a:defRPr>
            </a:lvl8pPr>
            <a:lvl9pPr marL="0" indent="0">
              <a:lnSpc>
                <a:spcPct val="100000"/>
              </a:lnSpc>
              <a:spcAft>
                <a:spcPts val="0"/>
              </a:spcAft>
              <a:buFontTx/>
              <a:buNone/>
              <a:defRPr sz="1600">
                <a:solidFill>
                  <a:schemeClr val="tx1"/>
                </a:solidFill>
                <a:latin typeface="+mn-lt"/>
                <a:ea typeface="+mn-lt"/>
                <a:cs typeface="+mn-lt"/>
              </a:defRPr>
            </a:lvl9pPr>
          </a:lstStyle>
          <a:p xmlns:a="http://schemas.openxmlformats.org/drawingml/2006/main">
            <a:pPr lvl="0">
              <a:buNone/>
            </a:pPr>
            <a:r>
              <a:t>Agendapunkt</a:t>
            </a:r>
            <a:r>
              <a:t> hinzufügen</a:t>
            </a:r>
          </a:p>
          <a:p xmlns:a="http://schemas.openxmlformats.org/drawingml/2006/main">
            <a:pPr lvl="1">
              <a:buNone/>
            </a:pPr>
            <a:r>
              <a:t>Zweite Ebene</a:t>
            </a:r>
          </a:p>
        </p:txBody>
      </p:sp>
      <p:sp>
        <p:nvSpPr>
          <p:cNvPr id="26" name="Textplatzhalter 11">
            <a:extLst xmlns:a="http://schemas.openxmlformats.org/drawingml/2006/main">
              <a:ext uri="{FF2B5EF4-FFF2-40B4-BE49-F238E27FC236}">
                <a16:creationId xmlns:a16="http://schemas.microsoft.com/office/drawing/2014/main" id="{B9A79F66-9CE7-CF33-C3BC-4F2A85D0365A}"/>
              </a:ext>
            </a:extLst>
          </p:cNvPr>
          <p:cNvSpPr>
            <a:spLocks xmlns:a="http://schemas.openxmlformats.org/drawingml/2006/main" noGrp="1"/>
          </p:cNvSpPr>
          <p:nvPr>
            <p:ph type="body" idx="60" hasCustomPrompt="1"/>
          </p:nvPr>
        </p:nvSpPr>
        <p:spPr>
          <a:xfrm xmlns:a="http://schemas.openxmlformats.org/drawingml/2006/main">
            <a:off x="5877492" y="5092120"/>
            <a:ext cx="432000" cy="432000"/>
          </a:xfrm>
          <a:prstGeom xmlns:a="http://schemas.openxmlformats.org/drawingml/2006/main" prst="ellipse">
            <a:avLst/>
          </a:prstGeom>
          <a:solidFill xmlns:a="http://schemas.openxmlformats.org/drawingml/2006/main">
            <a:schemeClr val="bg1">
              <a:alpha val="0"/>
            </a:schemeClr>
          </a:solidFill>
          <a:ln xmlns:a="http://schemas.openxmlformats.org/drawingml/2006/main" w="12700">
            <a:solidFill>
              <a:schemeClr val="bg2"/>
            </a:solidFill>
          </a:ln>
        </p:spPr>
        <p:txBody>
          <a:bodyPr xmlns:a="http://schemas.openxmlformats.org/drawingml/2006/main" wrap="none" anchor="ctr"/>
          <a:lstStyle xmlns:a="http://schemas.openxmlformats.org/drawingml/2006/main">
            <a:lvl1pPr marL="0" indent="0" algn="ctr">
              <a:lnSpc>
                <a:spcPct val="100000"/>
              </a:lnSpc>
              <a:spcAft>
                <a:spcPts val="0"/>
              </a:spcAft>
              <a:buFontTx/>
              <a:buNone/>
              <a:defRPr sz="2400" spc="-100">
                <a:solidFill>
                  <a:schemeClr val="bg2"/>
                </a:solidFill>
                <a:latin typeface="+mn-lt"/>
                <a:ea typeface="+mn-lt"/>
                <a:cs typeface="+mn-lt"/>
              </a:defRPr>
            </a:lvl1pPr>
            <a:lvl2pPr marL="0" indent="0" algn="ctr">
              <a:lnSpc>
                <a:spcPct val="100000"/>
              </a:lnSpc>
              <a:spcAft>
                <a:spcPts val="0"/>
              </a:spcAft>
              <a:buFontTx/>
              <a:buNone/>
              <a:defRPr sz="2400" spc="-100">
                <a:solidFill>
                  <a:schemeClr val="bg2"/>
                </a:solidFill>
                <a:latin typeface="+mn-lt"/>
                <a:ea typeface="+mn-lt"/>
                <a:cs typeface="+mn-lt"/>
              </a:defRPr>
            </a:lvl2pPr>
            <a:lvl3pPr marL="0" indent="0" algn="ctr">
              <a:lnSpc>
                <a:spcPct val="100000"/>
              </a:lnSpc>
              <a:spcAft>
                <a:spcPts val="0"/>
              </a:spcAft>
              <a:buFontTx/>
              <a:buNone/>
              <a:defRPr sz="2400" spc="-100">
                <a:solidFill>
                  <a:schemeClr val="bg2"/>
                </a:solidFill>
                <a:latin typeface="+mn-lt"/>
                <a:ea typeface="+mn-lt"/>
                <a:cs typeface="+mn-lt"/>
              </a:defRPr>
            </a:lvl3pPr>
            <a:lvl4pPr marL="0" indent="0" algn="ctr">
              <a:lnSpc>
                <a:spcPct val="100000"/>
              </a:lnSpc>
              <a:spcAft>
                <a:spcPts val="0"/>
              </a:spcAft>
              <a:buFontTx/>
              <a:buNone/>
              <a:defRPr sz="2400" spc="-100">
                <a:solidFill>
                  <a:schemeClr val="bg2"/>
                </a:solidFill>
                <a:latin typeface="+mn-lt"/>
                <a:ea typeface="+mn-lt"/>
                <a:cs typeface="+mn-lt"/>
              </a:defRPr>
            </a:lvl4pPr>
            <a:lvl5pPr marL="0" indent="0" algn="ctr">
              <a:lnSpc>
                <a:spcPct val="100000"/>
              </a:lnSpc>
              <a:spcAft>
                <a:spcPts val="0"/>
              </a:spcAft>
              <a:buFontTx/>
              <a:buNone/>
              <a:defRPr sz="2400" spc="-100">
                <a:solidFill>
                  <a:schemeClr val="bg2"/>
                </a:solidFill>
                <a:latin typeface="+mn-lt"/>
                <a:ea typeface="+mn-lt"/>
                <a:cs typeface="+mn-lt"/>
              </a:defRPr>
            </a:lvl5pPr>
            <a:lvl6pPr marL="0" indent="0" algn="ctr">
              <a:lnSpc>
                <a:spcPct val="100000"/>
              </a:lnSpc>
              <a:spcAft>
                <a:spcPts val="0"/>
              </a:spcAft>
              <a:buFontTx/>
              <a:buNone/>
              <a:defRPr sz="2400" spc="-100">
                <a:solidFill>
                  <a:schemeClr val="bg2"/>
                </a:solidFill>
                <a:latin typeface="+mn-lt"/>
                <a:ea typeface="+mn-lt"/>
                <a:cs typeface="+mn-lt"/>
              </a:defRPr>
            </a:lvl6pPr>
            <a:lvl7pPr marL="0" indent="0" algn="ctr">
              <a:lnSpc>
                <a:spcPct val="100000"/>
              </a:lnSpc>
              <a:spcAft>
                <a:spcPts val="0"/>
              </a:spcAft>
              <a:buFontTx/>
              <a:buNone/>
              <a:defRPr sz="2400" spc="-100">
                <a:solidFill>
                  <a:schemeClr val="bg2"/>
                </a:solidFill>
              </a:defRPr>
            </a:lvl7pPr>
            <a:lvl8pPr marL="0" indent="0" algn="ctr">
              <a:lnSpc>
                <a:spcPct val="100000"/>
              </a:lnSpc>
              <a:spcAft>
                <a:spcPts val="0"/>
              </a:spcAft>
              <a:buFontTx/>
              <a:buNone/>
              <a:defRPr sz="2400" spc="-100">
                <a:solidFill>
                  <a:schemeClr val="bg2"/>
                </a:solidFill>
              </a:defRPr>
            </a:lvl8pPr>
            <a:lvl9pPr marL="0" indent="0" algn="ctr">
              <a:lnSpc>
                <a:spcPct val="100000"/>
              </a:lnSpc>
              <a:spcAft>
                <a:spcPts val="0"/>
              </a:spcAft>
              <a:buFontTx/>
              <a:buNone/>
              <a:defRPr sz="2400" spc="-100">
                <a:solidFill>
                  <a:schemeClr val="bg2"/>
                </a:solidFill>
              </a:defRPr>
            </a:lvl9pPr>
          </a:lstStyle>
          <a:p xmlns:a="http://schemas.openxmlformats.org/drawingml/2006/main">
            <a:pPr lvl="0">
              <a:buNone/>
            </a:pPr>
            <a:r>
              <a:t>0</a:t>
            </a:r>
          </a:p>
        </p:txBody>
      </p:sp>
      <p:sp>
        <p:nvSpPr>
          <p:cNvPr id="27" name="Textplatzhalter 13">
            <a:extLst xmlns:a="http://schemas.openxmlformats.org/drawingml/2006/main">
              <a:ext uri="{FF2B5EF4-FFF2-40B4-BE49-F238E27FC236}">
                <a16:creationId xmlns:a16="http://schemas.microsoft.com/office/drawing/2014/main" id="{3D4601E9-B825-BA82-280C-D48D58DE17DC}"/>
              </a:ext>
            </a:extLst>
          </p:cNvPr>
          <p:cNvSpPr>
            <a:spLocks xmlns:a="http://schemas.openxmlformats.org/drawingml/2006/main" noGrp="1"/>
          </p:cNvSpPr>
          <p:nvPr>
            <p:ph type="body" idx="61" hasCustomPrompt="1"/>
          </p:nvPr>
        </p:nvSpPr>
        <p:spPr>
          <a:xfrm xmlns:a="http://schemas.openxmlformats.org/drawingml/2006/main">
            <a:off x="6525192" y="5162458"/>
            <a:ext cx="4104000" cy="576000"/>
          </a:xfrm>
        </p:spPr>
        <p:txBody>
          <a:bodyPr xmlns:a="http://schemas.openxmlformats.org/drawingml/2006/main" tIns="36000"/>
          <a:lstStyle xmlns:a="http://schemas.openxmlformats.org/drawingml/2006/main">
            <a:lvl1pPr>
              <a:lnSpc>
                <a:spcPct val="100000"/>
              </a:lnSpc>
              <a:spcAft>
                <a:spcPts val="0"/>
              </a:spcAft>
              <a:buFontTx/>
              <a:buNone/>
              <a:defRPr>
                <a:solidFill>
                  <a:schemeClr val="tx1"/>
                </a:solidFill>
              </a:defRPr>
            </a:lvl1pPr>
            <a:lvl2pPr marL="0" indent="0">
              <a:lnSpc>
                <a:spcPct val="100000"/>
              </a:lnSpc>
              <a:spcAft>
                <a:spcPts val="0"/>
              </a:spcAft>
              <a:buFontTx/>
              <a:buNone/>
              <a:defRPr sz="1600">
                <a:solidFill>
                  <a:schemeClr val="tx1"/>
                </a:solidFill>
                <a:latin typeface="+mn-lt"/>
                <a:ea typeface="+mn-lt"/>
                <a:cs typeface="+mn-lt"/>
              </a:defRPr>
            </a:lvl2pPr>
            <a:lvl3pPr marL="0" indent="0">
              <a:lnSpc>
                <a:spcPct val="100000"/>
              </a:lnSpc>
              <a:spcAft>
                <a:spcPts val="0"/>
              </a:spcAft>
              <a:buFontTx/>
              <a:buNone/>
              <a:defRPr sz="1600">
                <a:solidFill>
                  <a:schemeClr val="tx1"/>
                </a:solidFill>
                <a:latin typeface="+mn-lt"/>
                <a:ea typeface="+mn-lt"/>
                <a:cs typeface="+mn-lt"/>
              </a:defRPr>
            </a:lvl3pPr>
            <a:lvl4pPr marL="0" indent="0">
              <a:lnSpc>
                <a:spcPct val="100000"/>
              </a:lnSpc>
              <a:spcAft>
                <a:spcPts val="0"/>
              </a:spcAft>
              <a:buFontTx/>
              <a:buNone/>
              <a:defRPr sz="1600">
                <a:solidFill>
                  <a:schemeClr val="tx1"/>
                </a:solidFill>
                <a:latin typeface="+mn-lt"/>
                <a:ea typeface="+mn-lt"/>
                <a:cs typeface="+mn-lt"/>
              </a:defRPr>
            </a:lvl4pPr>
            <a:lvl5pPr marL="0" indent="0">
              <a:lnSpc>
                <a:spcPct val="100000"/>
              </a:lnSpc>
              <a:spcAft>
                <a:spcPts val="0"/>
              </a:spcAft>
              <a:buFontTx/>
              <a:buNone/>
              <a:defRPr sz="1600">
                <a:solidFill>
                  <a:schemeClr val="tx1"/>
                </a:solidFill>
                <a:latin typeface="+mn-lt"/>
                <a:ea typeface="+mn-lt"/>
                <a:cs typeface="+mn-lt"/>
              </a:defRPr>
            </a:lvl5pPr>
            <a:lvl6pPr marL="0" indent="0">
              <a:lnSpc>
                <a:spcPct val="100000"/>
              </a:lnSpc>
              <a:spcAft>
                <a:spcPts val="0"/>
              </a:spcAft>
              <a:buFontTx/>
              <a:buNone/>
              <a:defRPr sz="1600">
                <a:solidFill>
                  <a:schemeClr val="tx1"/>
                </a:solidFill>
                <a:latin typeface="+mn-lt"/>
                <a:ea typeface="+mn-lt"/>
                <a:cs typeface="+mn-lt"/>
              </a:defRPr>
            </a:lvl6pPr>
            <a:lvl7pPr marL="0" indent="0">
              <a:lnSpc>
                <a:spcPct val="100000"/>
              </a:lnSpc>
              <a:spcAft>
                <a:spcPts val="0"/>
              </a:spcAft>
              <a:buFontTx/>
              <a:buNone/>
              <a:defRPr sz="1600">
                <a:solidFill>
                  <a:schemeClr val="tx1"/>
                </a:solidFill>
                <a:latin typeface="+mn-lt"/>
                <a:ea typeface="+mn-lt"/>
                <a:cs typeface="+mn-lt"/>
              </a:defRPr>
            </a:lvl7pPr>
            <a:lvl8pPr marL="0" indent="0">
              <a:lnSpc>
                <a:spcPct val="100000"/>
              </a:lnSpc>
              <a:spcAft>
                <a:spcPts val="0"/>
              </a:spcAft>
              <a:buFontTx/>
              <a:buNone/>
              <a:defRPr sz="1600">
                <a:solidFill>
                  <a:schemeClr val="tx1"/>
                </a:solidFill>
                <a:latin typeface="+mn-lt"/>
                <a:ea typeface="+mn-lt"/>
                <a:cs typeface="+mn-lt"/>
              </a:defRPr>
            </a:lvl8pPr>
            <a:lvl9pPr marL="0" indent="0">
              <a:lnSpc>
                <a:spcPct val="100000"/>
              </a:lnSpc>
              <a:spcAft>
                <a:spcPts val="0"/>
              </a:spcAft>
              <a:buFontTx/>
              <a:buNone/>
              <a:defRPr sz="1600">
                <a:solidFill>
                  <a:schemeClr val="tx1"/>
                </a:solidFill>
                <a:latin typeface="+mn-lt"/>
                <a:ea typeface="+mn-lt"/>
                <a:cs typeface="+mn-lt"/>
              </a:defRPr>
            </a:lvl9pPr>
          </a:lstStyle>
          <a:p xmlns:a="http://schemas.openxmlformats.org/drawingml/2006/main">
            <a:pPr lvl="0">
              <a:buNone/>
            </a:pPr>
            <a:r>
              <a:t>Agendapunkt</a:t>
            </a:r>
            <a:r>
              <a:t> hinzufügen</a:t>
            </a:r>
          </a:p>
          <a:p xmlns:a="http://schemas.openxmlformats.org/drawingml/2006/main">
            <a:pPr lvl="1">
              <a:buNone/>
            </a:pPr>
            <a:r>
              <a:t>Zweite Ebene</a:t>
            </a:r>
          </a:p>
        </p:txBody>
      </p:sp>
      <p:sp>
        <p:nvSpPr>
          <p:cNvPr id="28" name="Datumsplatzhalter 27">
            <a:extLst xmlns:a="http://schemas.openxmlformats.org/drawingml/2006/main">
              <a:ext uri="{FF2B5EF4-FFF2-40B4-BE49-F238E27FC236}">
                <a16:creationId xmlns:a16="http://schemas.microsoft.com/office/drawing/2014/main" id="{94F18010-CAD5-F6BF-469E-5F954AB7238B}"/>
              </a:ext>
            </a:extLst>
          </p:cNvPr>
          <p:cNvSpPr>
            <a:spLocks xmlns:a="http://schemas.openxmlformats.org/drawingml/2006/main" noGrp="1"/>
          </p:cNvSpPr>
          <p:nvPr>
            <p:ph type="dt" idx="62"/>
          </p:nvPr>
        </p:nvSpPr>
        <p:spPr>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t>Intern, TT.MM.JJJJ</a:t>
            </a:r>
            <a:endParaRPr sz="800"/>
          </a:p>
        </p:txBody>
      </p:sp>
      <p:sp>
        <p:nvSpPr>
          <p:cNvPr id="30" name="Foliennummernplatzhalter 29">
            <a:extLst xmlns:a="http://schemas.openxmlformats.org/drawingml/2006/main">
              <a:ext uri="{FF2B5EF4-FFF2-40B4-BE49-F238E27FC236}">
                <a16:creationId xmlns:a16="http://schemas.microsoft.com/office/drawing/2014/main" id="{5C4F673F-8FA2-E90D-25BF-C4A5E2216227}"/>
              </a:ext>
            </a:extLst>
          </p:cNvPr>
          <p:cNvSpPr>
            <a:spLocks xmlns:a="http://schemas.openxmlformats.org/drawingml/2006/main" noGrp="1"/>
          </p:cNvSpPr>
          <p:nvPr>
            <p:ph type="sldNum" idx="64"/>
          </p:nvPr>
        </p:nvSpPr>
        <p:spPr/>
        <p:txBody>
          <a:bodyPr xmlns:a="http://schemas.openxmlformats.org/drawingml/2006/main"/>
          <a:lstStyle xmlns:a="http://schemas.openxmlformats.org/drawingml/2006/main"/>
          <a:p xmlns:a="http://schemas.openxmlformats.org/drawingml/2006/main">
            <a:r>
              <a:t>Seite </a:t>
            </a:r>
            <a:fld id="{DC907883-A228-4E41-A7BF-33DDF6A01B2A}" type="slidenum">
              <a:t>‹Nr.›</a:t>
            </a:fld>
            <a:endParaRPr/>
          </a:p>
        </p:txBody>
      </p:sp>
    </p:spTree>
  </p:cSld>
</p:sldLayout>
</file>

<file path=ppt/slideLayouts/slideLayout6.xml><?xml version="1.0" encoding="utf-8"?>
<p:sldLayout xmlns:p="http://schemas.openxmlformats.org/presentationml/2006/main" preserve="1" userDrawn="1">
  <p:cSld name="Agenda mit Bild">
    <p:bg>
      <p:bgPr>
        <a:solidFill xmlns:a="http://schemas.openxmlformats.org/drawingml/2006/main">
          <a:schemeClr val="bg1"/>
        </a:solidFill>
      </p:bgPr>
    </p:bg>
    <p:spTree>
      <p:nvGrpSpPr>
        <p:cNvPr id="1" name=""/>
        <p:cNvGrpSpPr/>
        <p:nvPr/>
      </p:nvGrpSpPr>
      <p:grpSpPr>
        <a:xfrm xmlns:a="http://schemas.openxmlformats.org/drawingml/2006/main"/>
      </p:grpSpPr>
      <p:sp>
        <p:nvSpPr>
          <p:cNvPr id="32" name="Bildplatzhalter 1">
            <a:extLst xmlns:a="http://schemas.openxmlformats.org/drawingml/2006/main">
              <a:ext uri="{FF2B5EF4-FFF2-40B4-BE49-F238E27FC236}">
                <a16:creationId xmlns:a16="http://schemas.microsoft.com/office/drawing/2014/main" id="{8E40A40B-A7F9-E24A-8725-2381C09FB87C}"/>
              </a:ext>
            </a:extLst>
          </p:cNvPr>
          <p:cNvSpPr>
            <a:spLocks xmlns:a="http://schemas.openxmlformats.org/drawingml/2006/main" noGrp="1"/>
          </p:cNvSpPr>
          <p:nvPr>
            <p:ph type="pic" idx="62"/>
          </p:nvPr>
        </p:nvSpPr>
        <p:spPr>
          <a:xfrm xmlns:a="http://schemas.openxmlformats.org/drawingml/2006/main">
            <a:off x="0" y="260350"/>
            <a:ext cx="4079879" cy="6047437"/>
          </a:xfrm>
          <a:custGeom xmlns:a="http://schemas.openxmlformats.org/drawingml/2006/main">
            <a:gdLst>
              <a:gd name="connsiteX0" fmla="*/ 0 w 4079879"/>
              <a:gd name="connsiteY0" fmla="*/ 0 h 6047437"/>
              <a:gd name="connsiteX1" fmla="*/ 3197238 w 4079879"/>
              <a:gd name="connsiteY1" fmla="*/ 0 h 6047437"/>
              <a:gd name="connsiteX2" fmla="*/ 4079879 w 4079879"/>
              <a:gd name="connsiteY2" fmla="*/ 882641 h 6047437"/>
              <a:gd name="connsiteX3" fmla="*/ 4079879 w 4079879"/>
              <a:gd name="connsiteY3" fmla="*/ 5164796 h 6047437"/>
              <a:gd name="connsiteX4" fmla="*/ 3197238 w 4079879"/>
              <a:gd name="connsiteY4" fmla="*/ 6047437 h 6047437"/>
              <a:gd name="connsiteX5" fmla="*/ 0 w 4079879"/>
              <a:gd name="connsiteY5" fmla="*/ 6047437 h 6047437"/>
            </a:gdLst>
            <a:rect l="l" t="t" r="r" b="b"/>
            <a:pathLst>
              <a:path w="4079879" h="6047437">
                <a:moveTo>
                  <a:pt x="0" y="0"/>
                </a:moveTo>
                <a:lnTo>
                  <a:pt x="3197238" y="0"/>
                </a:lnTo>
                <a:cubicBezTo>
                  <a:pt x="3684707" y="0"/>
                  <a:pt x="4079879" y="395172"/>
                  <a:pt x="4079879" y="882641"/>
                </a:cubicBezTo>
                <a:lnTo>
                  <a:pt x="4079879" y="5164796"/>
                </a:lnTo>
                <a:cubicBezTo>
                  <a:pt x="4079879" y="5652265"/>
                  <a:pt x="3684707" y="6047437"/>
                  <a:pt x="3197238" y="6047437"/>
                </a:cubicBezTo>
                <a:lnTo>
                  <a:pt x="0" y="6047437"/>
                </a:lnTo>
                <a:close/>
              </a:path>
            </a:pathLst>
          </a:custGeom>
          <a:gradFill xmlns:a="http://schemas.openxmlformats.org/drawingml/2006/main">
            <a:gsLst>
              <a:gs pos="0">
                <a:srgbClr val="9B348E"/>
              </a:gs>
              <a:gs pos="89000">
                <a:schemeClr val="bg2"/>
              </a:gs>
              <a:gs pos="26000">
                <a:schemeClr val="bg2"/>
              </a:gs>
            </a:gsLst>
            <a:lin ang="13800000" scaled="0"/>
          </a:gradFill>
        </p:spPr>
        <p:txBody>
          <a:bodyPr xmlns:a="http://schemas.openxmlformats.org/drawingml/2006/main" wrap="square">
            <a:noAutofit/>
          </a:bodyPr>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4" name="Topline">
            <a:extLst xmlns:a="http://schemas.openxmlformats.org/drawingml/2006/main">
              <a:ext uri="{FF2B5EF4-FFF2-40B4-BE49-F238E27FC236}">
                <a16:creationId xmlns:a16="http://schemas.microsoft.com/office/drawing/2014/main" id="{C1013B81-EB24-B25A-3218-D23B76A8900E}"/>
              </a:ext>
            </a:extLst>
          </p:cNvPr>
          <p:cNvSpPr>
            <a:spLocks xmlns:a="http://schemas.openxmlformats.org/drawingml/2006/main" noGrp="1"/>
          </p:cNvSpPr>
          <p:nvPr>
            <p:ph type="body" idx="39" hasCustomPrompt="1"/>
          </p:nvPr>
        </p:nvSpPr>
        <p:spPr>
          <a:xfrm xmlns:a="http://schemas.openxmlformats.org/drawingml/2006/main">
            <a:off x="695401" y="548680"/>
            <a:ext cx="3097137" cy="288000"/>
          </a:xfrm>
        </p:spPr>
        <p:txBody>
          <a:bodyPr xmlns:a="http://schemas.openxmlformats.org/drawingml/2006/main" anchor="b"/>
          <a:lstStyle xmlns:a="http://schemas.openxmlformats.org/drawingml/2006/main">
            <a:lvl1pPr marL="0" indent="0">
              <a:spcAft>
                <a:spcPts val="0"/>
              </a:spcAft>
              <a:buFontTx/>
              <a:buNone/>
              <a:defRPr sz="1400">
                <a:solidFill>
                  <a:schemeClr val="bg1"/>
                </a:solidFill>
                <a:latin typeface="+mn-lt"/>
                <a:ea typeface="+mn-lt"/>
                <a:cs typeface="+mn-lt"/>
              </a:defRPr>
            </a:lvl1pPr>
            <a:lvl2pPr marL="0" indent="0">
              <a:spcAft>
                <a:spcPts val="0"/>
              </a:spcAft>
              <a:buFontTx/>
              <a:buNone/>
              <a:defRPr sz="1400">
                <a:solidFill>
                  <a:schemeClr val="bg1"/>
                </a:solidFill>
                <a:latin typeface="+mn-lt"/>
                <a:ea typeface="+mn-lt"/>
                <a:cs typeface="+mn-lt"/>
              </a:defRPr>
            </a:lvl2pPr>
            <a:lvl3pPr marL="0" indent="0">
              <a:spcAft>
                <a:spcPts val="0"/>
              </a:spcAft>
              <a:buFontTx/>
              <a:buNone/>
              <a:defRPr sz="1400">
                <a:solidFill>
                  <a:schemeClr val="bg1"/>
                </a:solidFill>
                <a:latin typeface="+mn-lt"/>
                <a:ea typeface="+mn-lt"/>
                <a:cs typeface="+mn-lt"/>
              </a:defRPr>
            </a:lvl3pPr>
            <a:lvl4pPr marL="0" indent="0">
              <a:spcAft>
                <a:spcPts val="0"/>
              </a:spcAft>
              <a:buFontTx/>
              <a:buNone/>
              <a:defRPr sz="1400">
                <a:solidFill>
                  <a:schemeClr val="bg1"/>
                </a:solidFill>
                <a:latin typeface="+mn-lt"/>
                <a:ea typeface="+mn-lt"/>
                <a:cs typeface="+mn-lt"/>
              </a:defRPr>
            </a:lvl4pPr>
            <a:lvl5pPr marL="0" indent="0">
              <a:spcAft>
                <a:spcPts val="0"/>
              </a:spcAft>
              <a:buFontTx/>
              <a:buNone/>
              <a:defRPr sz="1400">
                <a:solidFill>
                  <a:schemeClr val="bg1"/>
                </a:solidFill>
                <a:latin typeface="+mn-lt"/>
                <a:ea typeface="+mn-lt"/>
                <a:cs typeface="+mn-lt"/>
              </a:defRPr>
            </a:lvl5pPr>
            <a:lvl6pPr marL="0" indent="0">
              <a:spcAft>
                <a:spcPts val="0"/>
              </a:spcAft>
              <a:buFontTx/>
              <a:buNone/>
              <a:defRPr sz="1400">
                <a:solidFill>
                  <a:schemeClr val="bg1"/>
                </a:solidFill>
                <a:latin typeface="+mn-lt"/>
                <a:ea typeface="+mn-lt"/>
                <a:cs typeface="+mn-lt"/>
              </a:defRPr>
            </a:lvl6pPr>
            <a:lvl7pPr marL="0" indent="0">
              <a:spcAft>
                <a:spcPts val="0"/>
              </a:spcAft>
              <a:buFontTx/>
              <a:buNone/>
              <a:defRPr sz="1400">
                <a:solidFill>
                  <a:schemeClr val="bg1"/>
                </a:solidFill>
                <a:latin typeface="+mn-lt"/>
                <a:ea typeface="+mn-lt"/>
                <a:cs typeface="+mn-lt"/>
              </a:defRPr>
            </a:lvl7pPr>
            <a:lvl8pPr marL="0" indent="0">
              <a:spcAft>
                <a:spcPts val="0"/>
              </a:spcAft>
              <a:buFontTx/>
              <a:buNone/>
              <a:defRPr sz="1400">
                <a:solidFill>
                  <a:schemeClr val="bg1"/>
                </a:solidFill>
                <a:latin typeface="+mn-lt"/>
                <a:ea typeface="+mn-lt"/>
                <a:cs typeface="+mn-lt"/>
              </a:defRPr>
            </a:lvl8pPr>
            <a:lvl9pPr marL="0" indent="0">
              <a:spcAft>
                <a:spcPts val="0"/>
              </a:spcAft>
              <a:buFontTx/>
              <a:buNone/>
              <a:defRPr sz="1400">
                <a:solidFill>
                  <a:schemeClr val="bg1"/>
                </a:solidFill>
                <a:latin typeface="+mn-lt"/>
                <a:ea typeface="+mn-lt"/>
                <a:cs typeface="+mn-lt"/>
              </a:defRPr>
            </a:lvl9pPr>
          </a:lstStyle>
          <a:p xmlns:a="http://schemas.openxmlformats.org/drawingml/2006/main">
            <a:pPr lvl="0">
              <a:buNone/>
            </a:pPr>
            <a:r>
              <a:t>Optionale </a:t>
            </a:r>
            <a:r>
              <a:t>Topline</a:t>
            </a:r>
            <a:r>
              <a:t> hinzufügen</a:t>
            </a:r>
          </a:p>
        </p:txBody>
      </p:sp>
      <p:sp>
        <p:nvSpPr>
          <p:cNvPr id="3" name="Titel 2">
            <a:extLst xmlns:a="http://schemas.openxmlformats.org/drawingml/2006/main">
              <a:ext uri="{FF2B5EF4-FFF2-40B4-BE49-F238E27FC236}">
                <a16:creationId xmlns:a16="http://schemas.microsoft.com/office/drawing/2014/main" id="{20A31F61-A5D5-B4DE-A616-9177151104A1}"/>
              </a:ext>
            </a:extLst>
          </p:cNvPr>
          <p:cNvSpPr>
            <a:spLocks xmlns:a="http://schemas.openxmlformats.org/drawingml/2006/main" noGrp="1"/>
          </p:cNvSpPr>
          <p:nvPr>
            <p:ph type="title" idx="0" hasCustomPrompt="1"/>
          </p:nvPr>
        </p:nvSpPr>
        <p:spPr>
          <a:xfrm xmlns:a="http://schemas.openxmlformats.org/drawingml/2006/main">
            <a:off x="695325" y="908720"/>
            <a:ext cx="3096419" cy="576064"/>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Agendatitel</a:t>
            </a:r>
            <a:endParaRPr/>
          </a:p>
        </p:txBody>
      </p:sp>
      <p:sp>
        <p:nvSpPr>
          <p:cNvPr id="12" name="Textplatzhalter 11">
            <a:extLst xmlns:a="http://schemas.openxmlformats.org/drawingml/2006/main">
              <a:ext uri="{FF2B5EF4-FFF2-40B4-BE49-F238E27FC236}">
                <a16:creationId xmlns:a16="http://schemas.microsoft.com/office/drawing/2014/main" id="{9F9C31DD-5053-A7DB-0918-DCC8EEBFFEAB}"/>
              </a:ext>
            </a:extLst>
          </p:cNvPr>
          <p:cNvSpPr>
            <a:spLocks xmlns:a="http://schemas.openxmlformats.org/drawingml/2006/main" noGrp="1"/>
          </p:cNvSpPr>
          <p:nvPr>
            <p:ph type="body" idx="42" hasCustomPrompt="1"/>
          </p:nvPr>
        </p:nvSpPr>
        <p:spPr>
          <a:xfrm xmlns:a="http://schemas.openxmlformats.org/drawingml/2006/main">
            <a:off x="5016408" y="1918800"/>
            <a:ext cx="432000" cy="432000"/>
          </a:xfrm>
          <a:prstGeom xmlns:a="http://schemas.openxmlformats.org/drawingml/2006/main" prst="ellipse">
            <a:avLst/>
          </a:prstGeom>
          <a:solidFill xmlns:a="http://schemas.openxmlformats.org/drawingml/2006/main">
            <a:schemeClr val="bg1">
              <a:alpha val="0"/>
            </a:schemeClr>
          </a:solidFill>
          <a:ln xmlns:a="http://schemas.openxmlformats.org/drawingml/2006/main" w="12700">
            <a:solidFill>
              <a:schemeClr val="bg2"/>
            </a:solidFill>
          </a:ln>
        </p:spPr>
        <p:txBody>
          <a:bodyPr xmlns:a="http://schemas.openxmlformats.org/drawingml/2006/main" wrap="none" anchor="ctr"/>
          <a:lstStyle xmlns:a="http://schemas.openxmlformats.org/drawingml/2006/main">
            <a:lvl1pPr marL="0" indent="0" algn="ctr">
              <a:lnSpc>
                <a:spcPct val="100000"/>
              </a:lnSpc>
              <a:spcAft>
                <a:spcPts val="0"/>
              </a:spcAft>
              <a:buFontTx/>
              <a:buNone/>
              <a:defRPr sz="2400" spc="-100">
                <a:solidFill>
                  <a:schemeClr val="bg2"/>
                </a:solidFill>
                <a:latin typeface="+mn-lt"/>
                <a:ea typeface="+mn-lt"/>
                <a:cs typeface="+mn-lt"/>
              </a:defRPr>
            </a:lvl1pPr>
            <a:lvl2pPr marL="0" indent="0" algn="ctr">
              <a:lnSpc>
                <a:spcPct val="100000"/>
              </a:lnSpc>
              <a:spcAft>
                <a:spcPts val="0"/>
              </a:spcAft>
              <a:buFontTx/>
              <a:buNone/>
              <a:defRPr sz="2400" spc="-100">
                <a:solidFill>
                  <a:schemeClr val="bg2"/>
                </a:solidFill>
                <a:latin typeface="+mn-lt"/>
                <a:ea typeface="+mn-lt"/>
                <a:cs typeface="+mn-lt"/>
              </a:defRPr>
            </a:lvl2pPr>
            <a:lvl3pPr marL="0" indent="0" algn="ctr">
              <a:lnSpc>
                <a:spcPct val="100000"/>
              </a:lnSpc>
              <a:spcAft>
                <a:spcPts val="0"/>
              </a:spcAft>
              <a:buFontTx/>
              <a:buNone/>
              <a:defRPr sz="2400" spc="-100">
                <a:solidFill>
                  <a:schemeClr val="bg2"/>
                </a:solidFill>
                <a:latin typeface="+mn-lt"/>
                <a:ea typeface="+mn-lt"/>
                <a:cs typeface="+mn-lt"/>
              </a:defRPr>
            </a:lvl3pPr>
            <a:lvl4pPr marL="0" indent="0" algn="ctr">
              <a:lnSpc>
                <a:spcPct val="100000"/>
              </a:lnSpc>
              <a:spcAft>
                <a:spcPts val="0"/>
              </a:spcAft>
              <a:buFontTx/>
              <a:buNone/>
              <a:defRPr sz="2400" spc="-100">
                <a:solidFill>
                  <a:schemeClr val="bg2"/>
                </a:solidFill>
                <a:latin typeface="+mn-lt"/>
                <a:ea typeface="+mn-lt"/>
                <a:cs typeface="+mn-lt"/>
              </a:defRPr>
            </a:lvl4pPr>
            <a:lvl5pPr marL="0" indent="0" algn="ctr">
              <a:lnSpc>
                <a:spcPct val="100000"/>
              </a:lnSpc>
              <a:spcAft>
                <a:spcPts val="0"/>
              </a:spcAft>
              <a:buFontTx/>
              <a:buNone/>
              <a:defRPr sz="2400" spc="-100">
                <a:solidFill>
                  <a:schemeClr val="bg2"/>
                </a:solidFill>
                <a:latin typeface="+mn-lt"/>
                <a:ea typeface="+mn-lt"/>
                <a:cs typeface="+mn-lt"/>
              </a:defRPr>
            </a:lvl5pPr>
            <a:lvl6pPr marL="0" indent="0" algn="ctr">
              <a:lnSpc>
                <a:spcPct val="100000"/>
              </a:lnSpc>
              <a:spcAft>
                <a:spcPts val="0"/>
              </a:spcAft>
              <a:buFontTx/>
              <a:buNone/>
              <a:defRPr sz="2400" spc="-100">
                <a:solidFill>
                  <a:schemeClr val="bg2"/>
                </a:solidFill>
                <a:latin typeface="+mn-lt"/>
                <a:ea typeface="+mn-lt"/>
                <a:cs typeface="+mn-lt"/>
              </a:defRPr>
            </a:lvl6pPr>
            <a:lvl7pPr marL="0" indent="0" algn="ctr">
              <a:lnSpc>
                <a:spcPct val="100000"/>
              </a:lnSpc>
              <a:spcAft>
                <a:spcPts val="0"/>
              </a:spcAft>
              <a:buFontTx/>
              <a:buNone/>
              <a:defRPr sz="2400" spc="-100">
                <a:solidFill>
                  <a:schemeClr val="bg2"/>
                </a:solidFill>
              </a:defRPr>
            </a:lvl7pPr>
            <a:lvl8pPr marL="0" indent="0" algn="ctr">
              <a:lnSpc>
                <a:spcPct val="100000"/>
              </a:lnSpc>
              <a:spcAft>
                <a:spcPts val="0"/>
              </a:spcAft>
              <a:buFontTx/>
              <a:buNone/>
              <a:defRPr sz="2400" spc="-100">
                <a:solidFill>
                  <a:schemeClr val="bg2"/>
                </a:solidFill>
              </a:defRPr>
            </a:lvl8pPr>
            <a:lvl9pPr marL="0" indent="0" algn="ctr">
              <a:lnSpc>
                <a:spcPct val="100000"/>
              </a:lnSpc>
              <a:spcAft>
                <a:spcPts val="0"/>
              </a:spcAft>
              <a:buFontTx/>
              <a:buNone/>
              <a:defRPr sz="2400" spc="-100">
                <a:solidFill>
                  <a:schemeClr val="bg2"/>
                </a:solidFill>
              </a:defRPr>
            </a:lvl9pPr>
          </a:lstStyle>
          <a:p xmlns:a="http://schemas.openxmlformats.org/drawingml/2006/main">
            <a:pPr lvl="0">
              <a:buNone/>
            </a:pPr>
            <a:r>
              <a:t>0</a:t>
            </a:r>
          </a:p>
        </p:txBody>
      </p:sp>
      <p:sp>
        <p:nvSpPr>
          <p:cNvPr id="14" name="Textplatzhalter 13">
            <a:extLst xmlns:a="http://schemas.openxmlformats.org/drawingml/2006/main">
              <a:ext uri="{FF2B5EF4-FFF2-40B4-BE49-F238E27FC236}">
                <a16:creationId xmlns:a16="http://schemas.microsoft.com/office/drawing/2014/main" id="{4661D413-0E66-4F1F-BDCF-544DC8E41603}"/>
              </a:ext>
            </a:extLst>
          </p:cNvPr>
          <p:cNvSpPr>
            <a:spLocks xmlns:a="http://schemas.openxmlformats.org/drawingml/2006/main" noGrp="1"/>
          </p:cNvSpPr>
          <p:nvPr>
            <p:ph type="body" idx="43" hasCustomPrompt="1"/>
          </p:nvPr>
        </p:nvSpPr>
        <p:spPr>
          <a:xfrm xmlns:a="http://schemas.openxmlformats.org/drawingml/2006/main">
            <a:off x="5664108" y="1989138"/>
            <a:ext cx="5327742" cy="576000"/>
          </a:xfrm>
        </p:spPr>
        <p:txBody>
          <a:bodyPr xmlns:a="http://schemas.openxmlformats.org/drawingml/2006/main" tIns="36000"/>
          <a:lstStyle xmlns:a="http://schemas.openxmlformats.org/drawingml/2006/main">
            <a:lvl1pPr>
              <a:lnSpc>
                <a:spcPct val="100000"/>
              </a:lnSpc>
              <a:spcAft>
                <a:spcPts val="0"/>
              </a:spcAft>
              <a:buFontTx/>
              <a:buNone/>
              <a:defRPr>
                <a:solidFill>
                  <a:schemeClr val="tx1"/>
                </a:solidFill>
              </a:defRPr>
            </a:lvl1pPr>
            <a:lvl2pPr marL="0" indent="0">
              <a:lnSpc>
                <a:spcPct val="100000"/>
              </a:lnSpc>
              <a:spcAft>
                <a:spcPts val="0"/>
              </a:spcAft>
              <a:buFontTx/>
              <a:buNone/>
              <a:defRPr sz="1600">
                <a:solidFill>
                  <a:schemeClr val="tx1"/>
                </a:solidFill>
                <a:latin typeface="+mn-lt"/>
                <a:ea typeface="+mn-lt"/>
                <a:cs typeface="+mn-lt"/>
              </a:defRPr>
            </a:lvl2pPr>
            <a:lvl3pPr marL="0" indent="0">
              <a:lnSpc>
                <a:spcPct val="100000"/>
              </a:lnSpc>
              <a:spcAft>
                <a:spcPts val="0"/>
              </a:spcAft>
              <a:buFontTx/>
              <a:buNone/>
              <a:defRPr sz="1600">
                <a:solidFill>
                  <a:schemeClr val="tx1"/>
                </a:solidFill>
                <a:latin typeface="+mn-lt"/>
                <a:ea typeface="+mn-lt"/>
                <a:cs typeface="+mn-lt"/>
              </a:defRPr>
            </a:lvl3pPr>
            <a:lvl4pPr marL="0" indent="0">
              <a:lnSpc>
                <a:spcPct val="100000"/>
              </a:lnSpc>
              <a:spcAft>
                <a:spcPts val="0"/>
              </a:spcAft>
              <a:buFontTx/>
              <a:buNone/>
              <a:defRPr sz="1600">
                <a:solidFill>
                  <a:schemeClr val="tx1"/>
                </a:solidFill>
                <a:latin typeface="+mn-lt"/>
                <a:ea typeface="+mn-lt"/>
                <a:cs typeface="+mn-lt"/>
              </a:defRPr>
            </a:lvl4pPr>
            <a:lvl5pPr marL="0" indent="0">
              <a:lnSpc>
                <a:spcPct val="100000"/>
              </a:lnSpc>
              <a:spcAft>
                <a:spcPts val="0"/>
              </a:spcAft>
              <a:buFontTx/>
              <a:buNone/>
              <a:defRPr sz="1600">
                <a:solidFill>
                  <a:schemeClr val="tx1"/>
                </a:solidFill>
                <a:latin typeface="+mn-lt"/>
                <a:ea typeface="+mn-lt"/>
                <a:cs typeface="+mn-lt"/>
              </a:defRPr>
            </a:lvl5pPr>
            <a:lvl6pPr marL="0" indent="0">
              <a:lnSpc>
                <a:spcPct val="100000"/>
              </a:lnSpc>
              <a:spcAft>
                <a:spcPts val="0"/>
              </a:spcAft>
              <a:buFontTx/>
              <a:buNone/>
              <a:defRPr sz="1600">
                <a:solidFill>
                  <a:schemeClr val="tx1"/>
                </a:solidFill>
                <a:latin typeface="+mn-lt"/>
                <a:ea typeface="+mn-lt"/>
                <a:cs typeface="+mn-lt"/>
              </a:defRPr>
            </a:lvl6pPr>
            <a:lvl7pPr marL="0" indent="0">
              <a:lnSpc>
                <a:spcPct val="100000"/>
              </a:lnSpc>
              <a:spcAft>
                <a:spcPts val="0"/>
              </a:spcAft>
              <a:buFontTx/>
              <a:buNone/>
              <a:defRPr sz="1600">
                <a:solidFill>
                  <a:schemeClr val="tx1"/>
                </a:solidFill>
                <a:latin typeface="+mn-lt"/>
                <a:ea typeface="+mn-lt"/>
                <a:cs typeface="+mn-lt"/>
              </a:defRPr>
            </a:lvl7pPr>
            <a:lvl8pPr marL="0" indent="0">
              <a:lnSpc>
                <a:spcPct val="100000"/>
              </a:lnSpc>
              <a:spcAft>
                <a:spcPts val="0"/>
              </a:spcAft>
              <a:buFontTx/>
              <a:buNone/>
              <a:defRPr sz="1600">
                <a:solidFill>
                  <a:schemeClr val="tx1"/>
                </a:solidFill>
                <a:latin typeface="+mn-lt"/>
                <a:ea typeface="+mn-lt"/>
                <a:cs typeface="+mn-lt"/>
              </a:defRPr>
            </a:lvl8pPr>
            <a:lvl9pPr marL="0" indent="0">
              <a:lnSpc>
                <a:spcPct val="100000"/>
              </a:lnSpc>
              <a:spcAft>
                <a:spcPts val="0"/>
              </a:spcAft>
              <a:buFontTx/>
              <a:buNone/>
              <a:defRPr sz="1600">
                <a:solidFill>
                  <a:schemeClr val="tx1"/>
                </a:solidFill>
                <a:latin typeface="+mn-lt"/>
                <a:ea typeface="+mn-lt"/>
                <a:cs typeface="+mn-lt"/>
              </a:defRPr>
            </a:lvl9pPr>
          </a:lstStyle>
          <a:p xmlns:a="http://schemas.openxmlformats.org/drawingml/2006/main">
            <a:pPr lvl="0">
              <a:buNone/>
            </a:pPr>
            <a:r>
              <a:t>Agendapunkt</a:t>
            </a:r>
            <a:r>
              <a:t> hinzufügen</a:t>
            </a:r>
          </a:p>
          <a:p xmlns:a="http://schemas.openxmlformats.org/drawingml/2006/main">
            <a:pPr lvl="1">
              <a:buNone/>
            </a:pPr>
            <a:r>
              <a:t>Zweite Ebene</a:t>
            </a:r>
          </a:p>
        </p:txBody>
      </p:sp>
      <p:sp>
        <p:nvSpPr>
          <p:cNvPr id="2" name="Textplatzhalter 11">
            <a:extLst xmlns:a="http://schemas.openxmlformats.org/drawingml/2006/main">
              <a:ext uri="{FF2B5EF4-FFF2-40B4-BE49-F238E27FC236}">
                <a16:creationId xmlns:a16="http://schemas.microsoft.com/office/drawing/2014/main" id="{113CD2F9-72BE-732A-033C-58B5A7231333}"/>
              </a:ext>
            </a:extLst>
          </p:cNvPr>
          <p:cNvSpPr>
            <a:spLocks xmlns:a="http://schemas.openxmlformats.org/drawingml/2006/main" noGrp="1"/>
          </p:cNvSpPr>
          <p:nvPr>
            <p:ph type="body" idx="44" hasCustomPrompt="1"/>
          </p:nvPr>
        </p:nvSpPr>
        <p:spPr>
          <a:xfrm xmlns:a="http://schemas.openxmlformats.org/drawingml/2006/main">
            <a:off x="5016483" y="2710654"/>
            <a:ext cx="432000" cy="432000"/>
          </a:xfrm>
          <a:prstGeom xmlns:a="http://schemas.openxmlformats.org/drawingml/2006/main" prst="ellipse">
            <a:avLst/>
          </a:prstGeom>
          <a:solidFill xmlns:a="http://schemas.openxmlformats.org/drawingml/2006/main">
            <a:schemeClr val="bg1">
              <a:alpha val="0"/>
            </a:schemeClr>
          </a:solidFill>
          <a:ln xmlns:a="http://schemas.openxmlformats.org/drawingml/2006/main" w="12700">
            <a:solidFill>
              <a:schemeClr val="bg2"/>
            </a:solidFill>
          </a:ln>
        </p:spPr>
        <p:txBody>
          <a:bodyPr xmlns:a="http://schemas.openxmlformats.org/drawingml/2006/main" wrap="none" anchor="ctr"/>
          <a:lstStyle xmlns:a="http://schemas.openxmlformats.org/drawingml/2006/main">
            <a:lvl1pPr marL="0" indent="0" algn="ctr">
              <a:lnSpc>
                <a:spcPct val="100000"/>
              </a:lnSpc>
              <a:spcAft>
                <a:spcPts val="0"/>
              </a:spcAft>
              <a:buFontTx/>
              <a:buNone/>
              <a:defRPr sz="2400" spc="-100">
                <a:solidFill>
                  <a:schemeClr val="bg2"/>
                </a:solidFill>
                <a:latin typeface="+mn-lt"/>
                <a:ea typeface="+mn-lt"/>
                <a:cs typeface="+mn-lt"/>
              </a:defRPr>
            </a:lvl1pPr>
            <a:lvl2pPr marL="0" indent="0" algn="ctr">
              <a:lnSpc>
                <a:spcPct val="100000"/>
              </a:lnSpc>
              <a:spcAft>
                <a:spcPts val="0"/>
              </a:spcAft>
              <a:buFontTx/>
              <a:buNone/>
              <a:defRPr sz="2400" spc="-100">
                <a:solidFill>
                  <a:schemeClr val="bg2"/>
                </a:solidFill>
                <a:latin typeface="+mn-lt"/>
                <a:ea typeface="+mn-lt"/>
                <a:cs typeface="+mn-lt"/>
              </a:defRPr>
            </a:lvl2pPr>
            <a:lvl3pPr marL="0" indent="0" algn="ctr">
              <a:lnSpc>
                <a:spcPct val="100000"/>
              </a:lnSpc>
              <a:spcAft>
                <a:spcPts val="0"/>
              </a:spcAft>
              <a:buFontTx/>
              <a:buNone/>
              <a:defRPr sz="2400" spc="-100">
                <a:solidFill>
                  <a:schemeClr val="bg2"/>
                </a:solidFill>
                <a:latin typeface="+mn-lt"/>
                <a:ea typeface="+mn-lt"/>
                <a:cs typeface="+mn-lt"/>
              </a:defRPr>
            </a:lvl3pPr>
            <a:lvl4pPr marL="0" indent="0" algn="ctr">
              <a:lnSpc>
                <a:spcPct val="100000"/>
              </a:lnSpc>
              <a:spcAft>
                <a:spcPts val="0"/>
              </a:spcAft>
              <a:buFontTx/>
              <a:buNone/>
              <a:defRPr sz="2400" spc="-100">
                <a:solidFill>
                  <a:schemeClr val="bg2"/>
                </a:solidFill>
                <a:latin typeface="+mn-lt"/>
                <a:ea typeface="+mn-lt"/>
                <a:cs typeface="+mn-lt"/>
              </a:defRPr>
            </a:lvl4pPr>
            <a:lvl5pPr marL="0" indent="0" algn="ctr">
              <a:lnSpc>
                <a:spcPct val="100000"/>
              </a:lnSpc>
              <a:spcAft>
                <a:spcPts val="0"/>
              </a:spcAft>
              <a:buFontTx/>
              <a:buNone/>
              <a:defRPr sz="2400" spc="-100">
                <a:solidFill>
                  <a:schemeClr val="bg2"/>
                </a:solidFill>
                <a:latin typeface="+mn-lt"/>
                <a:ea typeface="+mn-lt"/>
                <a:cs typeface="+mn-lt"/>
              </a:defRPr>
            </a:lvl5pPr>
            <a:lvl6pPr marL="0" indent="0" algn="ctr">
              <a:lnSpc>
                <a:spcPct val="100000"/>
              </a:lnSpc>
              <a:spcAft>
                <a:spcPts val="0"/>
              </a:spcAft>
              <a:buFontTx/>
              <a:buNone/>
              <a:defRPr sz="2400" spc="-100">
                <a:solidFill>
                  <a:schemeClr val="bg2"/>
                </a:solidFill>
                <a:latin typeface="+mn-lt"/>
                <a:ea typeface="+mn-lt"/>
                <a:cs typeface="+mn-lt"/>
              </a:defRPr>
            </a:lvl6pPr>
            <a:lvl7pPr marL="0" indent="0" algn="ctr">
              <a:lnSpc>
                <a:spcPct val="100000"/>
              </a:lnSpc>
              <a:spcAft>
                <a:spcPts val="0"/>
              </a:spcAft>
              <a:buFontTx/>
              <a:buNone/>
              <a:defRPr sz="2400" spc="-100">
                <a:solidFill>
                  <a:schemeClr val="bg2"/>
                </a:solidFill>
              </a:defRPr>
            </a:lvl7pPr>
            <a:lvl8pPr marL="0" indent="0" algn="ctr">
              <a:lnSpc>
                <a:spcPct val="100000"/>
              </a:lnSpc>
              <a:spcAft>
                <a:spcPts val="0"/>
              </a:spcAft>
              <a:buFontTx/>
              <a:buNone/>
              <a:defRPr sz="2400" spc="-100">
                <a:solidFill>
                  <a:schemeClr val="bg2"/>
                </a:solidFill>
              </a:defRPr>
            </a:lvl8pPr>
            <a:lvl9pPr marL="0" indent="0" algn="ctr">
              <a:lnSpc>
                <a:spcPct val="100000"/>
              </a:lnSpc>
              <a:spcAft>
                <a:spcPts val="0"/>
              </a:spcAft>
              <a:buFontTx/>
              <a:buNone/>
              <a:defRPr sz="2400" spc="-100">
                <a:solidFill>
                  <a:schemeClr val="bg2"/>
                </a:solidFill>
              </a:defRPr>
            </a:lvl9pPr>
          </a:lstStyle>
          <a:p xmlns:a="http://schemas.openxmlformats.org/drawingml/2006/main">
            <a:pPr lvl="0">
              <a:buNone/>
            </a:pPr>
            <a:r>
              <a:t>0</a:t>
            </a:r>
          </a:p>
        </p:txBody>
      </p:sp>
      <p:sp>
        <p:nvSpPr>
          <p:cNvPr id="5" name="Textplatzhalter 13">
            <a:extLst xmlns:a="http://schemas.openxmlformats.org/drawingml/2006/main">
              <a:ext uri="{FF2B5EF4-FFF2-40B4-BE49-F238E27FC236}">
                <a16:creationId xmlns:a16="http://schemas.microsoft.com/office/drawing/2014/main" id="{09AB5DF8-4624-49C5-E88B-56EF4959EE7C}"/>
              </a:ext>
            </a:extLst>
          </p:cNvPr>
          <p:cNvSpPr>
            <a:spLocks xmlns:a="http://schemas.openxmlformats.org/drawingml/2006/main" noGrp="1"/>
          </p:cNvSpPr>
          <p:nvPr>
            <p:ph type="body" idx="45" hasCustomPrompt="1"/>
          </p:nvPr>
        </p:nvSpPr>
        <p:spPr>
          <a:xfrm xmlns:a="http://schemas.openxmlformats.org/drawingml/2006/main">
            <a:off x="5664183" y="2780992"/>
            <a:ext cx="5327742" cy="576000"/>
          </a:xfrm>
        </p:spPr>
        <p:txBody>
          <a:bodyPr xmlns:a="http://schemas.openxmlformats.org/drawingml/2006/main" tIns="36000"/>
          <a:lstStyle xmlns:a="http://schemas.openxmlformats.org/drawingml/2006/main">
            <a:lvl1pPr>
              <a:lnSpc>
                <a:spcPct val="100000"/>
              </a:lnSpc>
              <a:spcAft>
                <a:spcPts val="0"/>
              </a:spcAft>
              <a:buFontTx/>
              <a:buNone/>
              <a:defRPr>
                <a:solidFill>
                  <a:schemeClr val="tx1"/>
                </a:solidFill>
              </a:defRPr>
            </a:lvl1pPr>
            <a:lvl2pPr marL="0" indent="0">
              <a:lnSpc>
                <a:spcPct val="100000"/>
              </a:lnSpc>
              <a:spcAft>
                <a:spcPts val="0"/>
              </a:spcAft>
              <a:buFontTx/>
              <a:buNone/>
              <a:defRPr sz="1600">
                <a:solidFill>
                  <a:schemeClr val="tx1"/>
                </a:solidFill>
                <a:latin typeface="+mn-lt"/>
                <a:ea typeface="+mn-lt"/>
                <a:cs typeface="+mn-lt"/>
              </a:defRPr>
            </a:lvl2pPr>
            <a:lvl3pPr marL="0" indent="0">
              <a:lnSpc>
                <a:spcPct val="100000"/>
              </a:lnSpc>
              <a:spcAft>
                <a:spcPts val="0"/>
              </a:spcAft>
              <a:buFontTx/>
              <a:buNone/>
              <a:defRPr sz="1600">
                <a:solidFill>
                  <a:schemeClr val="tx1"/>
                </a:solidFill>
                <a:latin typeface="+mn-lt"/>
                <a:ea typeface="+mn-lt"/>
                <a:cs typeface="+mn-lt"/>
              </a:defRPr>
            </a:lvl3pPr>
            <a:lvl4pPr marL="0" indent="0">
              <a:lnSpc>
                <a:spcPct val="100000"/>
              </a:lnSpc>
              <a:spcAft>
                <a:spcPts val="0"/>
              </a:spcAft>
              <a:buFontTx/>
              <a:buNone/>
              <a:defRPr sz="1600">
                <a:solidFill>
                  <a:schemeClr val="tx1"/>
                </a:solidFill>
                <a:latin typeface="+mn-lt"/>
                <a:ea typeface="+mn-lt"/>
                <a:cs typeface="+mn-lt"/>
              </a:defRPr>
            </a:lvl4pPr>
            <a:lvl5pPr marL="0" indent="0">
              <a:lnSpc>
                <a:spcPct val="100000"/>
              </a:lnSpc>
              <a:spcAft>
                <a:spcPts val="0"/>
              </a:spcAft>
              <a:buFontTx/>
              <a:buNone/>
              <a:defRPr sz="1600">
                <a:solidFill>
                  <a:schemeClr val="tx1"/>
                </a:solidFill>
                <a:latin typeface="+mn-lt"/>
                <a:ea typeface="+mn-lt"/>
                <a:cs typeface="+mn-lt"/>
              </a:defRPr>
            </a:lvl5pPr>
            <a:lvl6pPr marL="0" indent="0">
              <a:lnSpc>
                <a:spcPct val="100000"/>
              </a:lnSpc>
              <a:spcAft>
                <a:spcPts val="0"/>
              </a:spcAft>
              <a:buFontTx/>
              <a:buNone/>
              <a:defRPr sz="1600">
                <a:solidFill>
                  <a:schemeClr val="tx1"/>
                </a:solidFill>
                <a:latin typeface="+mn-lt"/>
                <a:ea typeface="+mn-lt"/>
                <a:cs typeface="+mn-lt"/>
              </a:defRPr>
            </a:lvl6pPr>
            <a:lvl7pPr marL="0" indent="0">
              <a:lnSpc>
                <a:spcPct val="100000"/>
              </a:lnSpc>
              <a:spcAft>
                <a:spcPts val="0"/>
              </a:spcAft>
              <a:buFontTx/>
              <a:buNone/>
              <a:defRPr sz="1600">
                <a:solidFill>
                  <a:schemeClr val="tx1"/>
                </a:solidFill>
                <a:latin typeface="+mn-lt"/>
                <a:ea typeface="+mn-lt"/>
                <a:cs typeface="+mn-lt"/>
              </a:defRPr>
            </a:lvl7pPr>
            <a:lvl8pPr marL="0" indent="0">
              <a:lnSpc>
                <a:spcPct val="100000"/>
              </a:lnSpc>
              <a:spcAft>
                <a:spcPts val="0"/>
              </a:spcAft>
              <a:buFontTx/>
              <a:buNone/>
              <a:defRPr sz="1600">
                <a:solidFill>
                  <a:schemeClr val="tx1"/>
                </a:solidFill>
                <a:latin typeface="+mn-lt"/>
                <a:ea typeface="+mn-lt"/>
                <a:cs typeface="+mn-lt"/>
              </a:defRPr>
            </a:lvl8pPr>
            <a:lvl9pPr marL="0" indent="0">
              <a:lnSpc>
                <a:spcPct val="100000"/>
              </a:lnSpc>
              <a:spcAft>
                <a:spcPts val="0"/>
              </a:spcAft>
              <a:buFontTx/>
              <a:buNone/>
              <a:defRPr sz="1600">
                <a:solidFill>
                  <a:schemeClr val="tx1"/>
                </a:solidFill>
                <a:latin typeface="+mn-lt"/>
                <a:ea typeface="+mn-lt"/>
                <a:cs typeface="+mn-lt"/>
              </a:defRPr>
            </a:lvl9pPr>
          </a:lstStyle>
          <a:p xmlns:a="http://schemas.openxmlformats.org/drawingml/2006/main">
            <a:pPr lvl="0">
              <a:buNone/>
            </a:pPr>
            <a:r>
              <a:t>Agendapunkt</a:t>
            </a:r>
            <a:r>
              <a:t> hinzufügen</a:t>
            </a:r>
          </a:p>
          <a:p xmlns:a="http://schemas.openxmlformats.org/drawingml/2006/main">
            <a:pPr lvl="1">
              <a:buNone/>
            </a:pPr>
            <a:r>
              <a:t>Zweite Ebene</a:t>
            </a:r>
          </a:p>
        </p:txBody>
      </p:sp>
      <p:sp>
        <p:nvSpPr>
          <p:cNvPr id="8" name="Textplatzhalter 11">
            <a:extLst xmlns:a="http://schemas.openxmlformats.org/drawingml/2006/main">
              <a:ext uri="{FF2B5EF4-FFF2-40B4-BE49-F238E27FC236}">
                <a16:creationId xmlns:a16="http://schemas.microsoft.com/office/drawing/2014/main" id="{D7139390-6F38-514A-5F04-7C8D06D4B49B}"/>
              </a:ext>
            </a:extLst>
          </p:cNvPr>
          <p:cNvSpPr>
            <a:spLocks xmlns:a="http://schemas.openxmlformats.org/drawingml/2006/main" noGrp="1"/>
          </p:cNvSpPr>
          <p:nvPr>
            <p:ph type="body" idx="46" hasCustomPrompt="1"/>
          </p:nvPr>
        </p:nvSpPr>
        <p:spPr>
          <a:xfrm xmlns:a="http://schemas.openxmlformats.org/drawingml/2006/main">
            <a:off x="5016558" y="3502508"/>
            <a:ext cx="432000" cy="432000"/>
          </a:xfrm>
          <a:prstGeom xmlns:a="http://schemas.openxmlformats.org/drawingml/2006/main" prst="ellipse">
            <a:avLst/>
          </a:prstGeom>
          <a:solidFill xmlns:a="http://schemas.openxmlformats.org/drawingml/2006/main">
            <a:schemeClr val="bg1">
              <a:alpha val="0"/>
            </a:schemeClr>
          </a:solidFill>
          <a:ln xmlns:a="http://schemas.openxmlformats.org/drawingml/2006/main" w="12700">
            <a:solidFill>
              <a:schemeClr val="bg2"/>
            </a:solidFill>
          </a:ln>
        </p:spPr>
        <p:txBody>
          <a:bodyPr xmlns:a="http://schemas.openxmlformats.org/drawingml/2006/main" wrap="none" anchor="ctr"/>
          <a:lstStyle xmlns:a="http://schemas.openxmlformats.org/drawingml/2006/main">
            <a:lvl1pPr marL="0" indent="0" algn="ctr">
              <a:lnSpc>
                <a:spcPct val="100000"/>
              </a:lnSpc>
              <a:spcAft>
                <a:spcPts val="0"/>
              </a:spcAft>
              <a:buFontTx/>
              <a:buNone/>
              <a:defRPr sz="2400" spc="-100">
                <a:solidFill>
                  <a:schemeClr val="bg2"/>
                </a:solidFill>
                <a:latin typeface="+mn-lt"/>
                <a:ea typeface="+mn-lt"/>
                <a:cs typeface="+mn-lt"/>
              </a:defRPr>
            </a:lvl1pPr>
            <a:lvl2pPr marL="0" indent="0" algn="ctr">
              <a:lnSpc>
                <a:spcPct val="100000"/>
              </a:lnSpc>
              <a:spcAft>
                <a:spcPts val="0"/>
              </a:spcAft>
              <a:buFontTx/>
              <a:buNone/>
              <a:defRPr sz="2400" spc="-100">
                <a:solidFill>
                  <a:schemeClr val="bg2"/>
                </a:solidFill>
                <a:latin typeface="+mn-lt"/>
                <a:ea typeface="+mn-lt"/>
                <a:cs typeface="+mn-lt"/>
              </a:defRPr>
            </a:lvl2pPr>
            <a:lvl3pPr marL="0" indent="0" algn="ctr">
              <a:lnSpc>
                <a:spcPct val="100000"/>
              </a:lnSpc>
              <a:spcAft>
                <a:spcPts val="0"/>
              </a:spcAft>
              <a:buFontTx/>
              <a:buNone/>
              <a:defRPr sz="2400" spc="-100">
                <a:solidFill>
                  <a:schemeClr val="bg2"/>
                </a:solidFill>
                <a:latin typeface="+mn-lt"/>
                <a:ea typeface="+mn-lt"/>
                <a:cs typeface="+mn-lt"/>
              </a:defRPr>
            </a:lvl3pPr>
            <a:lvl4pPr marL="0" indent="0" algn="ctr">
              <a:lnSpc>
                <a:spcPct val="100000"/>
              </a:lnSpc>
              <a:spcAft>
                <a:spcPts val="0"/>
              </a:spcAft>
              <a:buFontTx/>
              <a:buNone/>
              <a:defRPr sz="2400" spc="-100">
                <a:solidFill>
                  <a:schemeClr val="bg2"/>
                </a:solidFill>
                <a:latin typeface="+mn-lt"/>
                <a:ea typeface="+mn-lt"/>
                <a:cs typeface="+mn-lt"/>
              </a:defRPr>
            </a:lvl4pPr>
            <a:lvl5pPr marL="0" indent="0" algn="ctr">
              <a:lnSpc>
                <a:spcPct val="100000"/>
              </a:lnSpc>
              <a:spcAft>
                <a:spcPts val="0"/>
              </a:spcAft>
              <a:buFontTx/>
              <a:buNone/>
              <a:defRPr sz="2400" spc="-100">
                <a:solidFill>
                  <a:schemeClr val="bg2"/>
                </a:solidFill>
                <a:latin typeface="+mn-lt"/>
                <a:ea typeface="+mn-lt"/>
                <a:cs typeface="+mn-lt"/>
              </a:defRPr>
            </a:lvl5pPr>
            <a:lvl6pPr marL="0" indent="0" algn="ctr">
              <a:lnSpc>
                <a:spcPct val="100000"/>
              </a:lnSpc>
              <a:spcAft>
                <a:spcPts val="0"/>
              </a:spcAft>
              <a:buFontTx/>
              <a:buNone/>
              <a:defRPr sz="2400" spc="-100">
                <a:solidFill>
                  <a:schemeClr val="bg2"/>
                </a:solidFill>
                <a:latin typeface="+mn-lt"/>
                <a:ea typeface="+mn-lt"/>
                <a:cs typeface="+mn-lt"/>
              </a:defRPr>
            </a:lvl6pPr>
            <a:lvl7pPr marL="0" indent="0" algn="ctr">
              <a:lnSpc>
                <a:spcPct val="100000"/>
              </a:lnSpc>
              <a:spcAft>
                <a:spcPts val="0"/>
              </a:spcAft>
              <a:buFontTx/>
              <a:buNone/>
              <a:defRPr sz="2400" spc="-100">
                <a:solidFill>
                  <a:schemeClr val="bg2"/>
                </a:solidFill>
              </a:defRPr>
            </a:lvl7pPr>
            <a:lvl8pPr marL="0" indent="0" algn="ctr">
              <a:lnSpc>
                <a:spcPct val="100000"/>
              </a:lnSpc>
              <a:spcAft>
                <a:spcPts val="0"/>
              </a:spcAft>
              <a:buFontTx/>
              <a:buNone/>
              <a:defRPr sz="2400" spc="-100">
                <a:solidFill>
                  <a:schemeClr val="bg2"/>
                </a:solidFill>
              </a:defRPr>
            </a:lvl8pPr>
            <a:lvl9pPr marL="0" indent="0" algn="ctr">
              <a:lnSpc>
                <a:spcPct val="100000"/>
              </a:lnSpc>
              <a:spcAft>
                <a:spcPts val="0"/>
              </a:spcAft>
              <a:buFontTx/>
              <a:buNone/>
              <a:defRPr sz="2400" spc="-100">
                <a:solidFill>
                  <a:schemeClr val="bg2"/>
                </a:solidFill>
              </a:defRPr>
            </a:lvl9pPr>
          </a:lstStyle>
          <a:p xmlns:a="http://schemas.openxmlformats.org/drawingml/2006/main">
            <a:pPr lvl="0">
              <a:buNone/>
            </a:pPr>
            <a:r>
              <a:t>0</a:t>
            </a:r>
          </a:p>
        </p:txBody>
      </p:sp>
      <p:sp>
        <p:nvSpPr>
          <p:cNvPr id="11" name="Textplatzhalter 13">
            <a:extLst xmlns:a="http://schemas.openxmlformats.org/drawingml/2006/main">
              <a:ext uri="{FF2B5EF4-FFF2-40B4-BE49-F238E27FC236}">
                <a16:creationId xmlns:a16="http://schemas.microsoft.com/office/drawing/2014/main" id="{26792EF9-014B-BE59-3FFC-4837CE6300CA}"/>
              </a:ext>
            </a:extLst>
          </p:cNvPr>
          <p:cNvSpPr>
            <a:spLocks xmlns:a="http://schemas.openxmlformats.org/drawingml/2006/main" noGrp="1"/>
          </p:cNvSpPr>
          <p:nvPr>
            <p:ph type="body" idx="47" hasCustomPrompt="1"/>
          </p:nvPr>
        </p:nvSpPr>
        <p:spPr>
          <a:xfrm xmlns:a="http://schemas.openxmlformats.org/drawingml/2006/main">
            <a:off x="5664258" y="3572846"/>
            <a:ext cx="5327742" cy="576000"/>
          </a:xfrm>
        </p:spPr>
        <p:txBody>
          <a:bodyPr xmlns:a="http://schemas.openxmlformats.org/drawingml/2006/main" tIns="36000"/>
          <a:lstStyle xmlns:a="http://schemas.openxmlformats.org/drawingml/2006/main">
            <a:lvl1pPr>
              <a:lnSpc>
                <a:spcPct val="100000"/>
              </a:lnSpc>
              <a:spcAft>
                <a:spcPts val="0"/>
              </a:spcAft>
              <a:buFontTx/>
              <a:buNone/>
              <a:defRPr>
                <a:solidFill>
                  <a:schemeClr val="tx1"/>
                </a:solidFill>
              </a:defRPr>
            </a:lvl1pPr>
            <a:lvl2pPr marL="0" indent="0">
              <a:lnSpc>
                <a:spcPct val="100000"/>
              </a:lnSpc>
              <a:spcAft>
                <a:spcPts val="0"/>
              </a:spcAft>
              <a:buFontTx/>
              <a:buNone/>
              <a:defRPr sz="1600">
                <a:solidFill>
                  <a:schemeClr val="tx1"/>
                </a:solidFill>
                <a:latin typeface="+mn-lt"/>
                <a:ea typeface="+mn-lt"/>
                <a:cs typeface="+mn-lt"/>
              </a:defRPr>
            </a:lvl2pPr>
            <a:lvl3pPr marL="0" indent="0">
              <a:lnSpc>
                <a:spcPct val="100000"/>
              </a:lnSpc>
              <a:spcAft>
                <a:spcPts val="0"/>
              </a:spcAft>
              <a:buFontTx/>
              <a:buNone/>
              <a:defRPr sz="1600">
                <a:solidFill>
                  <a:schemeClr val="tx1"/>
                </a:solidFill>
                <a:latin typeface="+mn-lt"/>
                <a:ea typeface="+mn-lt"/>
                <a:cs typeface="+mn-lt"/>
              </a:defRPr>
            </a:lvl3pPr>
            <a:lvl4pPr marL="0" indent="0">
              <a:lnSpc>
                <a:spcPct val="100000"/>
              </a:lnSpc>
              <a:spcAft>
                <a:spcPts val="0"/>
              </a:spcAft>
              <a:buFontTx/>
              <a:buNone/>
              <a:defRPr sz="1600">
                <a:solidFill>
                  <a:schemeClr val="tx1"/>
                </a:solidFill>
                <a:latin typeface="+mn-lt"/>
                <a:ea typeface="+mn-lt"/>
                <a:cs typeface="+mn-lt"/>
              </a:defRPr>
            </a:lvl4pPr>
            <a:lvl5pPr marL="0" indent="0">
              <a:lnSpc>
                <a:spcPct val="100000"/>
              </a:lnSpc>
              <a:spcAft>
                <a:spcPts val="0"/>
              </a:spcAft>
              <a:buFontTx/>
              <a:buNone/>
              <a:defRPr sz="1600">
                <a:solidFill>
                  <a:schemeClr val="tx1"/>
                </a:solidFill>
                <a:latin typeface="+mn-lt"/>
                <a:ea typeface="+mn-lt"/>
                <a:cs typeface="+mn-lt"/>
              </a:defRPr>
            </a:lvl5pPr>
            <a:lvl6pPr marL="0" indent="0">
              <a:lnSpc>
                <a:spcPct val="100000"/>
              </a:lnSpc>
              <a:spcAft>
                <a:spcPts val="0"/>
              </a:spcAft>
              <a:buFontTx/>
              <a:buNone/>
              <a:defRPr sz="1600">
                <a:solidFill>
                  <a:schemeClr val="tx1"/>
                </a:solidFill>
                <a:latin typeface="+mn-lt"/>
                <a:ea typeface="+mn-lt"/>
                <a:cs typeface="+mn-lt"/>
              </a:defRPr>
            </a:lvl6pPr>
            <a:lvl7pPr marL="0" indent="0">
              <a:lnSpc>
                <a:spcPct val="100000"/>
              </a:lnSpc>
              <a:spcAft>
                <a:spcPts val="0"/>
              </a:spcAft>
              <a:buFontTx/>
              <a:buNone/>
              <a:defRPr sz="1600">
                <a:solidFill>
                  <a:schemeClr val="tx1"/>
                </a:solidFill>
                <a:latin typeface="+mn-lt"/>
                <a:ea typeface="+mn-lt"/>
                <a:cs typeface="+mn-lt"/>
              </a:defRPr>
            </a:lvl7pPr>
            <a:lvl8pPr marL="0" indent="0">
              <a:lnSpc>
                <a:spcPct val="100000"/>
              </a:lnSpc>
              <a:spcAft>
                <a:spcPts val="0"/>
              </a:spcAft>
              <a:buFontTx/>
              <a:buNone/>
              <a:defRPr sz="1600">
                <a:solidFill>
                  <a:schemeClr val="tx1"/>
                </a:solidFill>
                <a:latin typeface="+mn-lt"/>
                <a:ea typeface="+mn-lt"/>
                <a:cs typeface="+mn-lt"/>
              </a:defRPr>
            </a:lvl8pPr>
            <a:lvl9pPr marL="0" indent="0">
              <a:lnSpc>
                <a:spcPct val="100000"/>
              </a:lnSpc>
              <a:spcAft>
                <a:spcPts val="0"/>
              </a:spcAft>
              <a:buFontTx/>
              <a:buNone/>
              <a:defRPr sz="1600">
                <a:solidFill>
                  <a:schemeClr val="tx1"/>
                </a:solidFill>
                <a:latin typeface="+mn-lt"/>
                <a:ea typeface="+mn-lt"/>
                <a:cs typeface="+mn-lt"/>
              </a:defRPr>
            </a:lvl9pPr>
          </a:lstStyle>
          <a:p xmlns:a="http://schemas.openxmlformats.org/drawingml/2006/main">
            <a:pPr lvl="0">
              <a:buNone/>
            </a:pPr>
            <a:r>
              <a:t>Agendapunkt</a:t>
            </a:r>
            <a:r>
              <a:t> hinzufügen</a:t>
            </a:r>
          </a:p>
          <a:p xmlns:a="http://schemas.openxmlformats.org/drawingml/2006/main">
            <a:pPr lvl="1">
              <a:buNone/>
            </a:pPr>
            <a:r>
              <a:t>Zweite Ebene</a:t>
            </a:r>
          </a:p>
        </p:txBody>
      </p:sp>
      <p:sp>
        <p:nvSpPr>
          <p:cNvPr id="13" name="Textplatzhalter 11">
            <a:extLst xmlns:a="http://schemas.openxmlformats.org/drawingml/2006/main">
              <a:ext uri="{FF2B5EF4-FFF2-40B4-BE49-F238E27FC236}">
                <a16:creationId xmlns:a16="http://schemas.microsoft.com/office/drawing/2014/main" id="{A14AF2D9-7841-5FD7-E6AE-5833D72D910B}"/>
              </a:ext>
            </a:extLst>
          </p:cNvPr>
          <p:cNvSpPr>
            <a:spLocks xmlns:a="http://schemas.openxmlformats.org/drawingml/2006/main" noGrp="1"/>
          </p:cNvSpPr>
          <p:nvPr>
            <p:ph type="body" idx="48" hasCustomPrompt="1"/>
          </p:nvPr>
        </p:nvSpPr>
        <p:spPr>
          <a:xfrm xmlns:a="http://schemas.openxmlformats.org/drawingml/2006/main">
            <a:off x="5016633" y="4294362"/>
            <a:ext cx="432000" cy="432000"/>
          </a:xfrm>
          <a:prstGeom xmlns:a="http://schemas.openxmlformats.org/drawingml/2006/main" prst="ellipse">
            <a:avLst/>
          </a:prstGeom>
          <a:solidFill xmlns:a="http://schemas.openxmlformats.org/drawingml/2006/main">
            <a:schemeClr val="bg1">
              <a:alpha val="0"/>
            </a:schemeClr>
          </a:solidFill>
          <a:ln xmlns:a="http://schemas.openxmlformats.org/drawingml/2006/main" w="12700">
            <a:solidFill>
              <a:schemeClr val="bg2"/>
            </a:solidFill>
          </a:ln>
        </p:spPr>
        <p:txBody>
          <a:bodyPr xmlns:a="http://schemas.openxmlformats.org/drawingml/2006/main" wrap="none" anchor="ctr"/>
          <a:lstStyle xmlns:a="http://schemas.openxmlformats.org/drawingml/2006/main">
            <a:lvl1pPr marL="0" indent="0" algn="ctr">
              <a:lnSpc>
                <a:spcPct val="100000"/>
              </a:lnSpc>
              <a:spcAft>
                <a:spcPts val="0"/>
              </a:spcAft>
              <a:buFontTx/>
              <a:buNone/>
              <a:defRPr sz="2400" spc="-100">
                <a:solidFill>
                  <a:schemeClr val="bg2"/>
                </a:solidFill>
                <a:latin typeface="+mn-lt"/>
                <a:ea typeface="+mn-lt"/>
                <a:cs typeface="+mn-lt"/>
              </a:defRPr>
            </a:lvl1pPr>
            <a:lvl2pPr marL="0" indent="0" algn="ctr">
              <a:lnSpc>
                <a:spcPct val="100000"/>
              </a:lnSpc>
              <a:spcAft>
                <a:spcPts val="0"/>
              </a:spcAft>
              <a:buFontTx/>
              <a:buNone/>
              <a:defRPr sz="2400" spc="-100">
                <a:solidFill>
                  <a:schemeClr val="bg2"/>
                </a:solidFill>
                <a:latin typeface="+mn-lt"/>
                <a:ea typeface="+mn-lt"/>
                <a:cs typeface="+mn-lt"/>
              </a:defRPr>
            </a:lvl2pPr>
            <a:lvl3pPr marL="0" indent="0" algn="ctr">
              <a:lnSpc>
                <a:spcPct val="100000"/>
              </a:lnSpc>
              <a:spcAft>
                <a:spcPts val="0"/>
              </a:spcAft>
              <a:buFontTx/>
              <a:buNone/>
              <a:defRPr sz="2400" spc="-100">
                <a:solidFill>
                  <a:schemeClr val="bg2"/>
                </a:solidFill>
                <a:latin typeface="+mn-lt"/>
                <a:ea typeface="+mn-lt"/>
                <a:cs typeface="+mn-lt"/>
              </a:defRPr>
            </a:lvl3pPr>
            <a:lvl4pPr marL="0" indent="0" algn="ctr">
              <a:lnSpc>
                <a:spcPct val="100000"/>
              </a:lnSpc>
              <a:spcAft>
                <a:spcPts val="0"/>
              </a:spcAft>
              <a:buFontTx/>
              <a:buNone/>
              <a:defRPr sz="2400" spc="-100">
                <a:solidFill>
                  <a:schemeClr val="bg2"/>
                </a:solidFill>
                <a:latin typeface="+mn-lt"/>
                <a:ea typeface="+mn-lt"/>
                <a:cs typeface="+mn-lt"/>
              </a:defRPr>
            </a:lvl4pPr>
            <a:lvl5pPr marL="0" indent="0" algn="ctr">
              <a:lnSpc>
                <a:spcPct val="100000"/>
              </a:lnSpc>
              <a:spcAft>
                <a:spcPts val="0"/>
              </a:spcAft>
              <a:buFontTx/>
              <a:buNone/>
              <a:defRPr sz="2400" spc="-100">
                <a:solidFill>
                  <a:schemeClr val="bg2"/>
                </a:solidFill>
                <a:latin typeface="+mn-lt"/>
                <a:ea typeface="+mn-lt"/>
                <a:cs typeface="+mn-lt"/>
              </a:defRPr>
            </a:lvl5pPr>
            <a:lvl6pPr marL="0" indent="0" algn="ctr">
              <a:lnSpc>
                <a:spcPct val="100000"/>
              </a:lnSpc>
              <a:spcAft>
                <a:spcPts val="0"/>
              </a:spcAft>
              <a:buFontTx/>
              <a:buNone/>
              <a:defRPr sz="2400" spc="-100">
                <a:solidFill>
                  <a:schemeClr val="bg2"/>
                </a:solidFill>
                <a:latin typeface="+mn-lt"/>
                <a:ea typeface="+mn-lt"/>
                <a:cs typeface="+mn-lt"/>
              </a:defRPr>
            </a:lvl6pPr>
            <a:lvl7pPr marL="0" indent="0" algn="ctr">
              <a:lnSpc>
                <a:spcPct val="100000"/>
              </a:lnSpc>
              <a:spcAft>
                <a:spcPts val="0"/>
              </a:spcAft>
              <a:buFontTx/>
              <a:buNone/>
              <a:defRPr sz="2400" spc="-100">
                <a:solidFill>
                  <a:schemeClr val="bg2"/>
                </a:solidFill>
              </a:defRPr>
            </a:lvl7pPr>
            <a:lvl8pPr marL="0" indent="0" algn="ctr">
              <a:lnSpc>
                <a:spcPct val="100000"/>
              </a:lnSpc>
              <a:spcAft>
                <a:spcPts val="0"/>
              </a:spcAft>
              <a:buFontTx/>
              <a:buNone/>
              <a:defRPr sz="2400" spc="-100">
                <a:solidFill>
                  <a:schemeClr val="bg2"/>
                </a:solidFill>
              </a:defRPr>
            </a:lvl8pPr>
            <a:lvl9pPr marL="0" indent="0" algn="ctr">
              <a:lnSpc>
                <a:spcPct val="100000"/>
              </a:lnSpc>
              <a:spcAft>
                <a:spcPts val="0"/>
              </a:spcAft>
              <a:buFontTx/>
              <a:buNone/>
              <a:defRPr sz="2400" spc="-100">
                <a:solidFill>
                  <a:schemeClr val="bg2"/>
                </a:solidFill>
              </a:defRPr>
            </a:lvl9pPr>
          </a:lstStyle>
          <a:p xmlns:a="http://schemas.openxmlformats.org/drawingml/2006/main">
            <a:pPr lvl="0">
              <a:buNone/>
            </a:pPr>
            <a:r>
              <a:t>0</a:t>
            </a:r>
          </a:p>
        </p:txBody>
      </p:sp>
      <p:sp>
        <p:nvSpPr>
          <p:cNvPr id="15" name="Textplatzhalter 13">
            <a:extLst xmlns:a="http://schemas.openxmlformats.org/drawingml/2006/main">
              <a:ext uri="{FF2B5EF4-FFF2-40B4-BE49-F238E27FC236}">
                <a16:creationId xmlns:a16="http://schemas.microsoft.com/office/drawing/2014/main" id="{EB2D2B1D-3949-A028-2291-ADFD6307DDF2}"/>
              </a:ext>
            </a:extLst>
          </p:cNvPr>
          <p:cNvSpPr>
            <a:spLocks xmlns:a="http://schemas.openxmlformats.org/drawingml/2006/main" noGrp="1"/>
          </p:cNvSpPr>
          <p:nvPr>
            <p:ph type="body" idx="49" hasCustomPrompt="1"/>
          </p:nvPr>
        </p:nvSpPr>
        <p:spPr>
          <a:xfrm xmlns:a="http://schemas.openxmlformats.org/drawingml/2006/main">
            <a:off x="5664333" y="4364700"/>
            <a:ext cx="5327742" cy="576000"/>
          </a:xfrm>
        </p:spPr>
        <p:txBody>
          <a:bodyPr xmlns:a="http://schemas.openxmlformats.org/drawingml/2006/main" tIns="36000"/>
          <a:lstStyle xmlns:a="http://schemas.openxmlformats.org/drawingml/2006/main">
            <a:lvl1pPr>
              <a:lnSpc>
                <a:spcPct val="100000"/>
              </a:lnSpc>
              <a:spcAft>
                <a:spcPts val="0"/>
              </a:spcAft>
              <a:buFontTx/>
              <a:buNone/>
              <a:defRPr>
                <a:solidFill>
                  <a:schemeClr val="tx1"/>
                </a:solidFill>
              </a:defRPr>
            </a:lvl1pPr>
            <a:lvl2pPr marL="0" indent="0">
              <a:lnSpc>
                <a:spcPct val="100000"/>
              </a:lnSpc>
              <a:spcAft>
                <a:spcPts val="0"/>
              </a:spcAft>
              <a:buFontTx/>
              <a:buNone/>
              <a:defRPr sz="1600">
                <a:solidFill>
                  <a:schemeClr val="tx1"/>
                </a:solidFill>
                <a:latin typeface="+mn-lt"/>
                <a:ea typeface="+mn-lt"/>
                <a:cs typeface="+mn-lt"/>
              </a:defRPr>
            </a:lvl2pPr>
            <a:lvl3pPr marL="0" indent="0">
              <a:lnSpc>
                <a:spcPct val="100000"/>
              </a:lnSpc>
              <a:spcAft>
                <a:spcPts val="0"/>
              </a:spcAft>
              <a:buFontTx/>
              <a:buNone/>
              <a:defRPr sz="1600">
                <a:solidFill>
                  <a:schemeClr val="tx1"/>
                </a:solidFill>
                <a:latin typeface="+mn-lt"/>
                <a:ea typeface="+mn-lt"/>
                <a:cs typeface="+mn-lt"/>
              </a:defRPr>
            </a:lvl3pPr>
            <a:lvl4pPr marL="0" indent="0">
              <a:lnSpc>
                <a:spcPct val="100000"/>
              </a:lnSpc>
              <a:spcAft>
                <a:spcPts val="0"/>
              </a:spcAft>
              <a:buFontTx/>
              <a:buNone/>
              <a:defRPr sz="1600">
                <a:solidFill>
                  <a:schemeClr val="tx1"/>
                </a:solidFill>
                <a:latin typeface="+mn-lt"/>
                <a:ea typeface="+mn-lt"/>
                <a:cs typeface="+mn-lt"/>
              </a:defRPr>
            </a:lvl4pPr>
            <a:lvl5pPr marL="0" indent="0">
              <a:lnSpc>
                <a:spcPct val="100000"/>
              </a:lnSpc>
              <a:spcAft>
                <a:spcPts val="0"/>
              </a:spcAft>
              <a:buFontTx/>
              <a:buNone/>
              <a:defRPr sz="1600">
                <a:solidFill>
                  <a:schemeClr val="tx1"/>
                </a:solidFill>
                <a:latin typeface="+mn-lt"/>
                <a:ea typeface="+mn-lt"/>
                <a:cs typeface="+mn-lt"/>
              </a:defRPr>
            </a:lvl5pPr>
            <a:lvl6pPr marL="0" indent="0">
              <a:lnSpc>
                <a:spcPct val="100000"/>
              </a:lnSpc>
              <a:spcAft>
                <a:spcPts val="0"/>
              </a:spcAft>
              <a:buFontTx/>
              <a:buNone/>
              <a:defRPr sz="1600">
                <a:solidFill>
                  <a:schemeClr val="tx1"/>
                </a:solidFill>
                <a:latin typeface="+mn-lt"/>
                <a:ea typeface="+mn-lt"/>
                <a:cs typeface="+mn-lt"/>
              </a:defRPr>
            </a:lvl6pPr>
            <a:lvl7pPr marL="0" indent="0">
              <a:lnSpc>
                <a:spcPct val="100000"/>
              </a:lnSpc>
              <a:spcAft>
                <a:spcPts val="0"/>
              </a:spcAft>
              <a:buFontTx/>
              <a:buNone/>
              <a:defRPr sz="1600">
                <a:solidFill>
                  <a:schemeClr val="tx1"/>
                </a:solidFill>
                <a:latin typeface="+mn-lt"/>
                <a:ea typeface="+mn-lt"/>
                <a:cs typeface="+mn-lt"/>
              </a:defRPr>
            </a:lvl7pPr>
            <a:lvl8pPr marL="0" indent="0">
              <a:lnSpc>
                <a:spcPct val="100000"/>
              </a:lnSpc>
              <a:spcAft>
                <a:spcPts val="0"/>
              </a:spcAft>
              <a:buFontTx/>
              <a:buNone/>
              <a:defRPr sz="1600">
                <a:solidFill>
                  <a:schemeClr val="tx1"/>
                </a:solidFill>
                <a:latin typeface="+mn-lt"/>
                <a:ea typeface="+mn-lt"/>
                <a:cs typeface="+mn-lt"/>
              </a:defRPr>
            </a:lvl8pPr>
            <a:lvl9pPr marL="0" indent="0">
              <a:lnSpc>
                <a:spcPct val="100000"/>
              </a:lnSpc>
              <a:spcAft>
                <a:spcPts val="0"/>
              </a:spcAft>
              <a:buFontTx/>
              <a:buNone/>
              <a:defRPr sz="1600">
                <a:solidFill>
                  <a:schemeClr val="tx1"/>
                </a:solidFill>
                <a:latin typeface="+mn-lt"/>
                <a:ea typeface="+mn-lt"/>
                <a:cs typeface="+mn-lt"/>
              </a:defRPr>
            </a:lvl9pPr>
          </a:lstStyle>
          <a:p xmlns:a="http://schemas.openxmlformats.org/drawingml/2006/main">
            <a:pPr lvl="0">
              <a:buNone/>
            </a:pPr>
            <a:r>
              <a:t>Agendapunkt</a:t>
            </a:r>
            <a:r>
              <a:t> hinzufügen</a:t>
            </a:r>
          </a:p>
          <a:p xmlns:a="http://schemas.openxmlformats.org/drawingml/2006/main">
            <a:pPr lvl="1">
              <a:buNone/>
            </a:pPr>
            <a:r>
              <a:t>Zweite Ebene</a:t>
            </a:r>
          </a:p>
        </p:txBody>
      </p:sp>
      <p:sp>
        <p:nvSpPr>
          <p:cNvPr id="16" name="Textplatzhalter 11">
            <a:extLst xmlns:a="http://schemas.openxmlformats.org/drawingml/2006/main">
              <a:ext uri="{FF2B5EF4-FFF2-40B4-BE49-F238E27FC236}">
                <a16:creationId xmlns:a16="http://schemas.microsoft.com/office/drawing/2014/main" id="{0EB0B2E0-61D0-B78B-ACB5-59CE78706709}"/>
              </a:ext>
            </a:extLst>
          </p:cNvPr>
          <p:cNvSpPr>
            <a:spLocks xmlns:a="http://schemas.openxmlformats.org/drawingml/2006/main" noGrp="1"/>
          </p:cNvSpPr>
          <p:nvPr>
            <p:ph type="body" idx="50" hasCustomPrompt="1"/>
          </p:nvPr>
        </p:nvSpPr>
        <p:spPr>
          <a:xfrm xmlns:a="http://schemas.openxmlformats.org/drawingml/2006/main">
            <a:off x="5016708" y="5086216"/>
            <a:ext cx="432000" cy="432000"/>
          </a:xfrm>
          <a:prstGeom xmlns:a="http://schemas.openxmlformats.org/drawingml/2006/main" prst="ellipse">
            <a:avLst/>
          </a:prstGeom>
          <a:solidFill xmlns:a="http://schemas.openxmlformats.org/drawingml/2006/main">
            <a:schemeClr val="bg1">
              <a:alpha val="0"/>
            </a:schemeClr>
          </a:solidFill>
          <a:ln xmlns:a="http://schemas.openxmlformats.org/drawingml/2006/main" w="12700">
            <a:solidFill>
              <a:schemeClr val="bg2"/>
            </a:solidFill>
          </a:ln>
        </p:spPr>
        <p:txBody>
          <a:bodyPr xmlns:a="http://schemas.openxmlformats.org/drawingml/2006/main" wrap="none" anchor="ctr"/>
          <a:lstStyle xmlns:a="http://schemas.openxmlformats.org/drawingml/2006/main">
            <a:lvl1pPr marL="0" indent="0" algn="ctr">
              <a:lnSpc>
                <a:spcPct val="100000"/>
              </a:lnSpc>
              <a:spcAft>
                <a:spcPts val="0"/>
              </a:spcAft>
              <a:buFontTx/>
              <a:buNone/>
              <a:defRPr sz="2400" spc="-100">
                <a:solidFill>
                  <a:schemeClr val="bg2"/>
                </a:solidFill>
                <a:latin typeface="+mn-lt"/>
                <a:ea typeface="+mn-lt"/>
                <a:cs typeface="+mn-lt"/>
              </a:defRPr>
            </a:lvl1pPr>
            <a:lvl2pPr marL="0" indent="0" algn="ctr">
              <a:lnSpc>
                <a:spcPct val="100000"/>
              </a:lnSpc>
              <a:spcAft>
                <a:spcPts val="0"/>
              </a:spcAft>
              <a:buFontTx/>
              <a:buNone/>
              <a:defRPr sz="2400" spc="-100">
                <a:solidFill>
                  <a:schemeClr val="bg2"/>
                </a:solidFill>
                <a:latin typeface="+mn-lt"/>
                <a:ea typeface="+mn-lt"/>
                <a:cs typeface="+mn-lt"/>
              </a:defRPr>
            </a:lvl2pPr>
            <a:lvl3pPr marL="0" indent="0" algn="ctr">
              <a:lnSpc>
                <a:spcPct val="100000"/>
              </a:lnSpc>
              <a:spcAft>
                <a:spcPts val="0"/>
              </a:spcAft>
              <a:buFontTx/>
              <a:buNone/>
              <a:defRPr sz="2400" spc="-100">
                <a:solidFill>
                  <a:schemeClr val="bg2"/>
                </a:solidFill>
                <a:latin typeface="+mn-lt"/>
                <a:ea typeface="+mn-lt"/>
                <a:cs typeface="+mn-lt"/>
              </a:defRPr>
            </a:lvl3pPr>
            <a:lvl4pPr marL="0" indent="0" algn="ctr">
              <a:lnSpc>
                <a:spcPct val="100000"/>
              </a:lnSpc>
              <a:spcAft>
                <a:spcPts val="0"/>
              </a:spcAft>
              <a:buFontTx/>
              <a:buNone/>
              <a:defRPr sz="2400" spc="-100">
                <a:solidFill>
                  <a:schemeClr val="bg2"/>
                </a:solidFill>
                <a:latin typeface="+mn-lt"/>
                <a:ea typeface="+mn-lt"/>
                <a:cs typeface="+mn-lt"/>
              </a:defRPr>
            </a:lvl4pPr>
            <a:lvl5pPr marL="0" indent="0" algn="ctr">
              <a:lnSpc>
                <a:spcPct val="100000"/>
              </a:lnSpc>
              <a:spcAft>
                <a:spcPts val="0"/>
              </a:spcAft>
              <a:buFontTx/>
              <a:buNone/>
              <a:defRPr sz="2400" spc="-100">
                <a:solidFill>
                  <a:schemeClr val="bg2"/>
                </a:solidFill>
                <a:latin typeface="+mn-lt"/>
                <a:ea typeface="+mn-lt"/>
                <a:cs typeface="+mn-lt"/>
              </a:defRPr>
            </a:lvl5pPr>
            <a:lvl6pPr marL="0" indent="0" algn="ctr">
              <a:lnSpc>
                <a:spcPct val="100000"/>
              </a:lnSpc>
              <a:spcAft>
                <a:spcPts val="0"/>
              </a:spcAft>
              <a:buFontTx/>
              <a:buNone/>
              <a:defRPr sz="2400" spc="-100">
                <a:solidFill>
                  <a:schemeClr val="bg2"/>
                </a:solidFill>
                <a:latin typeface="+mn-lt"/>
                <a:ea typeface="+mn-lt"/>
                <a:cs typeface="+mn-lt"/>
              </a:defRPr>
            </a:lvl6pPr>
            <a:lvl7pPr marL="0" indent="0" algn="ctr">
              <a:lnSpc>
                <a:spcPct val="100000"/>
              </a:lnSpc>
              <a:spcAft>
                <a:spcPts val="0"/>
              </a:spcAft>
              <a:buFontTx/>
              <a:buNone/>
              <a:defRPr sz="2400" spc="-100">
                <a:solidFill>
                  <a:schemeClr val="bg2"/>
                </a:solidFill>
              </a:defRPr>
            </a:lvl7pPr>
            <a:lvl8pPr marL="0" indent="0" algn="ctr">
              <a:lnSpc>
                <a:spcPct val="100000"/>
              </a:lnSpc>
              <a:spcAft>
                <a:spcPts val="0"/>
              </a:spcAft>
              <a:buFontTx/>
              <a:buNone/>
              <a:defRPr sz="2400" spc="-100">
                <a:solidFill>
                  <a:schemeClr val="bg2"/>
                </a:solidFill>
              </a:defRPr>
            </a:lvl8pPr>
            <a:lvl9pPr marL="0" indent="0" algn="ctr">
              <a:lnSpc>
                <a:spcPct val="100000"/>
              </a:lnSpc>
              <a:spcAft>
                <a:spcPts val="0"/>
              </a:spcAft>
              <a:buFontTx/>
              <a:buNone/>
              <a:defRPr sz="2400" spc="-100">
                <a:solidFill>
                  <a:schemeClr val="bg2"/>
                </a:solidFill>
              </a:defRPr>
            </a:lvl9pPr>
          </a:lstStyle>
          <a:p xmlns:a="http://schemas.openxmlformats.org/drawingml/2006/main">
            <a:pPr lvl="0">
              <a:buNone/>
            </a:pPr>
            <a:r>
              <a:t>0</a:t>
            </a:r>
          </a:p>
        </p:txBody>
      </p:sp>
      <p:sp>
        <p:nvSpPr>
          <p:cNvPr id="17" name="Textplatzhalter 13">
            <a:extLst xmlns:a="http://schemas.openxmlformats.org/drawingml/2006/main">
              <a:ext uri="{FF2B5EF4-FFF2-40B4-BE49-F238E27FC236}">
                <a16:creationId xmlns:a16="http://schemas.microsoft.com/office/drawing/2014/main" id="{85638963-F357-77C4-169B-30064B7BAF24}"/>
              </a:ext>
            </a:extLst>
          </p:cNvPr>
          <p:cNvSpPr>
            <a:spLocks xmlns:a="http://schemas.openxmlformats.org/drawingml/2006/main" noGrp="1"/>
          </p:cNvSpPr>
          <p:nvPr>
            <p:ph type="body" idx="51" hasCustomPrompt="1"/>
          </p:nvPr>
        </p:nvSpPr>
        <p:spPr>
          <a:xfrm xmlns:a="http://schemas.openxmlformats.org/drawingml/2006/main">
            <a:off x="5664408" y="5156554"/>
            <a:ext cx="5327742" cy="576000"/>
          </a:xfrm>
        </p:spPr>
        <p:txBody>
          <a:bodyPr xmlns:a="http://schemas.openxmlformats.org/drawingml/2006/main" tIns="36000"/>
          <a:lstStyle xmlns:a="http://schemas.openxmlformats.org/drawingml/2006/main">
            <a:lvl1pPr>
              <a:lnSpc>
                <a:spcPct val="100000"/>
              </a:lnSpc>
              <a:spcAft>
                <a:spcPts val="0"/>
              </a:spcAft>
              <a:buFontTx/>
              <a:buNone/>
              <a:defRPr>
                <a:solidFill>
                  <a:schemeClr val="tx1"/>
                </a:solidFill>
              </a:defRPr>
            </a:lvl1pPr>
            <a:lvl2pPr marL="0" indent="0">
              <a:lnSpc>
                <a:spcPct val="100000"/>
              </a:lnSpc>
              <a:spcAft>
                <a:spcPts val="0"/>
              </a:spcAft>
              <a:buFontTx/>
              <a:buNone/>
              <a:defRPr sz="1600">
                <a:solidFill>
                  <a:schemeClr val="tx1"/>
                </a:solidFill>
                <a:latin typeface="+mn-lt"/>
                <a:ea typeface="+mn-lt"/>
                <a:cs typeface="+mn-lt"/>
              </a:defRPr>
            </a:lvl2pPr>
            <a:lvl3pPr marL="0" indent="0">
              <a:lnSpc>
                <a:spcPct val="100000"/>
              </a:lnSpc>
              <a:spcAft>
                <a:spcPts val="0"/>
              </a:spcAft>
              <a:buFontTx/>
              <a:buNone/>
              <a:defRPr sz="1600">
                <a:solidFill>
                  <a:schemeClr val="tx1"/>
                </a:solidFill>
                <a:latin typeface="+mn-lt"/>
                <a:ea typeface="+mn-lt"/>
                <a:cs typeface="+mn-lt"/>
              </a:defRPr>
            </a:lvl3pPr>
            <a:lvl4pPr marL="0" indent="0">
              <a:lnSpc>
                <a:spcPct val="100000"/>
              </a:lnSpc>
              <a:spcAft>
                <a:spcPts val="0"/>
              </a:spcAft>
              <a:buFontTx/>
              <a:buNone/>
              <a:defRPr sz="1600">
                <a:solidFill>
                  <a:schemeClr val="tx1"/>
                </a:solidFill>
                <a:latin typeface="+mn-lt"/>
                <a:ea typeface="+mn-lt"/>
                <a:cs typeface="+mn-lt"/>
              </a:defRPr>
            </a:lvl4pPr>
            <a:lvl5pPr marL="0" indent="0">
              <a:lnSpc>
                <a:spcPct val="100000"/>
              </a:lnSpc>
              <a:spcAft>
                <a:spcPts val="0"/>
              </a:spcAft>
              <a:buFontTx/>
              <a:buNone/>
              <a:defRPr sz="1600">
                <a:solidFill>
                  <a:schemeClr val="tx1"/>
                </a:solidFill>
                <a:latin typeface="+mn-lt"/>
                <a:ea typeface="+mn-lt"/>
                <a:cs typeface="+mn-lt"/>
              </a:defRPr>
            </a:lvl5pPr>
            <a:lvl6pPr marL="0" indent="0">
              <a:lnSpc>
                <a:spcPct val="100000"/>
              </a:lnSpc>
              <a:spcAft>
                <a:spcPts val="0"/>
              </a:spcAft>
              <a:buFontTx/>
              <a:buNone/>
              <a:defRPr sz="1600">
                <a:solidFill>
                  <a:schemeClr val="tx1"/>
                </a:solidFill>
                <a:latin typeface="+mn-lt"/>
                <a:ea typeface="+mn-lt"/>
                <a:cs typeface="+mn-lt"/>
              </a:defRPr>
            </a:lvl6pPr>
            <a:lvl7pPr marL="0" indent="0">
              <a:lnSpc>
                <a:spcPct val="100000"/>
              </a:lnSpc>
              <a:spcAft>
                <a:spcPts val="0"/>
              </a:spcAft>
              <a:buFontTx/>
              <a:buNone/>
              <a:defRPr sz="1600">
                <a:solidFill>
                  <a:schemeClr val="tx1"/>
                </a:solidFill>
                <a:latin typeface="+mn-lt"/>
                <a:ea typeface="+mn-lt"/>
                <a:cs typeface="+mn-lt"/>
              </a:defRPr>
            </a:lvl7pPr>
            <a:lvl8pPr marL="0" indent="0">
              <a:lnSpc>
                <a:spcPct val="100000"/>
              </a:lnSpc>
              <a:spcAft>
                <a:spcPts val="0"/>
              </a:spcAft>
              <a:buFontTx/>
              <a:buNone/>
              <a:defRPr sz="1600">
                <a:solidFill>
                  <a:schemeClr val="tx1"/>
                </a:solidFill>
                <a:latin typeface="+mn-lt"/>
                <a:ea typeface="+mn-lt"/>
                <a:cs typeface="+mn-lt"/>
              </a:defRPr>
            </a:lvl8pPr>
            <a:lvl9pPr marL="0" indent="0">
              <a:lnSpc>
                <a:spcPct val="100000"/>
              </a:lnSpc>
              <a:spcAft>
                <a:spcPts val="0"/>
              </a:spcAft>
              <a:buFontTx/>
              <a:buNone/>
              <a:defRPr sz="1600">
                <a:solidFill>
                  <a:schemeClr val="tx1"/>
                </a:solidFill>
                <a:latin typeface="+mn-lt"/>
                <a:ea typeface="+mn-lt"/>
                <a:cs typeface="+mn-lt"/>
              </a:defRPr>
            </a:lvl9pPr>
          </a:lstStyle>
          <a:p xmlns:a="http://schemas.openxmlformats.org/drawingml/2006/main">
            <a:pPr lvl="0">
              <a:buNone/>
            </a:pPr>
            <a:r>
              <a:t>Agendapunkt</a:t>
            </a:r>
            <a:r>
              <a:t> hinzufügen</a:t>
            </a:r>
          </a:p>
          <a:p xmlns:a="http://schemas.openxmlformats.org/drawingml/2006/main">
            <a:pPr lvl="1">
              <a:buNone/>
            </a:pPr>
            <a:r>
              <a:t>Zweite Ebene</a:t>
            </a:r>
          </a:p>
        </p:txBody>
      </p:sp>
      <p:sp>
        <p:nvSpPr>
          <p:cNvPr id="9" name="Datumsplatzhalter 8">
            <a:extLst xmlns:a="http://schemas.openxmlformats.org/drawingml/2006/main">
              <a:ext uri="{FF2B5EF4-FFF2-40B4-BE49-F238E27FC236}">
                <a16:creationId xmlns:a16="http://schemas.microsoft.com/office/drawing/2014/main" id="{7438565C-1DFB-221C-56FC-5F25E21FCA58}"/>
              </a:ext>
            </a:extLst>
          </p:cNvPr>
          <p:cNvSpPr>
            <a:spLocks xmlns:a="http://schemas.openxmlformats.org/drawingml/2006/main" noGrp="1"/>
          </p:cNvSpPr>
          <p:nvPr>
            <p:ph type="dt" idx="63"/>
          </p:nvPr>
        </p:nvSpPr>
        <p:spPr/>
        <p:txBody>
          <a:bodyPr xmlns:a="http://schemas.openxmlformats.org/drawingml/2006/main"/>
          <a:lstStyle xmlns:a="http://schemas.openxmlformats.org/drawingml/2006/main"/>
          <a:p xmlns:a="http://schemas.openxmlformats.org/drawingml/2006/main">
            <a:r>
              <a:t>Intern, TT.MM.JJJJ</a:t>
            </a:r>
            <a:endParaRPr sz="800"/>
          </a:p>
        </p:txBody>
      </p:sp>
      <p:sp>
        <p:nvSpPr>
          <p:cNvPr id="18" name="Foliennummernplatzhalter 17">
            <a:extLst xmlns:a="http://schemas.openxmlformats.org/drawingml/2006/main">
              <a:ext uri="{FF2B5EF4-FFF2-40B4-BE49-F238E27FC236}">
                <a16:creationId xmlns:a16="http://schemas.microsoft.com/office/drawing/2014/main" id="{58D725DF-C8B7-4966-5349-357119397D24}"/>
              </a:ext>
            </a:extLst>
          </p:cNvPr>
          <p:cNvSpPr>
            <a:spLocks xmlns:a="http://schemas.openxmlformats.org/drawingml/2006/main" noGrp="1"/>
          </p:cNvSpPr>
          <p:nvPr>
            <p:ph type="sldNum" idx="65"/>
          </p:nvPr>
        </p:nvSpPr>
        <p:spPr/>
        <p:txBody>
          <a:bodyPr xmlns:a="http://schemas.openxmlformats.org/drawingml/2006/main"/>
          <a:lstStyle xmlns:a="http://schemas.openxmlformats.org/drawingml/2006/main"/>
          <a:p xmlns:a="http://schemas.openxmlformats.org/drawingml/2006/main">
            <a:r>
              <a:t>Seite </a:t>
            </a:r>
            <a:fld id="{DC907883-A228-4E41-A7BF-33DDF6A01B2A}" type="slidenum">
              <a:t>‹Nr.›</a:t>
            </a:fld>
            <a:endParaRPr/>
          </a:p>
        </p:txBody>
      </p:sp>
    </p:spTree>
  </p:cSld>
</p:sldLayout>
</file>

<file path=ppt/slideLayouts/slideLayout7.xml><?xml version="1.0" encoding="utf-8"?>
<p:sldLayout xmlns:p="http://schemas.openxmlformats.org/presentationml/2006/main" preserve="1" userDrawn="1">
  <p:cSld name="Kapiteltrenner">
    <p:bg>
      <p:bgPr>
        <a:solidFill xmlns:a="http://schemas.openxmlformats.org/drawingml/2006/main">
          <a:schemeClr val="bg1"/>
        </a:solidFill>
      </p:bgPr>
    </p:bg>
    <p:spTree>
      <p:nvGrpSpPr>
        <p:cNvPr id="1" name=""/>
        <p:cNvGrpSpPr/>
        <p:nvPr/>
      </p:nvGrpSpPr>
      <p:grpSpPr>
        <a:xfrm xmlns:a="http://schemas.openxmlformats.org/drawingml/2006/main"/>
      </p:grpSpPr>
      <p:sp>
        <p:nvSpPr>
          <p:cNvPr id="29" name="Titel 13">
            <a:extLst xmlns:a="http://schemas.openxmlformats.org/drawingml/2006/main">
              <a:ext uri="{FF2B5EF4-FFF2-40B4-BE49-F238E27FC236}">
                <a16:creationId xmlns:a16="http://schemas.microsoft.com/office/drawing/2014/main" id="{143F6D16-6151-0966-110E-00FE549D941B}"/>
              </a:ext>
            </a:extLst>
          </p:cNvPr>
          <p:cNvSpPr>
            <a:spLocks xmlns:a="http://schemas.openxmlformats.org/drawingml/2006/main" noGrp="1"/>
          </p:cNvSpPr>
          <p:nvPr/>
        </p:nvSpPr>
        <p:spPr>
          <a:xfrm xmlns:a="http://schemas.openxmlformats.org/drawingml/2006/main" rot="0" flipH="0" flipV="0">
            <a:off x="6960096" y="2769537"/>
            <a:ext cx="725355" cy="755577"/>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7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30" name="Titel 13">
            <a:extLst xmlns:a="http://schemas.openxmlformats.org/drawingml/2006/main">
              <a:ext uri="{FF2B5EF4-FFF2-40B4-BE49-F238E27FC236}">
                <a16:creationId xmlns:a16="http://schemas.microsoft.com/office/drawing/2014/main" id="{8344A1BA-DF2C-0D96-8127-20064B05B444}"/>
              </a:ext>
            </a:extLst>
          </p:cNvPr>
          <p:cNvSpPr>
            <a:spLocks xmlns:a="http://schemas.openxmlformats.org/drawingml/2006/main" noGrp="1"/>
          </p:cNvSpPr>
          <p:nvPr/>
        </p:nvSpPr>
        <p:spPr>
          <a:xfrm xmlns:a="http://schemas.openxmlformats.org/drawingml/2006/main" rot="0" flipH="0" flipV="0">
            <a:off x="7935938" y="2595401"/>
            <a:ext cx="1826236" cy="1902328"/>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7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31" name="Titel 13">
            <a:extLst xmlns:a="http://schemas.openxmlformats.org/drawingml/2006/main">
              <a:ext uri="{FF2B5EF4-FFF2-40B4-BE49-F238E27FC236}">
                <a16:creationId xmlns:a16="http://schemas.microsoft.com/office/drawing/2014/main" id="{2EC0A292-38B8-AE58-352B-B50FF221170D}"/>
              </a:ext>
            </a:extLst>
          </p:cNvPr>
          <p:cNvSpPr>
            <a:spLocks xmlns:a="http://schemas.openxmlformats.org/drawingml/2006/main" noGrp="1"/>
          </p:cNvSpPr>
          <p:nvPr/>
        </p:nvSpPr>
        <p:spPr>
          <a:xfrm xmlns:a="http://schemas.openxmlformats.org/drawingml/2006/main" rot="0" flipH="0" flipV="0">
            <a:off x="6960096" y="1369990"/>
            <a:ext cx="1124103" cy="1170940"/>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7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32" name="Titel 13">
            <a:extLst xmlns:a="http://schemas.openxmlformats.org/drawingml/2006/main">
              <a:ext uri="{FF2B5EF4-FFF2-40B4-BE49-F238E27FC236}">
                <a16:creationId xmlns:a16="http://schemas.microsoft.com/office/drawing/2014/main" id="{57AFB644-9D7B-4091-B1D4-CE0B85D4260D}"/>
              </a:ext>
            </a:extLst>
          </p:cNvPr>
          <p:cNvSpPr>
            <a:spLocks xmlns:a="http://schemas.openxmlformats.org/drawingml/2006/main" noGrp="1"/>
          </p:cNvSpPr>
          <p:nvPr/>
        </p:nvSpPr>
        <p:spPr>
          <a:xfrm xmlns:a="http://schemas.openxmlformats.org/drawingml/2006/main" rot="0" flipH="0" flipV="0">
            <a:off x="7565382" y="1715867"/>
            <a:ext cx="1297042" cy="1351085"/>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7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33" name="Titel 13">
            <a:extLst xmlns:a="http://schemas.openxmlformats.org/drawingml/2006/main">
              <a:ext uri="{FF2B5EF4-FFF2-40B4-BE49-F238E27FC236}">
                <a16:creationId xmlns:a16="http://schemas.microsoft.com/office/drawing/2014/main" id="{E81C45BB-602D-7127-F200-0A6BF32AA9CE}"/>
              </a:ext>
            </a:extLst>
          </p:cNvPr>
          <p:cNvSpPr>
            <a:spLocks xmlns:a="http://schemas.openxmlformats.org/drawingml/2006/main" noGrp="1"/>
          </p:cNvSpPr>
          <p:nvPr/>
        </p:nvSpPr>
        <p:spPr>
          <a:xfrm xmlns:a="http://schemas.openxmlformats.org/drawingml/2006/main" rot="0" flipH="0" flipV="0">
            <a:off x="7824791" y="764704"/>
            <a:ext cx="691755" cy="720579"/>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7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34" name="Titel 13">
            <a:extLst xmlns:a="http://schemas.openxmlformats.org/drawingml/2006/main">
              <a:ext uri="{FF2B5EF4-FFF2-40B4-BE49-F238E27FC236}">
                <a16:creationId xmlns:a16="http://schemas.microsoft.com/office/drawing/2014/main" id="{88705C76-EDF8-82B0-49FB-591BCB5E6AAB}"/>
              </a:ext>
            </a:extLst>
          </p:cNvPr>
          <p:cNvSpPr>
            <a:spLocks xmlns:a="http://schemas.openxmlformats.org/drawingml/2006/main" noGrp="1"/>
          </p:cNvSpPr>
          <p:nvPr/>
        </p:nvSpPr>
        <p:spPr>
          <a:xfrm xmlns:a="http://schemas.openxmlformats.org/drawingml/2006/main" rot="0" flipH="0" flipV="0">
            <a:off x="8343132" y="937643"/>
            <a:ext cx="951639" cy="991292"/>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7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35" name="Titel 13">
            <a:extLst xmlns:a="http://schemas.openxmlformats.org/drawingml/2006/main">
              <a:ext uri="{FF2B5EF4-FFF2-40B4-BE49-F238E27FC236}">
                <a16:creationId xmlns:a16="http://schemas.microsoft.com/office/drawing/2014/main" id="{446680A8-E025-66BD-E141-D8FBA3BD60CF}"/>
              </a:ext>
            </a:extLst>
          </p:cNvPr>
          <p:cNvSpPr>
            <a:spLocks xmlns:a="http://schemas.openxmlformats.org/drawingml/2006/main" noGrp="1"/>
          </p:cNvSpPr>
          <p:nvPr/>
        </p:nvSpPr>
        <p:spPr>
          <a:xfrm xmlns:a="http://schemas.openxmlformats.org/drawingml/2006/main" rot="0" flipH="0" flipV="0">
            <a:off x="9035363" y="1182213"/>
            <a:ext cx="1642919" cy="1711376"/>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7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36" name="Titel 13">
            <a:extLst xmlns:a="http://schemas.openxmlformats.org/drawingml/2006/main">
              <a:ext uri="{FF2B5EF4-FFF2-40B4-BE49-F238E27FC236}">
                <a16:creationId xmlns:a16="http://schemas.microsoft.com/office/drawing/2014/main" id="{9CA4D635-82E2-E43B-C305-D78D6B8BBDC8}"/>
              </a:ext>
            </a:extLst>
          </p:cNvPr>
          <p:cNvSpPr>
            <a:spLocks xmlns:a="http://schemas.openxmlformats.org/drawingml/2006/main" noGrp="1"/>
          </p:cNvSpPr>
          <p:nvPr/>
        </p:nvSpPr>
        <p:spPr>
          <a:xfrm xmlns:a="http://schemas.openxmlformats.org/drawingml/2006/main" rot="0" flipH="0" flipV="0">
            <a:off x="9381240" y="2234684"/>
            <a:ext cx="913117" cy="951164"/>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7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37" name="Titel 13">
            <a:extLst xmlns:a="http://schemas.openxmlformats.org/drawingml/2006/main">
              <a:ext uri="{FF2B5EF4-FFF2-40B4-BE49-F238E27FC236}">
                <a16:creationId xmlns:a16="http://schemas.microsoft.com/office/drawing/2014/main" id="{F76B7C93-5D29-CEA6-9B3E-11B57859B635}"/>
              </a:ext>
            </a:extLst>
          </p:cNvPr>
          <p:cNvSpPr>
            <a:spLocks xmlns:a="http://schemas.openxmlformats.org/drawingml/2006/main" noGrp="1"/>
          </p:cNvSpPr>
          <p:nvPr/>
        </p:nvSpPr>
        <p:spPr>
          <a:xfrm xmlns:a="http://schemas.openxmlformats.org/drawingml/2006/main" rot="0" flipH="0" flipV="0">
            <a:off x="10591811" y="1369990"/>
            <a:ext cx="664085" cy="691756"/>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7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3" name="Titel">
            <a:extLst xmlns:a="http://schemas.openxmlformats.org/drawingml/2006/main">
              <a:ext uri="{FF2B5EF4-FFF2-40B4-BE49-F238E27FC236}">
                <a16:creationId xmlns:a16="http://schemas.microsoft.com/office/drawing/2014/main" id="{C3466856-32C0-892F-381B-28F0C5F50825}"/>
              </a:ext>
            </a:extLst>
          </p:cNvPr>
          <p:cNvSpPr>
            <a:spLocks xmlns:a="http://schemas.openxmlformats.org/drawingml/2006/main" noGrp="1"/>
          </p:cNvSpPr>
          <p:nvPr>
            <p:ph type="title" idx="0" hasCustomPrompt="1"/>
          </p:nvPr>
        </p:nvSpPr>
        <p:spPr>
          <a:xfrm xmlns:a="http://schemas.openxmlformats.org/drawingml/2006/main">
            <a:off x="708101" y="3154752"/>
            <a:ext cx="7475463" cy="2290168"/>
          </a:xfrm>
          <a:prstGeom xmlns:a="http://schemas.openxmlformats.org/drawingml/2006/main" prst="round2DiagRect">
            <a:avLst>
              <a:gd name="adj1" fmla="val 14858"/>
              <a:gd name="adj2" fmla="val 0"/>
            </a:avLst>
          </a:prstGeom>
          <a:gradFill xmlns:a="http://schemas.openxmlformats.org/drawingml/2006/main">
            <a:gsLst>
              <a:gs pos="70642">
                <a:schemeClr val="bg2"/>
              </a:gs>
              <a:gs pos="0">
                <a:srgbClr val="9B348E">
                  <a:alpha val="72000"/>
                </a:srgbClr>
              </a:gs>
              <a:gs pos="37000">
                <a:schemeClr val="bg2"/>
              </a:gs>
            </a:gsLst>
            <a:lin ang="13200000" scaled="0"/>
          </a:gradFill>
        </p:spPr>
        <p:txBody>
          <a:bodyPr xmlns:a="http://schemas.openxmlformats.org/drawingml/2006/main" wrap="square" lIns="468000" tIns="216000" rIns="360000" bIns="828000" anchor="b">
            <a:spAutoFit/>
          </a:bodyPr>
          <a:lstStyle xmlns:a="http://schemas.openxmlformats.org/drawingml/2006/main">
            <a:lvl1pPr>
              <a:buNone/>
              <a:tabLst>
                <a:tab pos="8061325" algn="r"/>
              </a:tabLst>
              <a:defRPr>
                <a:solidFill>
                  <a:schemeClr val="bg1"/>
                </a:solidFill>
              </a:defRPr>
            </a:lvl1pPr>
          </a:lstStyle>
          <a:p xmlns:a="http://schemas.openxmlformats.org/drawingml/2006/main">
            <a:r>
              <a:t>Kapitelnamen </a:t>
            </a:r>
            <a:br/>
            <a:r>
              <a:t>einfügen</a:t>
            </a:r>
          </a:p>
        </p:txBody>
      </p:sp>
      <p:sp>
        <p:nvSpPr>
          <p:cNvPr id="9" name="Untertitel">
            <a:extLst xmlns:a="http://schemas.openxmlformats.org/drawingml/2006/main">
              <a:ext uri="{FF2B5EF4-FFF2-40B4-BE49-F238E27FC236}">
                <a16:creationId xmlns:a16="http://schemas.microsoft.com/office/drawing/2014/main" id="{F1D8F93D-E1D4-A591-CD1D-30B0ACA96095}"/>
              </a:ext>
            </a:extLst>
          </p:cNvPr>
          <p:cNvSpPr>
            <a:spLocks xmlns:a="http://schemas.openxmlformats.org/drawingml/2006/main" noGrp="1"/>
          </p:cNvSpPr>
          <p:nvPr>
            <p:ph type="body" idx="14" hasCustomPrompt="1"/>
          </p:nvPr>
        </p:nvSpPr>
        <p:spPr>
          <a:xfrm xmlns:a="http://schemas.openxmlformats.org/drawingml/2006/main">
            <a:off x="1271464" y="4725144"/>
            <a:ext cx="6553324" cy="360040"/>
          </a:xfrm>
        </p:spPr>
        <p:txBody>
          <a:bodyPr xmlns:a="http://schemas.openxmlformats.org/drawingml/2006/main"/>
          <a:lstStyle xmlns:a="http://schemas.openxmlformats.org/drawingml/2006/main">
            <a:lvl1pPr marL="0" indent="0">
              <a:lnSpc>
                <a:spcPct val="100000"/>
              </a:lnSpc>
              <a:spcAft>
                <a:spcPts val="0"/>
              </a:spcAft>
              <a:buFontTx/>
              <a:buNone/>
              <a:defRPr sz="1800">
                <a:solidFill>
                  <a:schemeClr val="bg1"/>
                </a:solidFill>
                <a:latin typeface="+mn-lt"/>
                <a:ea typeface="+mn-lt"/>
                <a:cs typeface="+mn-lt"/>
              </a:defRPr>
            </a:lvl1pPr>
            <a:lvl2pPr marL="0" indent="0">
              <a:lnSpc>
                <a:spcPct val="100000"/>
              </a:lnSpc>
              <a:spcAft>
                <a:spcPts val="0"/>
              </a:spcAft>
              <a:buFontTx/>
              <a:buNone/>
              <a:defRPr sz="1800">
                <a:solidFill>
                  <a:schemeClr val="bg1"/>
                </a:solidFill>
                <a:latin typeface="+mn-lt"/>
                <a:ea typeface="+mn-lt"/>
                <a:cs typeface="+mn-lt"/>
              </a:defRPr>
            </a:lvl2pPr>
            <a:lvl3pPr marL="0" indent="0">
              <a:lnSpc>
                <a:spcPct val="100000"/>
              </a:lnSpc>
              <a:spcAft>
                <a:spcPts val="0"/>
              </a:spcAft>
              <a:buFontTx/>
              <a:buNone/>
              <a:defRPr sz="1800">
                <a:solidFill>
                  <a:schemeClr val="bg1"/>
                </a:solidFill>
                <a:latin typeface="+mn-lt"/>
                <a:ea typeface="+mn-lt"/>
                <a:cs typeface="+mn-lt"/>
              </a:defRPr>
            </a:lvl3pPr>
            <a:lvl4pPr marL="0" indent="0">
              <a:lnSpc>
                <a:spcPct val="100000"/>
              </a:lnSpc>
              <a:spcAft>
                <a:spcPts val="0"/>
              </a:spcAft>
              <a:buFontTx/>
              <a:buNone/>
              <a:defRPr sz="1800">
                <a:solidFill>
                  <a:schemeClr val="bg1"/>
                </a:solidFill>
                <a:latin typeface="+mn-lt"/>
                <a:ea typeface="+mn-lt"/>
                <a:cs typeface="+mn-lt"/>
              </a:defRPr>
            </a:lvl4pPr>
            <a:lvl5pPr marL="0" indent="0">
              <a:lnSpc>
                <a:spcPct val="100000"/>
              </a:lnSpc>
              <a:spcAft>
                <a:spcPts val="0"/>
              </a:spcAft>
              <a:buFontTx/>
              <a:buNone/>
              <a:defRPr sz="1800">
                <a:solidFill>
                  <a:schemeClr val="bg1"/>
                </a:solidFill>
                <a:latin typeface="+mn-lt"/>
                <a:ea typeface="+mn-lt"/>
                <a:cs typeface="+mn-lt"/>
              </a:defRPr>
            </a:lvl5pPr>
            <a:lvl6pPr marL="0" indent="0">
              <a:lnSpc>
                <a:spcPct val="100000"/>
              </a:lnSpc>
              <a:spcAft>
                <a:spcPts val="0"/>
              </a:spcAft>
              <a:buFontTx/>
              <a:buNone/>
              <a:defRPr sz="1800">
                <a:solidFill>
                  <a:schemeClr val="bg1"/>
                </a:solidFill>
                <a:latin typeface="+mn-lt"/>
                <a:ea typeface="+mn-lt"/>
                <a:cs typeface="+mn-lt"/>
              </a:defRPr>
            </a:lvl6pPr>
            <a:lvl7pPr marL="0" indent="0">
              <a:lnSpc>
                <a:spcPct val="100000"/>
              </a:lnSpc>
              <a:spcAft>
                <a:spcPts val="0"/>
              </a:spcAft>
              <a:buFontTx/>
              <a:buNone/>
              <a:defRPr sz="1800">
                <a:solidFill>
                  <a:schemeClr val="bg1"/>
                </a:solidFill>
                <a:latin typeface="+mn-lt"/>
                <a:ea typeface="+mn-lt"/>
                <a:cs typeface="+mn-lt"/>
              </a:defRPr>
            </a:lvl7pPr>
            <a:lvl8pPr marL="0" indent="0">
              <a:lnSpc>
                <a:spcPct val="100000"/>
              </a:lnSpc>
              <a:spcAft>
                <a:spcPts val="0"/>
              </a:spcAft>
              <a:buFontTx/>
              <a:buNone/>
              <a:defRPr sz="1800">
                <a:solidFill>
                  <a:schemeClr val="bg1"/>
                </a:solidFill>
                <a:latin typeface="+mn-lt"/>
                <a:ea typeface="+mn-lt"/>
                <a:cs typeface="+mn-lt"/>
              </a:defRPr>
            </a:lvl8pPr>
            <a:lvl9pPr marL="0" indent="0">
              <a:lnSpc>
                <a:spcPct val="100000"/>
              </a:lnSpc>
              <a:spcAft>
                <a:spcPts val="0"/>
              </a:spcAft>
              <a:buFontTx/>
              <a:buNone/>
              <a:defRPr sz="1800">
                <a:solidFill>
                  <a:schemeClr val="bg1"/>
                </a:solidFill>
                <a:latin typeface="+mn-lt"/>
                <a:ea typeface="+mn-lt"/>
                <a:cs typeface="+mn-lt"/>
              </a:defRPr>
            </a:lvl9pPr>
          </a:lstStyle>
          <a:p xmlns:a="http://schemas.openxmlformats.org/drawingml/2006/main">
            <a:pPr lvl="0">
              <a:buNone/>
            </a:pPr>
            <a:r>
              <a:t>Kapitelunterschrift optional einfügen</a:t>
            </a:r>
          </a:p>
        </p:txBody>
      </p:sp>
      <p:sp>
        <p:nvSpPr>
          <p:cNvPr id="5" name="Datumsplatzhalter 4">
            <a:extLst xmlns:a="http://schemas.openxmlformats.org/drawingml/2006/main">
              <a:ext uri="{FF2B5EF4-FFF2-40B4-BE49-F238E27FC236}">
                <a16:creationId xmlns:a16="http://schemas.microsoft.com/office/drawing/2014/main" id="{EC19F589-A23B-8049-CCC0-780172FEB407}"/>
              </a:ext>
            </a:extLst>
          </p:cNvPr>
          <p:cNvSpPr>
            <a:spLocks xmlns:a="http://schemas.openxmlformats.org/drawingml/2006/main" noGrp="1"/>
          </p:cNvSpPr>
          <p:nvPr>
            <p:ph type="dt" idx="15"/>
          </p:nvPr>
        </p:nvSpPr>
        <p:spPr/>
        <p:txBody>
          <a:bodyPr xmlns:a="http://schemas.openxmlformats.org/drawingml/2006/main"/>
          <a:lstStyle xmlns:a="http://schemas.openxmlformats.org/drawingml/2006/main"/>
          <a:p xmlns:a="http://schemas.openxmlformats.org/drawingml/2006/main">
            <a:r>
              <a:t>Intern, TT.MM.JJJJ</a:t>
            </a:r>
            <a:endParaRPr sz="800"/>
          </a:p>
        </p:txBody>
      </p:sp>
      <p:sp>
        <p:nvSpPr>
          <p:cNvPr id="7" name="Foliennummernplatzhalter 6">
            <a:extLst xmlns:a="http://schemas.openxmlformats.org/drawingml/2006/main">
              <a:ext uri="{FF2B5EF4-FFF2-40B4-BE49-F238E27FC236}">
                <a16:creationId xmlns:a16="http://schemas.microsoft.com/office/drawing/2014/main" id="{BFEE1DD0-22ED-7CB7-F48F-065A34725E85}"/>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p xmlns:a="http://schemas.openxmlformats.org/drawingml/2006/main">
            <a:r>
              <a:t>Seite </a:t>
            </a:r>
            <a:fld id="{DC907883-A228-4E41-A7BF-33DDF6A01B2A}" type="slidenum">
              <a:t>‹Nr.›</a:t>
            </a:fld>
            <a:endParaRPr/>
          </a:p>
        </p:txBody>
      </p:sp>
    </p:spTree>
  </p:cSld>
</p:sldLayout>
</file>

<file path=ppt/slideLayouts/slideLayout8.xml><?xml version="1.0" encoding="utf-8"?>
<p:sldLayout xmlns:p="http://schemas.openxmlformats.org/presentationml/2006/main" preserve="1" userDrawn="1">
  <p:cSld name="Kapiteltrenner mit hellem Bild">
    <p:bg>
      <p:bgPr>
        <a:solidFill xmlns:a="http://schemas.openxmlformats.org/drawingml/2006/main">
          <a:schemeClr val="bg1"/>
        </a:solidFill>
      </p:bgPr>
    </p:bg>
    <p:spTree>
      <p:nvGrpSpPr>
        <p:cNvPr id="1" name=""/>
        <p:cNvGrpSpPr/>
        <p:nvPr/>
      </p:nvGrpSpPr>
      <p:grpSpPr>
        <a:xfrm xmlns:a="http://schemas.openxmlformats.org/drawingml/2006/main"/>
      </p:grpSpPr>
      <p:sp>
        <p:nvSpPr>
          <p:cNvPr id="8" name="Rechteck 7">
            <a:extLst xmlns:a="http://schemas.openxmlformats.org/drawingml/2006/main">
              <a:ext uri="{FF2B5EF4-FFF2-40B4-BE49-F238E27FC236}">
                <a16:creationId xmlns:a16="http://schemas.microsoft.com/office/drawing/2014/main" id="{DAE36028-4DE1-CB9B-BA77-C46A54F0A510}"/>
              </a:ext>
            </a:extLst>
          </p:cNvPr>
          <p:cNvSpPr>
            <a:spLocks xmlns:a="http://schemas.openxmlformats.org/drawingml/2006/main" noGrp="1"/>
          </p:cNvSpPr>
          <p:nvPr/>
        </p:nvSpPr>
        <p:spPr>
          <a:xfrm xmlns:a="http://schemas.openxmlformats.org/drawingml/2006/main">
            <a:off x="0" y="0"/>
            <a:ext cx="12192000" cy="6453188"/>
          </a:xfrm>
          <a:prstGeom xmlns:a="http://schemas.openxmlformats.org/drawingml/2006/main" prst="rect">
            <a:avLst/>
          </a:prstGeom>
          <a:solidFill xmlns:a="http://schemas.openxmlformats.org/drawingml/2006/main">
            <a:schemeClr val="tx2"/>
          </a:soli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91440" tIns="45720" rIns="91440" bIns="45720" anchor="t">
            <a:noAutofit/>
          </a:bodyPr>
          <a:lstStyle xmlns:a="http://schemas.openxmlformats.org/drawingml/2006/main"/>
          <a:p xmlns:a="http://schemas.openxmlformats.org/drawingml/2006/main">
            <a:pPr algn="l">
              <a:buClr>
                <a:schemeClr val="bg1"/>
              </a:buClr>
              <a:buNone/>
            </a:pPr>
            <a:endParaRPr>
              <a:solidFill>
                <a:schemeClr val="bg1"/>
              </a:solidFill>
            </a:endParaRPr>
          </a:p>
        </p:txBody>
      </p:sp>
      <p:sp>
        <p:nvSpPr>
          <p:cNvPr id="12" name="Hinweis">
            <a:extLst xmlns:a="http://schemas.openxmlformats.org/drawingml/2006/main">
              <a:ext uri="{FF2B5EF4-FFF2-40B4-BE49-F238E27FC236}">
                <a16:creationId xmlns:a16="http://schemas.microsoft.com/office/drawing/2014/main" id="{FC58B7B9-C522-6AAE-B0EB-717EDF581916}"/>
              </a:ext>
            </a:extLst>
          </p:cNvPr>
          <p:cNvSpPr>
            <a:spLocks xmlns:a="http://schemas.openxmlformats.org/drawingml/2006/main" noGrp="1"/>
          </p:cNvSpPr>
          <p:nvPr/>
        </p:nvSpPr>
        <p:spPr>
          <a:xfrm xmlns:a="http://schemas.openxmlformats.org/drawingml/2006/main" rot="0" flipH="0" flipV="0">
            <a:off x="12284204" y="0"/>
            <a:ext cx="1944216" cy="3204000"/>
          </a:xfrm>
          <a:prstGeom xmlns:a="http://schemas.openxmlformats.org/drawingml/2006/main" prst="rect">
            <a:avLst/>
          </a:prstGeom>
          <a:solidFill xmlns:a="http://schemas.openxmlformats.org/drawingml/2006/main">
            <a:schemeClr val="bg1"/>
          </a:soli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bIns="108000" anchor="b">
            <a:spAutoFit/>
          </a:bodyPr>
          <a:lstStyle xmlns:a="http://schemas.openxmlformats.org/drawingml/2006/main"/>
          <a:p xmlns:a="http://schemas.openxmlformats.org/drawingml/2006/main">
            <a:pPr marL="0" marR="0" lvl="0" indent="0" algn="l" defTabSz="914115">
              <a:lnSpc>
                <a:spcPct val="110000"/>
              </a:lnSpc>
              <a:spcBef>
                <a:spcPts val="0"/>
              </a:spcBef>
              <a:spcAft>
                <a:spcPts val="600"/>
              </a:spcAft>
              <a:buClrTx/>
              <a:buSzTx/>
              <a:buFont typeface="Arial"/>
              <a:buNone/>
            </a:pPr>
            <a:r>
              <a:rPr sz="1200" b="0" i="0" u="none" cap="none">
                <a:ln>
                  <a:noFill/>
                </a:ln>
                <a:solidFill>
                  <a:srgbClr val="000000"/>
                </a:solidFill>
                <a:latin typeface="Sparkasse Head"/>
                <a:ea typeface="Sparkasse Head"/>
                <a:cs typeface="Sparkasse Head"/>
              </a:rPr>
              <a:t>Bitte beachten:</a:t>
            </a:r>
          </a:p>
          <a:p xmlns:a="http://schemas.openxmlformats.org/drawingml/2006/main">
            <a:pPr marL="0" marR="0" lvl="1" indent="0" algn="l" defTabSz="914115">
              <a:lnSpc>
                <a:spcPct val="110000"/>
              </a:lnSpc>
              <a:spcBef>
                <a:spcPts val="0"/>
              </a:spcBef>
              <a:spcAft>
                <a:spcPts val="600"/>
              </a:spcAft>
              <a:buClrTx/>
              <a:buSzTx/>
              <a:buFont typeface="Arial"/>
              <a:buNone/>
            </a:pPr>
            <a:r>
              <a:rPr sz="1100" b="0" i="0" u="none" cap="none">
                <a:ln>
                  <a:noFill/>
                </a:ln>
                <a:solidFill>
                  <a:srgbClr val="000000"/>
                </a:solidFill>
                <a:latin typeface="Sparkasse Lt"/>
                <a:ea typeface="Sparkasse Lt"/>
                <a:cs typeface="Sparkasse Lt"/>
              </a:rPr>
              <a:t>Damit der Bildplatzhalter </a:t>
            </a:r>
            <a:br/>
            <a:r>
              <a:rPr sz="1100" b="0" i="0" u="none" cap="none">
                <a:ln>
                  <a:noFill/>
                </a:ln>
                <a:solidFill>
                  <a:srgbClr val="000000"/>
                </a:solidFill>
                <a:latin typeface="Sparkasse Lt"/>
                <a:ea typeface="Sparkasse Lt"/>
                <a:cs typeface="Sparkasse Lt"/>
              </a:rPr>
              <a:t>für das Hintergrundbild einfacher </a:t>
            </a:r>
            <a:r>
              <a:rPr sz="1100" b="0" i="0" u="none" cap="none">
                <a:ln>
                  <a:noFill/>
                </a:ln>
                <a:solidFill>
                  <a:srgbClr val="000000"/>
                </a:solidFill>
                <a:latin typeface="Sparkasse Lt"/>
                <a:ea typeface="Sparkasse Lt"/>
                <a:cs typeface="Sparkasse Lt"/>
              </a:rPr>
              <a:t>mithilfe</a:t>
            </a:r>
            <a:r>
              <a:rPr sz="1100" b="0" i="0" u="none" cap="none">
                <a:ln>
                  <a:noFill/>
                </a:ln>
                <a:solidFill>
                  <a:srgbClr val="000000"/>
                </a:solidFill>
                <a:latin typeface="Sparkasse Lt"/>
                <a:ea typeface="Sparkasse Lt"/>
                <a:cs typeface="Sparkasse Lt"/>
              </a:rPr>
              <a:t> des Symbols befüllt werden kann, liegt dieser im Vordergrund der Folie. Wenn Sie das Bild eingesetzt haben, müssen Sie dieses </a:t>
            </a:r>
            <a:r>
              <a:rPr sz="1100" b="0" i="0" u="none" cap="none">
                <a:ln>
                  <a:noFill/>
                </a:ln>
                <a:solidFill>
                  <a:srgbClr val="000000"/>
                </a:solidFill>
                <a:latin typeface="+mj-lt"/>
                <a:ea typeface="+mj-lt"/>
                <a:cs typeface="+mj-lt"/>
              </a:rPr>
              <a:t>in den Hintergrund </a:t>
            </a:r>
            <a:r>
              <a:rPr sz="1100" b="0" i="0" u="none" cap="none">
                <a:ln>
                  <a:noFill/>
                </a:ln>
                <a:solidFill>
                  <a:srgbClr val="000000"/>
                </a:solidFill>
                <a:latin typeface="Sparkasse Lt"/>
                <a:ea typeface="Sparkasse Lt"/>
                <a:cs typeface="Sparkasse Lt"/>
              </a:rPr>
              <a:t>der Folie setzen, damit  die übrigen Elemente sicht- und editierbar werden. Das geht ganz einfach: Bild markieren, Menü „Start“ &gt;  „Anordnen“ &gt; „In den Hintergrund“).</a:t>
            </a:r>
          </a:p>
        </p:txBody>
      </p:sp>
      <p:pic>
        <p:nvPicPr>
          <p:cNvPr id="21" name="Grafik 15"/>
          <p:cNvPicPr>
            <a:picLocks xmlns:a="http://schemas.openxmlformats.org/drawingml/2006/main" noChangeAspect="1"/>
          </p:cNvPicPr>
          <p:nvPr/>
        </p:nvPicPr>
        <p:blipFill>
          <a:blip xmlns:r="http://schemas.openxmlformats.org/officeDocument/2006/relationships" xmlns:a="http://schemas.openxmlformats.org/drawingml/2006/main" r:embed="R9e17d523633946d3"/>
          <a:stretch xmlns:a="http://schemas.openxmlformats.org/drawingml/2006/main">
            <a:fillRect l="0" t="0" r="0" b="0"/>
          </a:stretch>
        </p:blipFill>
        <p:spPr>
          <a:xfrm xmlns:a="http://schemas.openxmlformats.org/drawingml/2006/main" rot="0" flipH="0" flipV="0">
            <a:off x="12284420" y="3182801"/>
            <a:ext cx="1944000" cy="2044867"/>
          </a:xfrm>
          <a:prstGeom xmlns:a="http://schemas.openxmlformats.org/drawingml/2006/main" prst="rect">
            <a:avLst/>
          </a:prstGeom>
        </p:spPr>
      </p:pic>
      <p:sp>
        <p:nvSpPr>
          <p:cNvPr id="17" name="Rechteck 16">
            <a:extLst xmlns:a="http://schemas.openxmlformats.org/drawingml/2006/main">
              <a:ext uri="{FF2B5EF4-FFF2-40B4-BE49-F238E27FC236}">
                <a16:creationId xmlns:a16="http://schemas.microsoft.com/office/drawing/2014/main" id="{19CCA4A8-1EC4-CC47-23F8-B89371DDACB3}"/>
              </a:ext>
            </a:extLst>
          </p:cNvPr>
          <p:cNvSpPr>
            <a:spLocks xmlns:a="http://schemas.openxmlformats.org/drawingml/2006/main" noGrp="1"/>
          </p:cNvSpPr>
          <p:nvPr/>
        </p:nvSpPr>
        <p:spPr>
          <a:xfrm xmlns:a="http://schemas.openxmlformats.org/drawingml/2006/main" rot="0" flipH="0" flipV="0">
            <a:off x="12265536" y="4450561"/>
            <a:ext cx="1967368" cy="280236"/>
          </a:xfrm>
          <a:prstGeom xmlns:a="http://schemas.openxmlformats.org/drawingml/2006/main" prst="rect">
            <a:avLst/>
          </a:prstGeom>
          <a:solidFill xmlns:a="http://schemas.openxmlformats.org/drawingml/2006/main">
            <a:schemeClr val="tx2">
              <a:alpha val="0"/>
            </a:schemeClr>
          </a:solidFill>
          <a:ln xmlns:a="http://schemas.openxmlformats.org/drawingml/2006/main" w="19050">
            <a:solidFill>
              <a:schemeClr val="bg2"/>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300"/>
              </a:spcBef>
              <a:spcAft>
                <a:spcPts val="300"/>
              </a:spcAft>
              <a:buNone/>
            </a:pPr>
            <a:endParaRPr sz="2000">
              <a:solidFill>
                <a:schemeClr val="tx1"/>
              </a:solidFill>
            </a:endParaRPr>
          </a:p>
        </p:txBody>
      </p:sp>
      <p:sp>
        <p:nvSpPr>
          <p:cNvPr id="13" name="Titel">
            <a:extLst xmlns:a="http://schemas.openxmlformats.org/drawingml/2006/main">
              <a:ext uri="{FF2B5EF4-FFF2-40B4-BE49-F238E27FC236}">
                <a16:creationId xmlns:a16="http://schemas.microsoft.com/office/drawing/2014/main" id="{C3466856-32C0-892F-381B-28F0C5F50825}"/>
              </a:ext>
            </a:extLst>
          </p:cNvPr>
          <p:cNvSpPr>
            <a:spLocks xmlns:a="http://schemas.openxmlformats.org/drawingml/2006/main" noGrp="1"/>
          </p:cNvSpPr>
          <p:nvPr>
            <p:ph type="title" idx="0" hasCustomPrompt="1"/>
          </p:nvPr>
        </p:nvSpPr>
        <p:spPr>
          <a:xfrm xmlns:a="http://schemas.openxmlformats.org/drawingml/2006/main">
            <a:off x="708101" y="3154752"/>
            <a:ext cx="7475463" cy="2290168"/>
          </a:xfrm>
          <a:prstGeom xmlns:a="http://schemas.openxmlformats.org/drawingml/2006/main" prst="round2DiagRect">
            <a:avLst>
              <a:gd name="adj1" fmla="val 14858"/>
              <a:gd name="adj2" fmla="val 0"/>
            </a:avLst>
          </a:prstGeom>
          <a:gradFill xmlns:a="http://schemas.openxmlformats.org/drawingml/2006/main">
            <a:gsLst>
              <a:gs pos="70642">
                <a:schemeClr val="bg2"/>
              </a:gs>
              <a:gs pos="0">
                <a:srgbClr val="9B348E">
                  <a:alpha val="72000"/>
                </a:srgbClr>
              </a:gs>
              <a:gs pos="37000">
                <a:schemeClr val="bg2">
                  <a:alpha val="75000"/>
                </a:schemeClr>
              </a:gs>
            </a:gsLst>
            <a:lin ang="13200000" scaled="0"/>
          </a:gradFill>
        </p:spPr>
        <p:txBody>
          <a:bodyPr xmlns:a="http://schemas.openxmlformats.org/drawingml/2006/main" wrap="square" lIns="468000" tIns="216000" rIns="360000" bIns="828000" anchor="b">
            <a:spAutoFit/>
          </a:bodyPr>
          <a:lstStyle xmlns:a="http://schemas.openxmlformats.org/drawingml/2006/main">
            <a:lvl1pPr>
              <a:buNone/>
              <a:tabLst>
                <a:tab pos="8061325" algn="r"/>
              </a:tabLst>
              <a:defRPr>
                <a:solidFill>
                  <a:schemeClr val="bg1"/>
                </a:solidFill>
              </a:defRPr>
            </a:lvl1pPr>
          </a:lstStyle>
          <a:p xmlns:a="http://schemas.openxmlformats.org/drawingml/2006/main">
            <a:r>
              <a:t>Kapitelnamen </a:t>
            </a:r>
            <a:br/>
            <a:r>
              <a:t>einfügen</a:t>
            </a:r>
          </a:p>
        </p:txBody>
      </p:sp>
      <p:sp>
        <p:nvSpPr>
          <p:cNvPr id="9" name="Untertitel">
            <a:extLst xmlns:a="http://schemas.openxmlformats.org/drawingml/2006/main">
              <a:ext uri="{FF2B5EF4-FFF2-40B4-BE49-F238E27FC236}">
                <a16:creationId xmlns:a16="http://schemas.microsoft.com/office/drawing/2014/main" id="{F1D8F93D-E1D4-A591-CD1D-30B0ACA96095}"/>
              </a:ext>
            </a:extLst>
          </p:cNvPr>
          <p:cNvSpPr>
            <a:spLocks xmlns:a="http://schemas.openxmlformats.org/drawingml/2006/main" noGrp="1"/>
          </p:cNvSpPr>
          <p:nvPr>
            <p:ph type="body" idx="14" hasCustomPrompt="1"/>
          </p:nvPr>
        </p:nvSpPr>
        <p:spPr>
          <a:xfrm xmlns:a="http://schemas.openxmlformats.org/drawingml/2006/main">
            <a:off x="1271464" y="4725144"/>
            <a:ext cx="6553324" cy="360040"/>
          </a:xfrm>
        </p:spPr>
        <p:txBody>
          <a:bodyPr xmlns:a="http://schemas.openxmlformats.org/drawingml/2006/main"/>
          <a:lstStyle xmlns:a="http://schemas.openxmlformats.org/drawingml/2006/main">
            <a:lvl1pPr marL="0" indent="0">
              <a:lnSpc>
                <a:spcPct val="100000"/>
              </a:lnSpc>
              <a:spcAft>
                <a:spcPts val="0"/>
              </a:spcAft>
              <a:buFontTx/>
              <a:buNone/>
              <a:defRPr sz="1800">
                <a:solidFill>
                  <a:schemeClr val="bg1"/>
                </a:solidFill>
                <a:latin typeface="+mn-lt"/>
                <a:ea typeface="+mn-lt"/>
                <a:cs typeface="+mn-lt"/>
              </a:defRPr>
            </a:lvl1pPr>
            <a:lvl2pPr marL="0" indent="0">
              <a:lnSpc>
                <a:spcPct val="100000"/>
              </a:lnSpc>
              <a:spcAft>
                <a:spcPts val="0"/>
              </a:spcAft>
              <a:buFontTx/>
              <a:buNone/>
              <a:defRPr sz="1800">
                <a:solidFill>
                  <a:schemeClr val="bg1"/>
                </a:solidFill>
                <a:latin typeface="+mn-lt"/>
                <a:ea typeface="+mn-lt"/>
                <a:cs typeface="+mn-lt"/>
              </a:defRPr>
            </a:lvl2pPr>
            <a:lvl3pPr marL="0" indent="0">
              <a:lnSpc>
                <a:spcPct val="100000"/>
              </a:lnSpc>
              <a:spcAft>
                <a:spcPts val="0"/>
              </a:spcAft>
              <a:buFontTx/>
              <a:buNone/>
              <a:defRPr sz="1800">
                <a:solidFill>
                  <a:schemeClr val="bg1"/>
                </a:solidFill>
                <a:latin typeface="+mn-lt"/>
                <a:ea typeface="+mn-lt"/>
                <a:cs typeface="+mn-lt"/>
              </a:defRPr>
            </a:lvl3pPr>
            <a:lvl4pPr marL="0" indent="0">
              <a:lnSpc>
                <a:spcPct val="100000"/>
              </a:lnSpc>
              <a:spcAft>
                <a:spcPts val="0"/>
              </a:spcAft>
              <a:buFontTx/>
              <a:buNone/>
              <a:defRPr sz="1800">
                <a:solidFill>
                  <a:schemeClr val="bg1"/>
                </a:solidFill>
                <a:latin typeface="+mn-lt"/>
                <a:ea typeface="+mn-lt"/>
                <a:cs typeface="+mn-lt"/>
              </a:defRPr>
            </a:lvl4pPr>
            <a:lvl5pPr marL="0" indent="0">
              <a:lnSpc>
                <a:spcPct val="100000"/>
              </a:lnSpc>
              <a:spcAft>
                <a:spcPts val="0"/>
              </a:spcAft>
              <a:buFontTx/>
              <a:buNone/>
              <a:defRPr sz="1800">
                <a:solidFill>
                  <a:schemeClr val="bg1"/>
                </a:solidFill>
                <a:latin typeface="+mn-lt"/>
                <a:ea typeface="+mn-lt"/>
                <a:cs typeface="+mn-lt"/>
              </a:defRPr>
            </a:lvl5pPr>
            <a:lvl6pPr marL="0" indent="0">
              <a:lnSpc>
                <a:spcPct val="100000"/>
              </a:lnSpc>
              <a:spcAft>
                <a:spcPts val="0"/>
              </a:spcAft>
              <a:buFontTx/>
              <a:buNone/>
              <a:defRPr sz="1800">
                <a:solidFill>
                  <a:schemeClr val="bg1"/>
                </a:solidFill>
                <a:latin typeface="+mn-lt"/>
                <a:ea typeface="+mn-lt"/>
                <a:cs typeface="+mn-lt"/>
              </a:defRPr>
            </a:lvl6pPr>
            <a:lvl7pPr marL="0" indent="0">
              <a:lnSpc>
                <a:spcPct val="100000"/>
              </a:lnSpc>
              <a:spcAft>
                <a:spcPts val="0"/>
              </a:spcAft>
              <a:buFontTx/>
              <a:buNone/>
              <a:defRPr sz="1800">
                <a:solidFill>
                  <a:schemeClr val="bg1"/>
                </a:solidFill>
                <a:latin typeface="+mn-lt"/>
                <a:ea typeface="+mn-lt"/>
                <a:cs typeface="+mn-lt"/>
              </a:defRPr>
            </a:lvl7pPr>
            <a:lvl8pPr marL="0" indent="0">
              <a:lnSpc>
                <a:spcPct val="100000"/>
              </a:lnSpc>
              <a:spcAft>
                <a:spcPts val="0"/>
              </a:spcAft>
              <a:buFontTx/>
              <a:buNone/>
              <a:defRPr sz="1800">
                <a:solidFill>
                  <a:schemeClr val="bg1"/>
                </a:solidFill>
                <a:latin typeface="+mn-lt"/>
                <a:ea typeface="+mn-lt"/>
                <a:cs typeface="+mn-lt"/>
              </a:defRPr>
            </a:lvl8pPr>
            <a:lvl9pPr marL="0" indent="0">
              <a:lnSpc>
                <a:spcPct val="100000"/>
              </a:lnSpc>
              <a:spcAft>
                <a:spcPts val="0"/>
              </a:spcAft>
              <a:buFontTx/>
              <a:buNone/>
              <a:defRPr sz="1800">
                <a:solidFill>
                  <a:schemeClr val="bg1"/>
                </a:solidFill>
                <a:latin typeface="+mn-lt"/>
                <a:ea typeface="+mn-lt"/>
                <a:cs typeface="+mn-lt"/>
              </a:defRPr>
            </a:lvl9pPr>
          </a:lstStyle>
          <a:p xmlns:a="http://schemas.openxmlformats.org/drawingml/2006/main">
            <a:pPr lvl="0">
              <a:buNone/>
            </a:pPr>
            <a:r>
              <a:t>Kapitelunterschrift optional einfügen</a:t>
            </a:r>
          </a:p>
        </p:txBody>
      </p:sp>
      <p:sp>
        <p:nvSpPr>
          <p:cNvPr id="2" name="pattern">
            <a:extLst xmlns:a="http://schemas.openxmlformats.org/drawingml/2006/main">
              <a:ext uri="{FF2B5EF4-FFF2-40B4-BE49-F238E27FC236}">
                <a16:creationId xmlns:a16="http://schemas.microsoft.com/office/drawing/2014/main" id="{9CDE01B7-03F8-54E7-E356-86AFC6C7F5EE}"/>
              </a:ext>
            </a:extLst>
          </p:cNvPr>
          <p:cNvSpPr>
            <a:spLocks xmlns:a="http://schemas.openxmlformats.org/drawingml/2006/main" noGrp="1"/>
          </p:cNvSpPr>
          <p:nvPr>
            <p:ph type="pic" idx="16"/>
          </p:nvPr>
        </p:nvSpPr>
        <p:spPr>
          <a:xfrm xmlns:a="http://schemas.openxmlformats.org/drawingml/2006/main">
            <a:off x="6961096" y="775920"/>
            <a:ext cx="4294800" cy="3733200"/>
          </a:xfrm>
          <a:prstGeom xmlns:a="http://schemas.openxmlformats.org/drawingml/2006/main" prst="rect">
            <a:avLst/>
          </a:prstGeom>
          <a:blipFill xmlns:a="http://schemas.openxmlformats.org/drawingml/2006/main" rotWithShape="1">
            <a:blip xmlns:r="http://schemas.openxmlformats.org/officeDocument/2006/relationships" r:embed="Re94e4bd9f8734265">
              <a:alphaModFix amt="80000"/>
              <a:extLst>
                <a:ext uri="{96DAC541-7B7A-43D3-8B79-37D633B846F1}">
                  <asvg:svgBlip xmlns:asvg="http://schemas.microsoft.com/office/drawing/2016/SVG/main" r:embed="Re698046fe3fa4d96"/>
                </a:ext>
              </a:extLst>
            </a:blip>
            <a:srcRect l="0" t="0" r="0" b="0"/>
            <a:stretch>
              <a:fillRect l="0" t="-14" r="0" b="-14"/>
            </a:stretch>
          </a:blipFill>
        </p:spPr>
        <p:txBody>
          <a:bodyPr xmlns:a="http://schemas.openxmlformats.org/drawingml/2006/main" vert="horz" lIns="0" tIns="0" rIns="0" bIns="0">
            <a:noAutofit/>
          </a:bodyPr>
          <a:lstStyle xmlns:a="http://schemas.openxmlformats.org/drawingml/2006/main">
            <a:lvl1pPr>
              <a:buNone/>
              <a:defRPr sz="800">
                <a:noFill/>
              </a:defRPr>
            </a:lvl1pPr>
          </a:lstStyle>
          <a:p xmlns:a="http://schemas.openxmlformats.org/drawingml/2006/main">
            <a:pPr lvl="0">
              <a:buNone/>
            </a:pPr>
            <a:r>
              <a:t>Bild durch Klicken auf Symbol hinzufügen</a:t>
            </a:r>
            <a:endParaRPr/>
          </a:p>
        </p:txBody>
      </p:sp>
      <p:sp>
        <p:nvSpPr>
          <p:cNvPr id="7" name="Logo">
            <a:extLst xmlns:a="http://schemas.openxmlformats.org/drawingml/2006/main">
              <a:ext uri="{FF2B5EF4-FFF2-40B4-BE49-F238E27FC236}">
                <a16:creationId xmlns:a16="http://schemas.microsoft.com/office/drawing/2014/main" id="{A91D66CA-3BC5-D27F-AC2B-95DA35B9426B}"/>
              </a:ext>
            </a:extLst>
          </p:cNvPr>
          <p:cNvSpPr>
            <a:spLocks xmlns:a="http://schemas.openxmlformats.org/drawingml/2006/main" noGrp="1"/>
          </p:cNvSpPr>
          <p:nvPr>
            <p:ph type="pic" idx="17"/>
          </p:nvPr>
        </p:nvSpPr>
        <p:spPr>
          <a:xfrm xmlns:a="http://schemas.openxmlformats.org/drawingml/2006/main">
            <a:off x="11570400" y="259200"/>
            <a:ext cx="360000" cy="360000"/>
          </a:xfrm>
          <a:prstGeom xmlns:a="http://schemas.openxmlformats.org/drawingml/2006/main" prst="rect">
            <a:avLst/>
          </a:prstGeom>
          <a:blipFill xmlns:a="http://schemas.openxmlformats.org/drawingml/2006/main">
            <a:blip xmlns:r="http://schemas.openxmlformats.org/officeDocument/2006/relationships" r:embed="R5db364a873174c26">
              <a:extLst>
                <a:ext uri="{96DAC541-7B7A-43D3-8B79-37D633B846F1}">
                  <asvg:svgBlip xmlns:asvg="http://schemas.microsoft.com/office/drawing/2016/SVG/main" r:embed="R44ce4503caa74538"/>
                </a:ext>
              </a:extLst>
            </a:blip>
            <a:srcRect l="0" t="0" r="0" b="0"/>
            <a:stretch>
              <a:fillRect l="0" t="-1352" r="0" b="-1352"/>
            </a:stretch>
          </a:blipFill>
        </p:spPr>
        <p:txBody>
          <a:bodyPr xmlns:a="http://schemas.openxmlformats.org/drawingml/2006/main" vert="horz" lIns="0" tIns="0" rIns="0" bIns="0">
            <a:noAutofit/>
          </a:bodyPr>
          <a:lstStyle xmlns:a="http://schemas.openxmlformats.org/drawingml/2006/main">
            <a:lvl1pPr>
              <a:buNone/>
              <a:defRPr sz="800">
                <a:noFill/>
              </a:defRPr>
            </a:lvl1pPr>
          </a:lstStyle>
          <a:p xmlns:a="http://schemas.openxmlformats.org/drawingml/2006/main">
            <a:pPr lvl="0">
              <a:buNone/>
            </a:pPr>
            <a:r>
              <a:t>Bild durch Klicken auf Symbol hinzufügen</a:t>
            </a:r>
            <a:endParaRPr/>
          </a:p>
        </p:txBody>
      </p:sp>
      <p:sp>
        <p:nvSpPr>
          <p:cNvPr id="5" name="Bildplatzhalter 19">
            <a:extLst xmlns:a="http://schemas.openxmlformats.org/drawingml/2006/main">
              <a:ext uri="{FF2B5EF4-FFF2-40B4-BE49-F238E27FC236}">
                <a16:creationId xmlns:a16="http://schemas.microsoft.com/office/drawing/2014/main" id="{500EBE57-5958-DA4B-6208-6B6D6E2C6652}"/>
              </a:ext>
            </a:extLst>
          </p:cNvPr>
          <p:cNvSpPr>
            <a:spLocks xmlns:a="http://schemas.openxmlformats.org/drawingml/2006/main" noGrp="1"/>
          </p:cNvSpPr>
          <p:nvPr>
            <p:ph type="pic" idx="12"/>
          </p:nvPr>
        </p:nvSpPr>
        <p:spPr>
          <a:xfrm xmlns:a="http://schemas.openxmlformats.org/drawingml/2006/main">
            <a:off x="0" y="0"/>
            <a:ext cx="12196800" cy="645318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3" name="Datumsplatzhalter 2">
            <a:extLst xmlns:a="http://schemas.openxmlformats.org/drawingml/2006/main">
              <a:ext uri="{FF2B5EF4-FFF2-40B4-BE49-F238E27FC236}">
                <a16:creationId xmlns:a16="http://schemas.microsoft.com/office/drawing/2014/main" id="{8001AB05-CD67-F2AE-4B5D-847935D745C9}"/>
              </a:ext>
            </a:extLst>
          </p:cNvPr>
          <p:cNvSpPr>
            <a:spLocks xmlns:a="http://schemas.openxmlformats.org/drawingml/2006/main" noGrp="1"/>
          </p:cNvSpPr>
          <p:nvPr>
            <p:ph type="dt" idx="18"/>
          </p:nvPr>
        </p:nvSpPr>
        <p:spPr/>
        <p:txBody>
          <a:bodyPr xmlns:a="http://schemas.openxmlformats.org/drawingml/2006/main"/>
          <a:lstStyle xmlns:a="http://schemas.openxmlformats.org/drawingml/2006/main"/>
          <a:p xmlns:a="http://schemas.openxmlformats.org/drawingml/2006/main">
            <a:r>
              <a:t>Intern, TT.MM.JJJJ</a:t>
            </a:r>
            <a:endParaRPr sz="800"/>
          </a:p>
        </p:txBody>
      </p:sp>
      <p:sp>
        <p:nvSpPr>
          <p:cNvPr id="6" name="Foliennummernplatzhalter 5">
            <a:extLst xmlns:a="http://schemas.openxmlformats.org/drawingml/2006/main">
              <a:ext uri="{FF2B5EF4-FFF2-40B4-BE49-F238E27FC236}">
                <a16:creationId xmlns:a16="http://schemas.microsoft.com/office/drawing/2014/main" id="{EA66E0FD-051E-79D0-9354-7800A655CD95}"/>
              </a:ext>
            </a:extLst>
          </p:cNvPr>
          <p:cNvSpPr>
            <a:spLocks xmlns:a="http://schemas.openxmlformats.org/drawingml/2006/main" noGrp="1"/>
          </p:cNvSpPr>
          <p:nvPr>
            <p:ph type="sldNum" idx="20"/>
          </p:nvPr>
        </p:nvSpPr>
        <p:spPr/>
        <p:txBody>
          <a:bodyPr xmlns:a="http://schemas.openxmlformats.org/drawingml/2006/main"/>
          <a:lstStyle xmlns:a="http://schemas.openxmlformats.org/drawingml/2006/main"/>
          <a:p xmlns:a="http://schemas.openxmlformats.org/drawingml/2006/main">
            <a:r>
              <a:t>Seite </a:t>
            </a:r>
            <a:fld id="{DC907883-A228-4E41-A7BF-33DDF6A01B2A}" type="slidenum">
              <a:t>‹Nr.›</a:t>
            </a:fld>
            <a:endParaRPr/>
          </a:p>
        </p:txBody>
      </p:sp>
    </p:spTree>
  </p:cSld>
</p:sldLayout>
</file>

<file path=ppt/slideLayouts/slideLayout9.xml><?xml version="1.0" encoding="utf-8"?>
<p:sldLayout xmlns:p="http://schemas.openxmlformats.org/presentationml/2006/main" preserve="1" userDrawn="1">
  <p:cSld name="Kapiteltrenner mit dunklem Bild">
    <p:bg>
      <p:bgPr>
        <a:solidFill xmlns:a="http://schemas.openxmlformats.org/drawingml/2006/main">
          <a:schemeClr val="bg1"/>
        </a:solidFill>
      </p:bgPr>
    </p:bg>
    <p:spTree>
      <p:nvGrpSpPr>
        <p:cNvPr id="1" name=""/>
        <p:cNvGrpSpPr/>
        <p:nvPr/>
      </p:nvGrpSpPr>
      <p:grpSpPr>
        <a:xfrm xmlns:a="http://schemas.openxmlformats.org/drawingml/2006/main"/>
      </p:grpSpPr>
      <p:sp>
        <p:nvSpPr>
          <p:cNvPr id="19" name="Rechteck 18">
            <a:extLst xmlns:a="http://schemas.openxmlformats.org/drawingml/2006/main">
              <a:ext uri="{FF2B5EF4-FFF2-40B4-BE49-F238E27FC236}">
                <a16:creationId xmlns:a16="http://schemas.microsoft.com/office/drawing/2014/main" id="{D9545B97-9584-C79D-02F7-A1BBDFD547F8}"/>
              </a:ext>
            </a:extLst>
          </p:cNvPr>
          <p:cNvSpPr>
            <a:spLocks xmlns:a="http://schemas.openxmlformats.org/drawingml/2006/main" noGrp="1"/>
          </p:cNvSpPr>
          <p:nvPr/>
        </p:nvSpPr>
        <p:spPr>
          <a:xfrm xmlns:a="http://schemas.openxmlformats.org/drawingml/2006/main">
            <a:off x="0" y="0"/>
            <a:ext cx="12192000" cy="6453188"/>
          </a:xfrm>
          <a:prstGeom xmlns:a="http://schemas.openxmlformats.org/drawingml/2006/main" prst="rect">
            <a:avLst/>
          </a:prstGeom>
          <a:solidFill xmlns:a="http://schemas.openxmlformats.org/drawingml/2006/main">
            <a:schemeClr val="tx1"/>
          </a:soli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91440" tIns="45720" rIns="91440" bIns="45720" anchor="t">
            <a:noAutofit/>
          </a:bodyPr>
          <a:lstStyle xmlns:a="http://schemas.openxmlformats.org/drawingml/2006/main"/>
          <a:p xmlns:a="http://schemas.openxmlformats.org/drawingml/2006/main">
            <a:pPr algn="l">
              <a:buClr>
                <a:schemeClr val="bg1"/>
              </a:buClr>
              <a:buNone/>
            </a:pPr>
            <a:endParaRPr>
              <a:solidFill>
                <a:schemeClr val="bg1"/>
              </a:solidFill>
            </a:endParaRPr>
          </a:p>
        </p:txBody>
      </p:sp>
      <p:sp>
        <p:nvSpPr>
          <p:cNvPr id="10" name="Hinweis">
            <a:extLst xmlns:a="http://schemas.openxmlformats.org/drawingml/2006/main">
              <a:ext uri="{FF2B5EF4-FFF2-40B4-BE49-F238E27FC236}">
                <a16:creationId xmlns:a16="http://schemas.microsoft.com/office/drawing/2014/main" id="{1C2FB8EC-8134-E959-DA07-CF7B5255BA85}"/>
              </a:ext>
            </a:extLst>
          </p:cNvPr>
          <p:cNvSpPr>
            <a:spLocks xmlns:a="http://schemas.openxmlformats.org/drawingml/2006/main" noGrp="1"/>
          </p:cNvSpPr>
          <p:nvPr/>
        </p:nvSpPr>
        <p:spPr>
          <a:xfrm xmlns:a="http://schemas.openxmlformats.org/drawingml/2006/main" rot="0" flipH="0" flipV="0">
            <a:off x="12284204" y="0"/>
            <a:ext cx="1944216" cy="3204000"/>
          </a:xfrm>
          <a:prstGeom xmlns:a="http://schemas.openxmlformats.org/drawingml/2006/main" prst="rect">
            <a:avLst/>
          </a:prstGeom>
          <a:solidFill xmlns:a="http://schemas.openxmlformats.org/drawingml/2006/main">
            <a:schemeClr val="bg1"/>
          </a:soli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bIns="108000" anchor="b">
            <a:spAutoFit/>
          </a:bodyPr>
          <a:lstStyle xmlns:a="http://schemas.openxmlformats.org/drawingml/2006/main"/>
          <a:p xmlns:a="http://schemas.openxmlformats.org/drawingml/2006/main">
            <a:pPr marL="0" marR="0" lvl="0" indent="0" algn="l" defTabSz="914115">
              <a:lnSpc>
                <a:spcPct val="110000"/>
              </a:lnSpc>
              <a:spcBef>
                <a:spcPts val="0"/>
              </a:spcBef>
              <a:spcAft>
                <a:spcPts val="600"/>
              </a:spcAft>
              <a:buClrTx/>
              <a:buSzTx/>
              <a:buFont typeface="Arial"/>
              <a:buNone/>
            </a:pPr>
            <a:r>
              <a:rPr sz="1200" b="0" i="0" u="none" cap="none">
                <a:ln>
                  <a:noFill/>
                </a:ln>
                <a:solidFill>
                  <a:srgbClr val="000000"/>
                </a:solidFill>
                <a:latin typeface="Sparkasse Head"/>
                <a:ea typeface="Sparkasse Head"/>
                <a:cs typeface="Sparkasse Head"/>
              </a:rPr>
              <a:t>Bitte beachten:</a:t>
            </a:r>
          </a:p>
          <a:p xmlns:a="http://schemas.openxmlformats.org/drawingml/2006/main">
            <a:pPr marL="0" marR="0" lvl="1" indent="0" algn="l" defTabSz="914115">
              <a:lnSpc>
                <a:spcPct val="110000"/>
              </a:lnSpc>
              <a:spcBef>
                <a:spcPts val="0"/>
              </a:spcBef>
              <a:spcAft>
                <a:spcPts val="600"/>
              </a:spcAft>
              <a:buClrTx/>
              <a:buSzTx/>
              <a:buFont typeface="Arial"/>
              <a:buNone/>
            </a:pPr>
            <a:r>
              <a:rPr sz="1100" b="0" i="0" u="none" cap="none">
                <a:ln>
                  <a:noFill/>
                </a:ln>
                <a:solidFill>
                  <a:srgbClr val="000000"/>
                </a:solidFill>
                <a:latin typeface="Sparkasse Lt"/>
                <a:ea typeface="Sparkasse Lt"/>
                <a:cs typeface="Sparkasse Lt"/>
              </a:rPr>
              <a:t>Damit der Bildplatzhalter </a:t>
            </a:r>
            <a:br/>
            <a:r>
              <a:rPr sz="1100" b="0" i="0" u="none" cap="none">
                <a:ln>
                  <a:noFill/>
                </a:ln>
                <a:solidFill>
                  <a:srgbClr val="000000"/>
                </a:solidFill>
                <a:latin typeface="Sparkasse Lt"/>
                <a:ea typeface="Sparkasse Lt"/>
                <a:cs typeface="Sparkasse Lt"/>
              </a:rPr>
              <a:t>für das Hintergrundbild einfacher </a:t>
            </a:r>
            <a:r>
              <a:rPr sz="1100" b="0" i="0" u="none" cap="none">
                <a:ln>
                  <a:noFill/>
                </a:ln>
                <a:solidFill>
                  <a:srgbClr val="000000"/>
                </a:solidFill>
                <a:latin typeface="Sparkasse Lt"/>
                <a:ea typeface="Sparkasse Lt"/>
                <a:cs typeface="Sparkasse Lt"/>
              </a:rPr>
              <a:t>mithilfe</a:t>
            </a:r>
            <a:r>
              <a:rPr sz="1100" b="0" i="0" u="none" cap="none">
                <a:ln>
                  <a:noFill/>
                </a:ln>
                <a:solidFill>
                  <a:srgbClr val="000000"/>
                </a:solidFill>
                <a:latin typeface="Sparkasse Lt"/>
                <a:ea typeface="Sparkasse Lt"/>
                <a:cs typeface="Sparkasse Lt"/>
              </a:rPr>
              <a:t> des Symbols befüllt werden kann, liegt dieser im Vordergrund der Folie. Wenn Sie das Bild eingesetzt haben, müssen Sie dieses </a:t>
            </a:r>
            <a:r>
              <a:rPr sz="1100" b="0" i="0" u="none" cap="none">
                <a:ln>
                  <a:noFill/>
                </a:ln>
                <a:solidFill>
                  <a:srgbClr val="000000"/>
                </a:solidFill>
                <a:latin typeface="+mj-lt"/>
                <a:ea typeface="+mj-lt"/>
                <a:cs typeface="+mj-lt"/>
              </a:rPr>
              <a:t>in den Hintergrund </a:t>
            </a:r>
            <a:r>
              <a:rPr sz="1100" b="0" i="0" u="none" cap="none">
                <a:ln>
                  <a:noFill/>
                </a:ln>
                <a:solidFill>
                  <a:srgbClr val="000000"/>
                </a:solidFill>
                <a:latin typeface="Sparkasse Lt"/>
                <a:ea typeface="Sparkasse Lt"/>
                <a:cs typeface="Sparkasse Lt"/>
              </a:rPr>
              <a:t>der Folie setzen, damit  die übrigen Elemente sicht- und editierbar werden. Das geht ganz einfach: Bild markieren, Menü „Start“ &gt;  „Anordnen“ &gt; „In den Hintergrund“).</a:t>
            </a:r>
          </a:p>
        </p:txBody>
      </p:sp>
      <p:pic>
        <p:nvPicPr>
          <p:cNvPr id="26" name="Grafik 11"/>
          <p:cNvPicPr>
            <a:picLocks xmlns:a="http://schemas.openxmlformats.org/drawingml/2006/main" noChangeAspect="1"/>
          </p:cNvPicPr>
          <p:nvPr/>
        </p:nvPicPr>
        <p:blipFill>
          <a:blip xmlns:r="http://schemas.openxmlformats.org/officeDocument/2006/relationships" xmlns:a="http://schemas.openxmlformats.org/drawingml/2006/main" r:embed="Rbc5eb6e373b84f89"/>
          <a:stretch xmlns:a="http://schemas.openxmlformats.org/drawingml/2006/main">
            <a:fillRect l="0" t="0" r="0" b="0"/>
          </a:stretch>
        </p:blipFill>
        <p:spPr>
          <a:xfrm xmlns:a="http://schemas.openxmlformats.org/drawingml/2006/main" rot="0" flipH="0" flipV="0">
            <a:off x="12284420" y="3182801"/>
            <a:ext cx="1944000" cy="2044867"/>
          </a:xfrm>
          <a:prstGeom xmlns:a="http://schemas.openxmlformats.org/drawingml/2006/main" prst="rect">
            <a:avLst/>
          </a:prstGeom>
        </p:spPr>
      </p:pic>
      <p:sp>
        <p:nvSpPr>
          <p:cNvPr id="14" name="Rechteck 13">
            <a:extLst xmlns:a="http://schemas.openxmlformats.org/drawingml/2006/main">
              <a:ext uri="{FF2B5EF4-FFF2-40B4-BE49-F238E27FC236}">
                <a16:creationId xmlns:a16="http://schemas.microsoft.com/office/drawing/2014/main" id="{7E30E2A0-E9A8-ACA3-6324-EAB3CC000D3A}"/>
              </a:ext>
            </a:extLst>
          </p:cNvPr>
          <p:cNvSpPr>
            <a:spLocks xmlns:a="http://schemas.openxmlformats.org/drawingml/2006/main" noGrp="1"/>
          </p:cNvSpPr>
          <p:nvPr/>
        </p:nvSpPr>
        <p:spPr>
          <a:xfrm xmlns:a="http://schemas.openxmlformats.org/drawingml/2006/main" rot="0" flipH="0" flipV="0">
            <a:off x="12265536" y="4450561"/>
            <a:ext cx="1967368" cy="280236"/>
          </a:xfrm>
          <a:prstGeom xmlns:a="http://schemas.openxmlformats.org/drawingml/2006/main" prst="rect">
            <a:avLst/>
          </a:prstGeom>
          <a:solidFill xmlns:a="http://schemas.openxmlformats.org/drawingml/2006/main">
            <a:schemeClr val="tx2">
              <a:alpha val="0"/>
            </a:schemeClr>
          </a:solidFill>
          <a:ln xmlns:a="http://schemas.openxmlformats.org/drawingml/2006/main" w="19050">
            <a:solidFill>
              <a:schemeClr val="bg2"/>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300"/>
              </a:spcBef>
              <a:spcAft>
                <a:spcPts val="300"/>
              </a:spcAft>
              <a:buNone/>
            </a:pPr>
            <a:endParaRPr sz="2000">
              <a:solidFill>
                <a:schemeClr val="tx1"/>
              </a:solidFill>
            </a:endParaRPr>
          </a:p>
        </p:txBody>
      </p:sp>
      <p:sp>
        <p:nvSpPr>
          <p:cNvPr id="13" name="Titel">
            <a:extLst xmlns:a="http://schemas.openxmlformats.org/drawingml/2006/main">
              <a:ext uri="{FF2B5EF4-FFF2-40B4-BE49-F238E27FC236}">
                <a16:creationId xmlns:a16="http://schemas.microsoft.com/office/drawing/2014/main" id="{C3466856-32C0-892F-381B-28F0C5F50825}"/>
              </a:ext>
            </a:extLst>
          </p:cNvPr>
          <p:cNvSpPr>
            <a:spLocks xmlns:a="http://schemas.openxmlformats.org/drawingml/2006/main" noGrp="1"/>
          </p:cNvSpPr>
          <p:nvPr>
            <p:ph type="title" idx="0" hasCustomPrompt="1"/>
          </p:nvPr>
        </p:nvSpPr>
        <p:spPr>
          <a:xfrm xmlns:a="http://schemas.openxmlformats.org/drawingml/2006/main">
            <a:off x="708101" y="3154752"/>
            <a:ext cx="7475463" cy="2290168"/>
          </a:xfrm>
          <a:prstGeom xmlns:a="http://schemas.openxmlformats.org/drawingml/2006/main" prst="round2DiagRect">
            <a:avLst>
              <a:gd name="adj1" fmla="val 14858"/>
              <a:gd name="adj2" fmla="val 0"/>
            </a:avLst>
          </a:prstGeom>
          <a:gradFill xmlns:a="http://schemas.openxmlformats.org/drawingml/2006/main">
            <a:gsLst>
              <a:gs pos="0">
                <a:schemeClr val="bg1">
                  <a:alpha val="40000"/>
                </a:schemeClr>
              </a:gs>
              <a:gs pos="32000">
                <a:schemeClr val="bg1"/>
              </a:gs>
            </a:gsLst>
            <a:lin ang="13200000" scaled="0"/>
          </a:gradFill>
        </p:spPr>
        <p:txBody>
          <a:bodyPr xmlns:a="http://schemas.openxmlformats.org/drawingml/2006/main" wrap="square" lIns="468000" tIns="216000" rIns="360000" bIns="828000" anchor="b">
            <a:spAutoFit/>
          </a:bodyPr>
          <a:lstStyle xmlns:a="http://schemas.openxmlformats.org/drawingml/2006/main">
            <a:lvl1pPr>
              <a:buNone/>
              <a:tabLst>
                <a:tab pos="8061325" algn="r"/>
              </a:tabLst>
              <a:defRPr>
                <a:solidFill>
                  <a:schemeClr val="bg2"/>
                </a:solidFill>
              </a:defRPr>
            </a:lvl1pPr>
          </a:lstStyle>
          <a:p xmlns:a="http://schemas.openxmlformats.org/drawingml/2006/main">
            <a:r>
              <a:t>Kapitelnamen </a:t>
            </a:r>
            <a:br/>
            <a:r>
              <a:t>einfügen</a:t>
            </a:r>
          </a:p>
        </p:txBody>
      </p:sp>
      <p:sp>
        <p:nvSpPr>
          <p:cNvPr id="9" name="Untertitel">
            <a:extLst xmlns:a="http://schemas.openxmlformats.org/drawingml/2006/main">
              <a:ext uri="{FF2B5EF4-FFF2-40B4-BE49-F238E27FC236}">
                <a16:creationId xmlns:a16="http://schemas.microsoft.com/office/drawing/2014/main" id="{F1D8F93D-E1D4-A591-CD1D-30B0ACA96095}"/>
              </a:ext>
            </a:extLst>
          </p:cNvPr>
          <p:cNvSpPr>
            <a:spLocks xmlns:a="http://schemas.openxmlformats.org/drawingml/2006/main" noGrp="1"/>
          </p:cNvSpPr>
          <p:nvPr>
            <p:ph type="body" idx="14" hasCustomPrompt="1"/>
          </p:nvPr>
        </p:nvSpPr>
        <p:spPr>
          <a:xfrm xmlns:a="http://schemas.openxmlformats.org/drawingml/2006/main">
            <a:off x="1271464" y="4725144"/>
            <a:ext cx="6553324" cy="360040"/>
          </a:xfrm>
        </p:spPr>
        <p:txBody>
          <a:bodyPr xmlns:a="http://schemas.openxmlformats.org/drawingml/2006/main"/>
          <a:lstStyle xmlns:a="http://schemas.openxmlformats.org/drawingml/2006/main">
            <a:lvl1pPr marL="0" indent="0">
              <a:lnSpc>
                <a:spcPct val="100000"/>
              </a:lnSpc>
              <a:spcAft>
                <a:spcPts val="0"/>
              </a:spcAft>
              <a:buFontTx/>
              <a:buNone/>
              <a:defRPr sz="1800">
                <a:solidFill>
                  <a:schemeClr val="bg2"/>
                </a:solidFill>
                <a:latin typeface="+mn-lt"/>
                <a:ea typeface="+mn-lt"/>
                <a:cs typeface="+mn-lt"/>
              </a:defRPr>
            </a:lvl1pPr>
            <a:lvl2pPr marL="0" indent="0">
              <a:lnSpc>
                <a:spcPct val="100000"/>
              </a:lnSpc>
              <a:spcAft>
                <a:spcPts val="0"/>
              </a:spcAft>
              <a:buFontTx/>
              <a:buNone/>
              <a:defRPr sz="1800">
                <a:solidFill>
                  <a:schemeClr val="bg2"/>
                </a:solidFill>
                <a:latin typeface="+mn-lt"/>
                <a:ea typeface="+mn-lt"/>
                <a:cs typeface="+mn-lt"/>
              </a:defRPr>
            </a:lvl2pPr>
            <a:lvl3pPr marL="0" indent="0">
              <a:lnSpc>
                <a:spcPct val="100000"/>
              </a:lnSpc>
              <a:spcAft>
                <a:spcPts val="0"/>
              </a:spcAft>
              <a:buFontTx/>
              <a:buNone/>
              <a:defRPr sz="1800">
                <a:solidFill>
                  <a:schemeClr val="bg2"/>
                </a:solidFill>
                <a:latin typeface="+mn-lt"/>
                <a:ea typeface="+mn-lt"/>
                <a:cs typeface="+mn-lt"/>
              </a:defRPr>
            </a:lvl3pPr>
            <a:lvl4pPr marL="0" indent="0">
              <a:lnSpc>
                <a:spcPct val="100000"/>
              </a:lnSpc>
              <a:spcAft>
                <a:spcPts val="0"/>
              </a:spcAft>
              <a:buFontTx/>
              <a:buNone/>
              <a:defRPr sz="1800">
                <a:solidFill>
                  <a:schemeClr val="bg2"/>
                </a:solidFill>
                <a:latin typeface="+mn-lt"/>
                <a:ea typeface="+mn-lt"/>
                <a:cs typeface="+mn-lt"/>
              </a:defRPr>
            </a:lvl4pPr>
            <a:lvl5pPr marL="0" indent="0">
              <a:lnSpc>
                <a:spcPct val="100000"/>
              </a:lnSpc>
              <a:spcAft>
                <a:spcPts val="0"/>
              </a:spcAft>
              <a:buFontTx/>
              <a:buNone/>
              <a:defRPr sz="1800">
                <a:solidFill>
                  <a:schemeClr val="bg2"/>
                </a:solidFill>
                <a:latin typeface="+mn-lt"/>
                <a:ea typeface="+mn-lt"/>
                <a:cs typeface="+mn-lt"/>
              </a:defRPr>
            </a:lvl5pPr>
            <a:lvl6pPr marL="0" indent="0">
              <a:lnSpc>
                <a:spcPct val="100000"/>
              </a:lnSpc>
              <a:spcAft>
                <a:spcPts val="0"/>
              </a:spcAft>
              <a:buFontTx/>
              <a:buNone/>
              <a:defRPr sz="1800">
                <a:solidFill>
                  <a:schemeClr val="bg2"/>
                </a:solidFill>
                <a:latin typeface="+mn-lt"/>
                <a:ea typeface="+mn-lt"/>
                <a:cs typeface="+mn-lt"/>
              </a:defRPr>
            </a:lvl6pPr>
            <a:lvl7pPr marL="0" indent="0">
              <a:lnSpc>
                <a:spcPct val="100000"/>
              </a:lnSpc>
              <a:spcAft>
                <a:spcPts val="0"/>
              </a:spcAft>
              <a:buFontTx/>
              <a:buNone/>
              <a:defRPr sz="1800">
                <a:solidFill>
                  <a:schemeClr val="bg2"/>
                </a:solidFill>
                <a:latin typeface="+mn-lt"/>
                <a:ea typeface="+mn-lt"/>
                <a:cs typeface="+mn-lt"/>
              </a:defRPr>
            </a:lvl7pPr>
            <a:lvl8pPr marL="0" indent="0">
              <a:lnSpc>
                <a:spcPct val="100000"/>
              </a:lnSpc>
              <a:spcAft>
                <a:spcPts val="0"/>
              </a:spcAft>
              <a:buFontTx/>
              <a:buNone/>
              <a:defRPr sz="1800">
                <a:solidFill>
                  <a:schemeClr val="bg2"/>
                </a:solidFill>
                <a:latin typeface="+mn-lt"/>
                <a:ea typeface="+mn-lt"/>
                <a:cs typeface="+mn-lt"/>
              </a:defRPr>
            </a:lvl8pPr>
            <a:lvl9pPr marL="0" indent="0">
              <a:lnSpc>
                <a:spcPct val="100000"/>
              </a:lnSpc>
              <a:spcAft>
                <a:spcPts val="0"/>
              </a:spcAft>
              <a:buFontTx/>
              <a:buNone/>
              <a:defRPr sz="1800">
                <a:solidFill>
                  <a:schemeClr val="bg2"/>
                </a:solidFill>
                <a:latin typeface="+mn-lt"/>
                <a:ea typeface="+mn-lt"/>
                <a:cs typeface="+mn-lt"/>
              </a:defRPr>
            </a:lvl9pPr>
          </a:lstStyle>
          <a:p xmlns:a="http://schemas.openxmlformats.org/drawingml/2006/main">
            <a:pPr lvl="0">
              <a:buNone/>
            </a:pPr>
            <a:r>
              <a:t>Kapitelunterschrift optional einfügen</a:t>
            </a:r>
          </a:p>
        </p:txBody>
      </p:sp>
      <p:sp>
        <p:nvSpPr>
          <p:cNvPr id="8" name="pattern">
            <a:extLst xmlns:a="http://schemas.openxmlformats.org/drawingml/2006/main">
              <a:ext uri="{FF2B5EF4-FFF2-40B4-BE49-F238E27FC236}">
                <a16:creationId xmlns:a16="http://schemas.microsoft.com/office/drawing/2014/main" id="{18EA96D2-78FE-1F40-70F3-EB42A5618625}"/>
              </a:ext>
            </a:extLst>
          </p:cNvPr>
          <p:cNvSpPr>
            <a:spLocks xmlns:a="http://schemas.openxmlformats.org/drawingml/2006/main" noGrp="1"/>
          </p:cNvSpPr>
          <p:nvPr>
            <p:ph type="pic" idx="16"/>
          </p:nvPr>
        </p:nvSpPr>
        <p:spPr>
          <a:xfrm xmlns:a="http://schemas.openxmlformats.org/drawingml/2006/main">
            <a:off x="6961096" y="775920"/>
            <a:ext cx="4294800" cy="3733200"/>
          </a:xfrm>
          <a:prstGeom xmlns:a="http://schemas.openxmlformats.org/drawingml/2006/main" prst="rect">
            <a:avLst/>
          </a:prstGeom>
          <a:blipFill xmlns:a="http://schemas.openxmlformats.org/drawingml/2006/main" rotWithShape="1">
            <a:blip xmlns:r="http://schemas.openxmlformats.org/officeDocument/2006/relationships" r:embed="Ra7ba232eb6df45bc">
              <a:alphaModFix amt="80000"/>
              <a:extLst>
                <a:ext uri="{96DAC541-7B7A-43D3-8B79-37D633B846F1}">
                  <asvg:svgBlip xmlns:asvg="http://schemas.microsoft.com/office/drawing/2016/SVG/main" r:embed="Ra1908ef4cbfb4811"/>
                </a:ext>
              </a:extLst>
            </a:blip>
            <a:srcRect l="0" t="0" r="0" b="0"/>
            <a:stretch>
              <a:fillRect l="0" t="-14" r="0" b="-14"/>
            </a:stretch>
          </a:blipFill>
        </p:spPr>
        <p:txBody>
          <a:bodyPr xmlns:a="http://schemas.openxmlformats.org/drawingml/2006/main" vert="horz" lIns="0" tIns="0" rIns="0" bIns="0">
            <a:noAutofit/>
          </a:bodyPr>
          <a:lstStyle xmlns:a="http://schemas.openxmlformats.org/drawingml/2006/main">
            <a:lvl1pPr>
              <a:buNone/>
              <a:defRPr sz="800">
                <a:noFill/>
              </a:defRPr>
            </a:lvl1pPr>
          </a:lstStyle>
          <a:p xmlns:a="http://schemas.openxmlformats.org/drawingml/2006/main">
            <a:pPr lvl="0">
              <a:buNone/>
            </a:pPr>
            <a:r>
              <a:t>Bild durch Klicken auf Symbol hinzufügen</a:t>
            </a:r>
            <a:endParaRPr/>
          </a:p>
        </p:txBody>
      </p:sp>
      <p:sp>
        <p:nvSpPr>
          <p:cNvPr id="11" name="Logo">
            <a:extLst xmlns:a="http://schemas.openxmlformats.org/drawingml/2006/main">
              <a:ext uri="{FF2B5EF4-FFF2-40B4-BE49-F238E27FC236}">
                <a16:creationId xmlns:a16="http://schemas.microsoft.com/office/drawing/2014/main" id="{05D97427-FF9A-A7E4-413C-6CD4F1E73C77}"/>
              </a:ext>
            </a:extLst>
          </p:cNvPr>
          <p:cNvSpPr>
            <a:spLocks xmlns:a="http://schemas.openxmlformats.org/drawingml/2006/main" noGrp="1"/>
          </p:cNvSpPr>
          <p:nvPr>
            <p:ph type="pic" idx="17"/>
          </p:nvPr>
        </p:nvSpPr>
        <p:spPr>
          <a:xfrm xmlns:a="http://schemas.openxmlformats.org/drawingml/2006/main">
            <a:off x="11570400" y="259200"/>
            <a:ext cx="360000" cy="360000"/>
          </a:xfrm>
          <a:prstGeom xmlns:a="http://schemas.openxmlformats.org/drawingml/2006/main" prst="rect">
            <a:avLst/>
          </a:prstGeom>
          <a:blipFill xmlns:a="http://schemas.openxmlformats.org/drawingml/2006/main">
            <a:blip xmlns:r="http://schemas.openxmlformats.org/officeDocument/2006/relationships" r:embed="R9db4bbf81cc54e15">
              <a:extLst>
                <a:ext uri="{96DAC541-7B7A-43D3-8B79-37D633B846F1}">
                  <asvg:svgBlip xmlns:asvg="http://schemas.microsoft.com/office/drawing/2016/SVG/main" r:embed="R9cb5d3c9be00410b"/>
                </a:ext>
              </a:extLst>
            </a:blip>
            <a:srcRect l="0" t="0" r="0" b="0"/>
            <a:stretch>
              <a:fillRect l="0" t="-1352" r="0" b="-1352"/>
            </a:stretch>
          </a:blipFill>
        </p:spPr>
        <p:txBody>
          <a:bodyPr xmlns:a="http://schemas.openxmlformats.org/drawingml/2006/main" vert="horz" lIns="0" tIns="0" rIns="0" bIns="0">
            <a:noAutofit/>
          </a:bodyPr>
          <a:lstStyle xmlns:a="http://schemas.openxmlformats.org/drawingml/2006/main">
            <a:lvl1pPr>
              <a:buNone/>
              <a:defRPr sz="800">
                <a:noFill/>
              </a:defRPr>
            </a:lvl1pPr>
          </a:lstStyle>
          <a:p xmlns:a="http://schemas.openxmlformats.org/drawingml/2006/main">
            <a:pPr lvl="0">
              <a:buNone/>
            </a:pPr>
            <a:r>
              <a:t>Bild durch Klicken auf Symbol hinzufügen</a:t>
            </a:r>
            <a:endParaRPr/>
          </a:p>
        </p:txBody>
      </p:sp>
      <p:sp>
        <p:nvSpPr>
          <p:cNvPr id="5" name="Bildplatzhalter 19">
            <a:extLst xmlns:a="http://schemas.openxmlformats.org/drawingml/2006/main">
              <a:ext uri="{FF2B5EF4-FFF2-40B4-BE49-F238E27FC236}">
                <a16:creationId xmlns:a16="http://schemas.microsoft.com/office/drawing/2014/main" id="{500EBE57-5958-DA4B-6208-6B6D6E2C6652}"/>
              </a:ext>
            </a:extLst>
          </p:cNvPr>
          <p:cNvSpPr>
            <a:spLocks xmlns:a="http://schemas.openxmlformats.org/drawingml/2006/main" noGrp="1"/>
          </p:cNvSpPr>
          <p:nvPr>
            <p:ph type="pic" idx="12"/>
          </p:nvPr>
        </p:nvSpPr>
        <p:spPr>
          <a:xfrm xmlns:a="http://schemas.openxmlformats.org/drawingml/2006/main">
            <a:off x="0" y="0"/>
            <a:ext cx="12196800" cy="6453336"/>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20" name="Datumsplatzhalter 19">
            <a:extLst xmlns:a="http://schemas.openxmlformats.org/drawingml/2006/main">
              <a:ext uri="{FF2B5EF4-FFF2-40B4-BE49-F238E27FC236}">
                <a16:creationId xmlns:a16="http://schemas.microsoft.com/office/drawing/2014/main" id="{F0DB90EB-95B8-1180-26D6-7180C61DE455}"/>
              </a:ext>
            </a:extLst>
          </p:cNvPr>
          <p:cNvSpPr>
            <a:spLocks xmlns:a="http://schemas.openxmlformats.org/drawingml/2006/main" noGrp="1"/>
          </p:cNvSpPr>
          <p:nvPr>
            <p:ph type="dt" idx="18"/>
          </p:nvPr>
        </p:nvSpPr>
        <p:spPr/>
        <p:txBody>
          <a:bodyPr xmlns:a="http://schemas.openxmlformats.org/drawingml/2006/main"/>
          <a:lstStyle xmlns:a="http://schemas.openxmlformats.org/drawingml/2006/main"/>
          <a:p xmlns:a="http://schemas.openxmlformats.org/drawingml/2006/main">
            <a:r>
              <a:t>Intern, TT.MM.JJJJ</a:t>
            </a:r>
            <a:endParaRPr sz="800"/>
          </a:p>
        </p:txBody>
      </p:sp>
      <p:sp>
        <p:nvSpPr>
          <p:cNvPr id="22" name="Foliennummernplatzhalter 21">
            <a:extLst xmlns:a="http://schemas.openxmlformats.org/drawingml/2006/main">
              <a:ext uri="{FF2B5EF4-FFF2-40B4-BE49-F238E27FC236}">
                <a16:creationId xmlns:a16="http://schemas.microsoft.com/office/drawing/2014/main" id="{4EA72FE7-185C-8B4F-2ACA-EBA0F0F2BA79}"/>
              </a:ext>
            </a:extLst>
          </p:cNvPr>
          <p:cNvSpPr>
            <a:spLocks xmlns:a="http://schemas.openxmlformats.org/drawingml/2006/main" noGrp="1"/>
          </p:cNvSpPr>
          <p:nvPr>
            <p:ph type="sldNum" idx="20"/>
          </p:nvPr>
        </p:nvSpPr>
        <p:spPr/>
        <p:txBody>
          <a:bodyPr xmlns:a="http://schemas.openxmlformats.org/drawingml/2006/main"/>
          <a:lstStyle xmlns:a="http://schemas.openxmlformats.org/drawingml/2006/main"/>
          <a:p xmlns:a="http://schemas.openxmlformats.org/drawingml/2006/main">
            <a:r>
              <a:t>Seite </a:t>
            </a:r>
            <a:fld id="{DC907883-A228-4E41-A7BF-33DDF6A01B2A}" type="slidenum">
              <a:t>‹Nr.›</a:t>
            </a:fld>
            <a:endParaRPr/>
          </a:p>
        </p:txBody>
      </p:sp>
    </p:spTree>
  </p:cSld>
</p:sldLayout>
</file>

<file path=ppt/slideLayouts/slideLayout10.xml><?xml version="1.0" encoding="utf-8"?>
<p:sldLayout xmlns:p="http://schemas.openxmlformats.org/presentationml/2006/main" preserve="1" userDrawn="1">
  <p:cSld name="Nur Titel">
    <p:spTree>
      <p:nvGrpSpPr>
        <p:cNvPr id="1" name=""/>
        <p:cNvGrpSpPr/>
        <p:nvPr/>
      </p:nvGrpSpPr>
      <p:grpSpPr>
        <a:xfrm xmlns:a="http://schemas.openxmlformats.org/drawingml/2006/main"/>
      </p:grpSpPr>
      <p:sp>
        <p:nvSpPr>
          <p:cNvPr id="4" name="Textplatzhalter 8">
            <a:extLst xmlns:a="http://schemas.openxmlformats.org/drawingml/2006/main">
              <a:ext uri="{FF2B5EF4-FFF2-40B4-BE49-F238E27FC236}">
                <a16:creationId xmlns:a16="http://schemas.microsoft.com/office/drawing/2014/main" id="{D2756035-617A-8345-5881-80E7F3C81083}"/>
              </a:ext>
            </a:extLst>
          </p:cNvPr>
          <p:cNvSpPr>
            <a:spLocks xmlns:a="http://schemas.openxmlformats.org/drawingml/2006/main" noGrp="1"/>
          </p:cNvSpPr>
          <p:nvPr>
            <p:ph type="body" idx="26" hasCustomPrompt="1"/>
          </p:nvPr>
        </p:nvSpPr>
        <p:spPr>
          <a:xfrm xmlns:a="http://schemas.openxmlformats.org/drawingml/2006/main">
            <a:off x="695401" y="548680"/>
            <a:ext cx="10296000" cy="288000"/>
          </a:xfrm>
        </p:spPr>
        <p:txBody>
          <a:bodyPr xmlns:a="http://schemas.openxmlformats.org/drawingml/2006/main" anchor="b"/>
          <a:lstStyle xmlns:a="http://schemas.openxmlformats.org/drawingml/2006/main">
            <a:lvl1pPr marL="0" indent="0">
              <a:spcAft>
                <a:spcPts val="0"/>
              </a:spcAft>
              <a:buFontTx/>
              <a:buNone/>
              <a:defRPr sz="1400">
                <a:solidFill>
                  <a:schemeClr val="bg2"/>
                </a:solidFill>
                <a:latin typeface="+mn-lt"/>
                <a:ea typeface="+mn-lt"/>
                <a:cs typeface="+mn-lt"/>
              </a:defRPr>
            </a:lvl1pPr>
            <a:lvl2pPr marL="0" indent="0">
              <a:spcAft>
                <a:spcPts val="0"/>
              </a:spcAft>
              <a:buFontTx/>
              <a:buNone/>
              <a:defRPr sz="1400">
                <a:solidFill>
                  <a:schemeClr val="bg2"/>
                </a:solidFill>
                <a:latin typeface="+mn-lt"/>
                <a:ea typeface="+mn-lt"/>
                <a:cs typeface="+mn-lt"/>
              </a:defRPr>
            </a:lvl2pPr>
            <a:lvl3pPr marL="0" indent="0">
              <a:spcAft>
                <a:spcPts val="0"/>
              </a:spcAft>
              <a:buFontTx/>
              <a:buNone/>
              <a:defRPr sz="1400">
                <a:solidFill>
                  <a:schemeClr val="bg2"/>
                </a:solidFill>
                <a:latin typeface="+mn-lt"/>
                <a:ea typeface="+mn-lt"/>
                <a:cs typeface="+mn-lt"/>
              </a:defRPr>
            </a:lvl3pPr>
            <a:lvl4pPr marL="0" indent="0">
              <a:spcAft>
                <a:spcPts val="0"/>
              </a:spcAft>
              <a:buFontTx/>
              <a:buNone/>
              <a:defRPr sz="1400">
                <a:solidFill>
                  <a:schemeClr val="bg2"/>
                </a:solidFill>
                <a:latin typeface="+mn-lt"/>
                <a:ea typeface="+mn-lt"/>
                <a:cs typeface="+mn-lt"/>
              </a:defRPr>
            </a:lvl4pPr>
            <a:lvl5pPr marL="0" indent="0">
              <a:spcAft>
                <a:spcPts val="0"/>
              </a:spcAft>
              <a:buFontTx/>
              <a:buNone/>
              <a:defRPr sz="1400">
                <a:solidFill>
                  <a:schemeClr val="bg2"/>
                </a:solidFill>
                <a:latin typeface="+mn-lt"/>
                <a:ea typeface="+mn-lt"/>
                <a:cs typeface="+mn-lt"/>
              </a:defRPr>
            </a:lvl5pPr>
            <a:lvl6pPr marL="0" indent="0">
              <a:spcAft>
                <a:spcPts val="0"/>
              </a:spcAft>
              <a:buFontTx/>
              <a:buNone/>
              <a:defRPr sz="1400">
                <a:solidFill>
                  <a:schemeClr val="bg2"/>
                </a:solidFill>
                <a:latin typeface="+mn-lt"/>
                <a:ea typeface="+mn-lt"/>
                <a:cs typeface="+mn-lt"/>
              </a:defRPr>
            </a:lvl6pPr>
            <a:lvl7pPr marL="0" indent="0">
              <a:spcAft>
                <a:spcPts val="0"/>
              </a:spcAft>
              <a:buFontTx/>
              <a:buNone/>
              <a:defRPr sz="1400">
                <a:solidFill>
                  <a:schemeClr val="bg2"/>
                </a:solidFill>
                <a:latin typeface="+mn-lt"/>
                <a:ea typeface="+mn-lt"/>
                <a:cs typeface="+mn-lt"/>
              </a:defRPr>
            </a:lvl7pPr>
            <a:lvl8pPr marL="0" indent="0">
              <a:spcAft>
                <a:spcPts val="0"/>
              </a:spcAft>
              <a:buFontTx/>
              <a:buNone/>
              <a:defRPr sz="1400">
                <a:solidFill>
                  <a:schemeClr val="bg2"/>
                </a:solidFill>
                <a:latin typeface="+mn-lt"/>
                <a:ea typeface="+mn-lt"/>
                <a:cs typeface="+mn-lt"/>
              </a:defRPr>
            </a:lvl8pPr>
            <a:lvl9pPr marL="0" indent="0">
              <a:spcAft>
                <a:spcPts val="0"/>
              </a:spcAft>
              <a:buFontTx/>
              <a:buNone/>
              <a:defRPr sz="1400">
                <a:solidFill>
                  <a:schemeClr val="bg2"/>
                </a:solidFill>
                <a:latin typeface="+mn-lt"/>
                <a:ea typeface="+mn-lt"/>
                <a:cs typeface="+mn-lt"/>
              </a:defRPr>
            </a:lvl9pPr>
          </a:lstStyle>
          <a:p xmlns:a="http://schemas.openxmlformats.org/drawingml/2006/main">
            <a:pPr lvl="0">
              <a:buNone/>
            </a:pPr>
            <a:r>
              <a:t>Optionale </a:t>
            </a:r>
            <a:r>
              <a:t>Topline</a:t>
            </a:r>
            <a:r>
              <a:t> hinzufügen</a:t>
            </a:r>
          </a:p>
        </p:txBody>
      </p:sp>
      <p:sp>
        <p:nvSpPr>
          <p:cNvPr id="7" name="Titel 6">
            <a:extLst xmlns:a="http://schemas.openxmlformats.org/drawingml/2006/main">
              <a:ext uri="{FF2B5EF4-FFF2-40B4-BE49-F238E27FC236}">
                <a16:creationId xmlns:a16="http://schemas.microsoft.com/office/drawing/2014/main" id="{48347A0D-1277-35FE-8A9F-6D89651F885B}"/>
              </a:ext>
            </a:extLst>
          </p:cNvPr>
          <p:cNvSpPr>
            <a:spLocks xmlns:a="http://schemas.openxmlformats.org/drawingml/2006/main" noGrp="1"/>
          </p:cNvSpPr>
          <p:nvPr>
            <p:ph type="title" idx="0"/>
          </p:nvPr>
        </p:nvSpPr>
        <p:spPr>
          <a:xfrm xmlns:a="http://schemas.openxmlformats.org/drawingml/2006/main">
            <a:off x="695325" y="908720"/>
            <a:ext cx="10872788" cy="576064"/>
          </a:xfrm>
        </p:spPr>
        <p:txBody>
          <a:bodyPr xmlns:a="http://schemas.openxmlformats.org/drawingml/2006/main"/>
          <a:lstStyle xmlns:a="http://schemas.openxmlformats.org/drawingml/2006/main"/>
          <a:p xmlns:a="http://schemas.openxmlformats.org/drawingml/2006/main">
            <a:r>
              <a:t>Mastertitelformat bearbeiten</a:t>
            </a:r>
            <a:endParaRPr/>
          </a:p>
        </p:txBody>
      </p:sp>
      <p:sp>
        <p:nvSpPr>
          <p:cNvPr id="6" name="Textplatzhalter 8">
            <a:extLst xmlns:a="http://schemas.openxmlformats.org/drawingml/2006/main">
              <a:ext uri="{FF2B5EF4-FFF2-40B4-BE49-F238E27FC236}">
                <a16:creationId xmlns:a16="http://schemas.microsoft.com/office/drawing/2014/main" id="{1CBA895F-BF09-30E8-EA6A-0F19CD247233}"/>
              </a:ext>
            </a:extLst>
          </p:cNvPr>
          <p:cNvSpPr>
            <a:spLocks xmlns:a="http://schemas.openxmlformats.org/drawingml/2006/main" noGrp="1"/>
          </p:cNvSpPr>
          <p:nvPr>
            <p:ph type="body" idx="27" hasCustomPrompt="1"/>
          </p:nvPr>
        </p:nvSpPr>
        <p:spPr>
          <a:xfrm xmlns:a="http://schemas.openxmlformats.org/drawingml/2006/main">
            <a:off x="695401" y="1484784"/>
            <a:ext cx="10872712" cy="504000"/>
          </a:xfrm>
        </p:spPr>
        <p:txBody>
          <a:bodyPr xmlns:a="http://schemas.openxmlformats.org/drawingml/2006/main" anchor="t"/>
          <a:lstStyle xmlns:a="http://schemas.openxmlformats.org/drawingml/2006/main">
            <a:lvl1pPr marL="0" indent="0">
              <a:spcAft>
                <a:spcPts val="0"/>
              </a:spcAft>
              <a:buFontTx/>
              <a:buNone/>
              <a:defRPr sz="2000">
                <a:solidFill>
                  <a:schemeClr val="bg2"/>
                </a:solidFill>
                <a:latin typeface="+mj-lt"/>
                <a:ea typeface="+mj-lt"/>
                <a:cs typeface="+mj-lt"/>
              </a:defRPr>
            </a:lvl1pPr>
            <a:lvl2pPr marL="0" indent="0">
              <a:spcAft>
                <a:spcPts val="0"/>
              </a:spcAft>
              <a:buFontTx/>
              <a:buNone/>
              <a:defRPr sz="2000">
                <a:solidFill>
                  <a:schemeClr val="bg2"/>
                </a:solidFill>
                <a:latin typeface="+mj-lt"/>
                <a:ea typeface="+mj-lt"/>
                <a:cs typeface="+mj-lt"/>
              </a:defRPr>
            </a:lvl2pPr>
            <a:lvl3pPr marL="0" indent="0">
              <a:spcAft>
                <a:spcPts val="0"/>
              </a:spcAft>
              <a:buFontTx/>
              <a:buNone/>
              <a:defRPr sz="2000">
                <a:solidFill>
                  <a:schemeClr val="bg2"/>
                </a:solidFill>
                <a:latin typeface="+mj-lt"/>
                <a:ea typeface="+mj-lt"/>
                <a:cs typeface="+mj-lt"/>
              </a:defRPr>
            </a:lvl3pPr>
            <a:lvl4pPr marL="0" indent="0">
              <a:spcAft>
                <a:spcPts val="0"/>
              </a:spcAft>
              <a:buFontTx/>
              <a:buNone/>
              <a:defRPr sz="2000">
                <a:solidFill>
                  <a:schemeClr val="bg2"/>
                </a:solidFill>
                <a:latin typeface="+mj-lt"/>
                <a:ea typeface="+mj-lt"/>
                <a:cs typeface="+mj-lt"/>
              </a:defRPr>
            </a:lvl4pPr>
            <a:lvl5pPr marL="0" indent="0">
              <a:spcAft>
                <a:spcPts val="0"/>
              </a:spcAft>
              <a:buFontTx/>
              <a:buNone/>
              <a:defRPr sz="2000">
                <a:solidFill>
                  <a:schemeClr val="bg2"/>
                </a:solidFill>
                <a:latin typeface="+mj-lt"/>
                <a:ea typeface="+mj-lt"/>
                <a:cs typeface="+mj-lt"/>
              </a:defRPr>
            </a:lvl5pPr>
            <a:lvl6pPr marL="0" indent="0">
              <a:spcAft>
                <a:spcPts val="0"/>
              </a:spcAft>
              <a:buFontTx/>
              <a:buNone/>
              <a:defRPr sz="2000">
                <a:solidFill>
                  <a:schemeClr val="bg2"/>
                </a:solidFill>
                <a:latin typeface="+mj-lt"/>
                <a:ea typeface="+mj-lt"/>
                <a:cs typeface="+mj-lt"/>
              </a:defRPr>
            </a:lvl6pPr>
            <a:lvl7pPr marL="0" indent="0">
              <a:spcAft>
                <a:spcPts val="0"/>
              </a:spcAft>
              <a:buFontTx/>
              <a:buNone/>
              <a:defRPr sz="2000">
                <a:solidFill>
                  <a:schemeClr val="bg2"/>
                </a:solidFill>
                <a:latin typeface="+mj-lt"/>
                <a:ea typeface="+mj-lt"/>
                <a:cs typeface="+mj-lt"/>
              </a:defRPr>
            </a:lvl7pPr>
            <a:lvl8pPr marL="0" indent="0">
              <a:spcAft>
                <a:spcPts val="0"/>
              </a:spcAft>
              <a:buFontTx/>
              <a:buNone/>
              <a:defRPr sz="2000">
                <a:solidFill>
                  <a:schemeClr val="bg2"/>
                </a:solidFill>
                <a:latin typeface="+mj-lt"/>
                <a:ea typeface="+mj-lt"/>
                <a:cs typeface="+mj-lt"/>
              </a:defRPr>
            </a:lvl8pPr>
            <a:lvl9pPr marL="0" indent="0">
              <a:spcAft>
                <a:spcPts val="0"/>
              </a:spcAft>
              <a:buFontTx/>
              <a:buNone/>
              <a:defRPr sz="2000">
                <a:solidFill>
                  <a:schemeClr val="bg2"/>
                </a:solidFill>
                <a:latin typeface="+mj-lt"/>
                <a:ea typeface="+mj-lt"/>
                <a:cs typeface="+mj-lt"/>
              </a:defRPr>
            </a:lvl9pPr>
          </a:lstStyle>
          <a:p xmlns:a="http://schemas.openxmlformats.org/drawingml/2006/main">
            <a:pPr lvl="0">
              <a:buNone/>
            </a:pPr>
            <a:r>
              <a:t>Optionale </a:t>
            </a:r>
            <a:r>
              <a:t>Subline</a:t>
            </a:r>
            <a:r>
              <a:t> hinzufügen</a:t>
            </a:r>
          </a:p>
        </p:txBody>
      </p:sp>
      <p:sp>
        <p:nvSpPr>
          <p:cNvPr id="5" name="Foliennummernplatzhalter 4">
            <a:extLst xmlns:a="http://schemas.openxmlformats.org/drawingml/2006/main">
              <a:ext uri="{FF2B5EF4-FFF2-40B4-BE49-F238E27FC236}">
                <a16:creationId xmlns:a16="http://schemas.microsoft.com/office/drawing/2014/main" id="{C283C182-9F76-4D78-8BBE-B35309C8EF34}"/>
              </a:ext>
            </a:extLst>
          </p:cNvPr>
          <p:cNvSpPr>
            <a:spLocks xmlns:a="http://schemas.openxmlformats.org/drawingml/2006/main" noGrp="1"/>
          </p:cNvSpPr>
          <p:nvPr>
            <p:ph type="sldNum" idx="24"/>
          </p:nvPr>
        </p:nvSpPr>
        <p:spPr/>
        <p:txBody>
          <a:bodyPr xmlns:a="http://schemas.openxmlformats.org/drawingml/2006/main"/>
          <a:lstStyle xmlns:a="http://schemas.openxmlformats.org/drawingml/2006/main">
            <a:lvl1pPr algn="r">
              <a:buNone/>
              <a:defRPr/>
            </a:lvl1pPr>
          </a:lstStyle>
          <a:p xmlns:a="http://schemas.openxmlformats.org/drawingml/2006/main">
            <a:r>
              <a:t>Seite </a:t>
            </a:r>
            <a:fld id="{DC907883-A228-4E41-A7BF-33DDF6A01B2A}" type="slidenum">
              <a:t>‹Nr.›</a:t>
            </a:fld>
            <a:endParaRPr/>
          </a:p>
        </p:txBody>
      </p:sp>
      <p:sp>
        <p:nvSpPr>
          <p:cNvPr id="3" name="Textfeld 2">
            <a:extLst xmlns:a="http://schemas.openxmlformats.org/drawingml/2006/main">
              <a:ext uri="{FF2B5EF4-FFF2-40B4-BE49-F238E27FC236}">
                <a16:creationId xmlns:a16="http://schemas.microsoft.com/office/drawing/2014/main" id="{733FD70D-A8E7-1EBF-DD0C-93CCF012D03C}"/>
              </a:ext>
            </a:extLst>
          </p:cNvPr>
          <p:cNvSpPr>
            <a:spLocks xmlns:a="http://schemas.openxmlformats.org/drawingml/2006/main" noGrp="1"/>
          </p:cNvSpPr>
          <p:nvPr/>
        </p:nvSpPr>
        <p:spPr>
          <a:xfrm xmlns:a="http://schemas.openxmlformats.org/drawingml/2006/main" rot="16200000" flipH="1" flipV="1">
            <a:off x="-2964522" y="3224871"/>
            <a:ext cx="6048378" cy="119334"/>
          </a:xfrm>
          <a:custGeom xmlns:a="http://schemas.openxmlformats.org/drawingml/2006/main">
            <a:gdLst>
              <a:gd name="connsiteX0" fmla="*/ 0 w 6048378"/>
              <a:gd name="connsiteY0" fmla="*/ 118800 h 119334"/>
              <a:gd name="connsiteX1" fmla="*/ 118800 w 6048378"/>
              <a:gd name="connsiteY1" fmla="*/ 0 h 119334"/>
              <a:gd name="connsiteX2" fmla="*/ 5929578 w 6048378"/>
              <a:gd name="connsiteY2" fmla="*/ 0 h 119334"/>
              <a:gd name="connsiteX3" fmla="*/ 6048378 w 6048378"/>
              <a:gd name="connsiteY3" fmla="*/ 118800 h 119334"/>
              <a:gd name="connsiteX4" fmla="*/ 6048270 w 6048378"/>
              <a:gd name="connsiteY4" fmla="*/ 119334 h 119334"/>
              <a:gd name="connsiteX5" fmla="*/ 108 w 6048378"/>
              <a:gd name="connsiteY5" fmla="*/ 119334 h 119334"/>
            </a:gdLst>
            <a:rect l="l" t="t" r="r" b="b"/>
            <a:pathLst>
              <a:path w="6048378" h="119334">
                <a:moveTo>
                  <a:pt x="0" y="118800"/>
                </a:moveTo>
                <a:cubicBezTo>
                  <a:pt x="0" y="53189"/>
                  <a:pt x="53189" y="0"/>
                  <a:pt x="118800" y="0"/>
                </a:cubicBezTo>
                <a:lnTo>
                  <a:pt x="5929578" y="0"/>
                </a:lnTo>
                <a:cubicBezTo>
                  <a:pt x="5995189" y="0"/>
                  <a:pt x="6048378" y="53189"/>
                  <a:pt x="6048378" y="118800"/>
                </a:cubicBezTo>
                <a:lnTo>
                  <a:pt x="6048270" y="119334"/>
                </a:lnTo>
                <a:lnTo>
                  <a:pt x="108" y="119334"/>
                </a:lnTo>
                <a:close/>
              </a:path>
            </a:pathLst>
          </a:custGeom>
          <a:gradFill xmlns:a="http://schemas.openxmlformats.org/drawingml/2006/main">
            <a:gsLst>
              <a:gs pos="10000">
                <a:srgbClr val="9B348E"/>
              </a:gs>
              <a:gs pos="33000">
                <a:schemeClr val="bg2"/>
              </a:gs>
            </a:gsLst>
            <a:lin ang="12600000" scaled="0"/>
          </a:gradFill>
          <a:ln xmlns:a="http://schemas.openxmlformats.org/drawingml/2006/main">
            <a:no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8" name="Datumsplatzhalter 7">
            <a:extLst xmlns:a="http://schemas.openxmlformats.org/drawingml/2006/main">
              <a:ext uri="{FF2B5EF4-FFF2-40B4-BE49-F238E27FC236}">
                <a16:creationId xmlns:a16="http://schemas.microsoft.com/office/drawing/2014/main" id="{F9456C8F-4285-89CA-9C66-26F93DA3A0AE}"/>
              </a:ext>
            </a:extLst>
          </p:cNvPr>
          <p:cNvSpPr>
            <a:spLocks xmlns:a="http://schemas.openxmlformats.org/drawingml/2006/main" noGrp="1"/>
          </p:cNvSpPr>
          <p:nvPr>
            <p:ph type="dt" idx="29"/>
          </p:nvPr>
        </p:nvSpPr>
        <p:spPr/>
        <p:txBody>
          <a:bodyPr xmlns:a="http://schemas.openxmlformats.org/drawingml/2006/main"/>
          <a:lstStyle xmlns:a="http://schemas.openxmlformats.org/drawingml/2006/main">
            <a:lvl1pPr>
              <a:buNone/>
              <a:defRPr/>
            </a:lvl1pPr>
          </a:lstStyle>
          <a:p xmlns:a="http://schemas.openxmlformats.org/drawingml/2006/main">
            <a:r>
              <a:t>Intern, TT.MM.JJJJ</a:t>
            </a:r>
            <a:endParaRPr/>
          </a:p>
        </p:txBody>
      </p:sp>
    </p:spTree>
  </p:cSld>
</p:sldLayout>
</file>

<file path=ppt/slideLayouts/slideLayout11.xml><?xml version="1.0" encoding="utf-8"?>
<p:sldLayout xmlns:p="http://schemas.openxmlformats.org/presentationml/2006/main" preserve="1" userDrawn="1">
  <p:cSld name="Titel und Inhalt">
    <p:spTree>
      <p:nvGrpSpPr>
        <p:cNvPr id="1" name=""/>
        <p:cNvGrpSpPr/>
        <p:nvPr/>
      </p:nvGrpSpPr>
      <p:grpSpPr>
        <a:xfrm xmlns:a="http://schemas.openxmlformats.org/drawingml/2006/main"/>
      </p:grpSpPr>
      <p:sp>
        <p:nvSpPr>
          <p:cNvPr id="8" name="Textfeld 7">
            <a:extLst xmlns:a="http://schemas.openxmlformats.org/drawingml/2006/main">
              <a:ext uri="{FF2B5EF4-FFF2-40B4-BE49-F238E27FC236}">
                <a16:creationId xmlns:a16="http://schemas.microsoft.com/office/drawing/2014/main" id="{418BB640-0AC8-728D-A225-4786C533CD1F}"/>
              </a:ext>
            </a:extLst>
          </p:cNvPr>
          <p:cNvSpPr>
            <a:spLocks xmlns:a="http://schemas.openxmlformats.org/drawingml/2006/main" noGrp="1"/>
          </p:cNvSpPr>
          <p:nvPr/>
        </p:nvSpPr>
        <p:spPr>
          <a:xfrm xmlns:a="http://schemas.openxmlformats.org/drawingml/2006/main" rot="16200000" flipH="1" flipV="1">
            <a:off x="-2964522" y="3224871"/>
            <a:ext cx="6048378" cy="119334"/>
          </a:xfrm>
          <a:custGeom xmlns:a="http://schemas.openxmlformats.org/drawingml/2006/main">
            <a:gdLst>
              <a:gd name="connsiteX0" fmla="*/ 0 w 6048378"/>
              <a:gd name="connsiteY0" fmla="*/ 118800 h 119334"/>
              <a:gd name="connsiteX1" fmla="*/ 118800 w 6048378"/>
              <a:gd name="connsiteY1" fmla="*/ 0 h 119334"/>
              <a:gd name="connsiteX2" fmla="*/ 5929578 w 6048378"/>
              <a:gd name="connsiteY2" fmla="*/ 0 h 119334"/>
              <a:gd name="connsiteX3" fmla="*/ 6048378 w 6048378"/>
              <a:gd name="connsiteY3" fmla="*/ 118800 h 119334"/>
              <a:gd name="connsiteX4" fmla="*/ 6048270 w 6048378"/>
              <a:gd name="connsiteY4" fmla="*/ 119334 h 119334"/>
              <a:gd name="connsiteX5" fmla="*/ 108 w 6048378"/>
              <a:gd name="connsiteY5" fmla="*/ 119334 h 119334"/>
            </a:gdLst>
            <a:rect l="l" t="t" r="r" b="b"/>
            <a:pathLst>
              <a:path w="6048378" h="119334">
                <a:moveTo>
                  <a:pt x="0" y="118800"/>
                </a:moveTo>
                <a:cubicBezTo>
                  <a:pt x="0" y="53189"/>
                  <a:pt x="53189" y="0"/>
                  <a:pt x="118800" y="0"/>
                </a:cubicBezTo>
                <a:lnTo>
                  <a:pt x="5929578" y="0"/>
                </a:lnTo>
                <a:cubicBezTo>
                  <a:pt x="5995189" y="0"/>
                  <a:pt x="6048378" y="53189"/>
                  <a:pt x="6048378" y="118800"/>
                </a:cubicBezTo>
                <a:lnTo>
                  <a:pt x="6048270" y="119334"/>
                </a:lnTo>
                <a:lnTo>
                  <a:pt x="108" y="119334"/>
                </a:lnTo>
                <a:close/>
              </a:path>
            </a:pathLst>
          </a:custGeom>
          <a:gradFill xmlns:a="http://schemas.openxmlformats.org/drawingml/2006/main">
            <a:gsLst>
              <a:gs pos="10000">
                <a:srgbClr val="9B348E"/>
              </a:gs>
              <a:gs pos="33000">
                <a:schemeClr val="bg2"/>
              </a:gs>
            </a:gsLst>
            <a:lin ang="12600000" scaled="0"/>
          </a:gradFill>
          <a:ln xmlns:a="http://schemas.openxmlformats.org/drawingml/2006/main">
            <a:no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9" name="Textplatzhalter 8">
            <a:extLst xmlns:a="http://schemas.openxmlformats.org/drawingml/2006/main">
              <a:ext uri="{FF2B5EF4-FFF2-40B4-BE49-F238E27FC236}">
                <a16:creationId xmlns:a16="http://schemas.microsoft.com/office/drawing/2014/main" id="{A368F05E-AA87-2C42-5067-6EADF11D89DF}"/>
              </a:ext>
            </a:extLst>
          </p:cNvPr>
          <p:cNvSpPr>
            <a:spLocks xmlns:a="http://schemas.openxmlformats.org/drawingml/2006/main" noGrp="1"/>
          </p:cNvSpPr>
          <p:nvPr>
            <p:ph type="body" idx="26" hasCustomPrompt="1"/>
          </p:nvPr>
        </p:nvSpPr>
        <p:spPr>
          <a:xfrm xmlns:a="http://schemas.openxmlformats.org/drawingml/2006/main">
            <a:off x="695401" y="548680"/>
            <a:ext cx="10296000" cy="288000"/>
          </a:xfrm>
        </p:spPr>
        <p:txBody>
          <a:bodyPr xmlns:a="http://schemas.openxmlformats.org/drawingml/2006/main" anchor="b"/>
          <a:lstStyle xmlns:a="http://schemas.openxmlformats.org/drawingml/2006/main">
            <a:lvl1pPr marL="0" indent="0">
              <a:spcAft>
                <a:spcPts val="0"/>
              </a:spcAft>
              <a:buFontTx/>
              <a:buNone/>
              <a:defRPr sz="1400">
                <a:solidFill>
                  <a:schemeClr val="bg2"/>
                </a:solidFill>
                <a:latin typeface="+mn-lt"/>
                <a:ea typeface="+mn-lt"/>
                <a:cs typeface="+mn-lt"/>
              </a:defRPr>
            </a:lvl1pPr>
            <a:lvl2pPr marL="0" indent="0">
              <a:spcAft>
                <a:spcPts val="0"/>
              </a:spcAft>
              <a:buFontTx/>
              <a:buNone/>
              <a:defRPr sz="1400">
                <a:solidFill>
                  <a:schemeClr val="bg2"/>
                </a:solidFill>
                <a:latin typeface="+mn-lt"/>
                <a:ea typeface="+mn-lt"/>
                <a:cs typeface="+mn-lt"/>
              </a:defRPr>
            </a:lvl2pPr>
            <a:lvl3pPr marL="0" indent="0">
              <a:spcAft>
                <a:spcPts val="0"/>
              </a:spcAft>
              <a:buFontTx/>
              <a:buNone/>
              <a:defRPr sz="1400">
                <a:solidFill>
                  <a:schemeClr val="bg2"/>
                </a:solidFill>
                <a:latin typeface="+mn-lt"/>
                <a:ea typeface="+mn-lt"/>
                <a:cs typeface="+mn-lt"/>
              </a:defRPr>
            </a:lvl3pPr>
            <a:lvl4pPr marL="0" indent="0">
              <a:spcAft>
                <a:spcPts val="0"/>
              </a:spcAft>
              <a:buFontTx/>
              <a:buNone/>
              <a:defRPr sz="1400">
                <a:solidFill>
                  <a:schemeClr val="bg2"/>
                </a:solidFill>
                <a:latin typeface="+mn-lt"/>
                <a:ea typeface="+mn-lt"/>
                <a:cs typeface="+mn-lt"/>
              </a:defRPr>
            </a:lvl4pPr>
            <a:lvl5pPr marL="0" indent="0">
              <a:spcAft>
                <a:spcPts val="0"/>
              </a:spcAft>
              <a:buFontTx/>
              <a:buNone/>
              <a:defRPr sz="1400">
                <a:solidFill>
                  <a:schemeClr val="bg2"/>
                </a:solidFill>
                <a:latin typeface="+mn-lt"/>
                <a:ea typeface="+mn-lt"/>
                <a:cs typeface="+mn-lt"/>
              </a:defRPr>
            </a:lvl5pPr>
            <a:lvl6pPr marL="0" indent="0">
              <a:spcAft>
                <a:spcPts val="0"/>
              </a:spcAft>
              <a:buFontTx/>
              <a:buNone/>
              <a:defRPr sz="1400">
                <a:solidFill>
                  <a:schemeClr val="bg2"/>
                </a:solidFill>
                <a:latin typeface="+mn-lt"/>
                <a:ea typeface="+mn-lt"/>
                <a:cs typeface="+mn-lt"/>
              </a:defRPr>
            </a:lvl6pPr>
            <a:lvl7pPr marL="0" indent="0">
              <a:spcAft>
                <a:spcPts val="0"/>
              </a:spcAft>
              <a:buFontTx/>
              <a:buNone/>
              <a:defRPr sz="1400">
                <a:solidFill>
                  <a:schemeClr val="bg2"/>
                </a:solidFill>
                <a:latin typeface="+mn-lt"/>
                <a:ea typeface="+mn-lt"/>
                <a:cs typeface="+mn-lt"/>
              </a:defRPr>
            </a:lvl7pPr>
            <a:lvl8pPr marL="0" indent="0">
              <a:spcAft>
                <a:spcPts val="0"/>
              </a:spcAft>
              <a:buFontTx/>
              <a:buNone/>
              <a:defRPr sz="1400">
                <a:solidFill>
                  <a:schemeClr val="bg2"/>
                </a:solidFill>
                <a:latin typeface="+mn-lt"/>
                <a:ea typeface="+mn-lt"/>
                <a:cs typeface="+mn-lt"/>
              </a:defRPr>
            </a:lvl8pPr>
            <a:lvl9pPr marL="0" indent="0">
              <a:spcAft>
                <a:spcPts val="0"/>
              </a:spcAft>
              <a:buFontTx/>
              <a:buNone/>
              <a:defRPr sz="1400">
                <a:solidFill>
                  <a:schemeClr val="bg2"/>
                </a:solidFill>
                <a:latin typeface="+mn-lt"/>
                <a:ea typeface="+mn-lt"/>
                <a:cs typeface="+mn-lt"/>
              </a:defRPr>
            </a:lvl9pPr>
          </a:lstStyle>
          <a:p xmlns:a="http://schemas.openxmlformats.org/drawingml/2006/main">
            <a:pPr lvl="0">
              <a:buNone/>
            </a:pPr>
            <a:r>
              <a:t>Optionale </a:t>
            </a:r>
            <a:r>
              <a:t>Topline</a:t>
            </a:r>
            <a:r>
              <a:t> hinzufügen</a:t>
            </a:r>
          </a:p>
        </p:txBody>
      </p:sp>
      <p:sp>
        <p:nvSpPr>
          <p:cNvPr id="3" name="Titel 2">
            <a:extLst xmlns:a="http://schemas.openxmlformats.org/drawingml/2006/main">
              <a:ext uri="{FF2B5EF4-FFF2-40B4-BE49-F238E27FC236}">
                <a16:creationId xmlns:a16="http://schemas.microsoft.com/office/drawing/2014/main" id="{DD97BBC6-5B8B-0978-EE9F-469CC55B3CA0}"/>
              </a:ext>
            </a:extLst>
          </p:cNvPr>
          <p:cNvSpPr>
            <a:spLocks xmlns:a="http://schemas.openxmlformats.org/drawingml/2006/main" noGrp="1"/>
          </p:cNvSpPr>
          <p:nvPr>
            <p:ph type="title" idx="0"/>
          </p:nvPr>
        </p:nvSpPr>
        <p:spPr>
          <a:xfrm xmlns:a="http://schemas.openxmlformats.org/drawingml/2006/main">
            <a:off x="695325" y="908720"/>
            <a:ext cx="10872788" cy="576000"/>
          </a:xfrm>
        </p:spPr>
        <p:txBody>
          <a:bodyPr xmlns:a="http://schemas.openxmlformats.org/drawingml/2006/main" bIns="0"/>
          <a:lstStyle xmlns:a="http://schemas.openxmlformats.org/drawingml/2006/main">
            <a:lvl1pPr>
              <a:lnSpc>
                <a:spcPct val="95000"/>
              </a:lnSpc>
              <a:buNone/>
              <a:defRPr/>
            </a:lvl1pPr>
          </a:lstStyle>
          <a:p xmlns:a="http://schemas.openxmlformats.org/drawingml/2006/main">
            <a:r>
              <a:t>Mastertitelformat bearbeiten</a:t>
            </a:r>
            <a:endParaRPr/>
          </a:p>
        </p:txBody>
      </p:sp>
      <p:sp>
        <p:nvSpPr>
          <p:cNvPr id="10" name="Textplatzhalter 8">
            <a:extLst xmlns:a="http://schemas.openxmlformats.org/drawingml/2006/main">
              <a:ext uri="{FF2B5EF4-FFF2-40B4-BE49-F238E27FC236}">
                <a16:creationId xmlns:a16="http://schemas.microsoft.com/office/drawing/2014/main" id="{E4D47092-765D-6561-AD03-5FB0453B8AAE}"/>
              </a:ext>
            </a:extLst>
          </p:cNvPr>
          <p:cNvSpPr>
            <a:spLocks xmlns:a="http://schemas.openxmlformats.org/drawingml/2006/main" noGrp="1"/>
          </p:cNvSpPr>
          <p:nvPr>
            <p:ph type="body" idx="27" hasCustomPrompt="1"/>
          </p:nvPr>
        </p:nvSpPr>
        <p:spPr>
          <a:xfrm xmlns:a="http://schemas.openxmlformats.org/drawingml/2006/main">
            <a:off x="695401" y="1484784"/>
            <a:ext cx="10872712" cy="504000"/>
          </a:xfrm>
        </p:spPr>
        <p:txBody>
          <a:bodyPr xmlns:a="http://schemas.openxmlformats.org/drawingml/2006/main" anchor="t"/>
          <a:lstStyle xmlns:a="http://schemas.openxmlformats.org/drawingml/2006/main">
            <a:lvl1pPr marL="0" indent="0">
              <a:spcAft>
                <a:spcPts val="0"/>
              </a:spcAft>
              <a:buFontTx/>
              <a:buNone/>
              <a:defRPr sz="2000">
                <a:solidFill>
                  <a:schemeClr val="bg2"/>
                </a:solidFill>
                <a:latin typeface="+mj-lt"/>
                <a:ea typeface="+mj-lt"/>
                <a:cs typeface="+mj-lt"/>
              </a:defRPr>
            </a:lvl1pPr>
            <a:lvl2pPr marL="0" indent="0">
              <a:spcAft>
                <a:spcPts val="0"/>
              </a:spcAft>
              <a:buFontTx/>
              <a:buNone/>
              <a:defRPr sz="2000">
                <a:solidFill>
                  <a:schemeClr val="bg2"/>
                </a:solidFill>
                <a:latin typeface="+mj-lt"/>
                <a:ea typeface="+mj-lt"/>
                <a:cs typeface="+mj-lt"/>
              </a:defRPr>
            </a:lvl2pPr>
            <a:lvl3pPr marL="0" indent="0">
              <a:spcAft>
                <a:spcPts val="0"/>
              </a:spcAft>
              <a:buFontTx/>
              <a:buNone/>
              <a:defRPr sz="2000">
                <a:solidFill>
                  <a:schemeClr val="bg2"/>
                </a:solidFill>
                <a:latin typeface="+mj-lt"/>
                <a:ea typeface="+mj-lt"/>
                <a:cs typeface="+mj-lt"/>
              </a:defRPr>
            </a:lvl3pPr>
            <a:lvl4pPr marL="0" indent="0">
              <a:spcAft>
                <a:spcPts val="0"/>
              </a:spcAft>
              <a:buFontTx/>
              <a:buNone/>
              <a:defRPr sz="2000">
                <a:solidFill>
                  <a:schemeClr val="bg2"/>
                </a:solidFill>
                <a:latin typeface="+mj-lt"/>
                <a:ea typeface="+mj-lt"/>
                <a:cs typeface="+mj-lt"/>
              </a:defRPr>
            </a:lvl4pPr>
            <a:lvl5pPr marL="0" indent="0">
              <a:spcAft>
                <a:spcPts val="0"/>
              </a:spcAft>
              <a:buFontTx/>
              <a:buNone/>
              <a:defRPr sz="2000">
                <a:solidFill>
                  <a:schemeClr val="bg2"/>
                </a:solidFill>
                <a:latin typeface="+mj-lt"/>
                <a:ea typeface="+mj-lt"/>
                <a:cs typeface="+mj-lt"/>
              </a:defRPr>
            </a:lvl5pPr>
            <a:lvl6pPr marL="0" indent="0">
              <a:spcAft>
                <a:spcPts val="0"/>
              </a:spcAft>
              <a:buFontTx/>
              <a:buNone/>
              <a:defRPr sz="2000">
                <a:solidFill>
                  <a:schemeClr val="bg2"/>
                </a:solidFill>
                <a:latin typeface="+mj-lt"/>
                <a:ea typeface="+mj-lt"/>
                <a:cs typeface="+mj-lt"/>
              </a:defRPr>
            </a:lvl6pPr>
            <a:lvl7pPr marL="0" indent="0">
              <a:spcAft>
                <a:spcPts val="0"/>
              </a:spcAft>
              <a:buFontTx/>
              <a:buNone/>
              <a:defRPr sz="2000">
                <a:solidFill>
                  <a:schemeClr val="bg2"/>
                </a:solidFill>
                <a:latin typeface="+mj-lt"/>
                <a:ea typeface="+mj-lt"/>
                <a:cs typeface="+mj-lt"/>
              </a:defRPr>
            </a:lvl7pPr>
            <a:lvl8pPr marL="0" indent="0">
              <a:spcAft>
                <a:spcPts val="0"/>
              </a:spcAft>
              <a:buFontTx/>
              <a:buNone/>
              <a:defRPr sz="2000">
                <a:solidFill>
                  <a:schemeClr val="bg2"/>
                </a:solidFill>
                <a:latin typeface="+mj-lt"/>
                <a:ea typeface="+mj-lt"/>
                <a:cs typeface="+mj-lt"/>
              </a:defRPr>
            </a:lvl8pPr>
            <a:lvl9pPr marL="0" indent="0">
              <a:spcAft>
                <a:spcPts val="0"/>
              </a:spcAft>
              <a:buFontTx/>
              <a:buNone/>
              <a:defRPr sz="2000">
                <a:solidFill>
                  <a:schemeClr val="bg2"/>
                </a:solidFill>
                <a:latin typeface="+mj-lt"/>
                <a:ea typeface="+mj-lt"/>
                <a:cs typeface="+mj-lt"/>
              </a:defRPr>
            </a:lvl9pPr>
          </a:lstStyle>
          <a:p xmlns:a="http://schemas.openxmlformats.org/drawingml/2006/main">
            <a:pPr lvl="0">
              <a:buNone/>
            </a:pPr>
            <a:r>
              <a:t>Optionale </a:t>
            </a:r>
            <a:r>
              <a:t>Subline</a:t>
            </a:r>
            <a:r>
              <a:t> hinzufügen</a:t>
            </a:r>
          </a:p>
        </p:txBody>
      </p:sp>
      <p:sp>
        <p:nvSpPr>
          <p:cNvPr id="18" name="Inhaltsplatzhalter 16">
            <a:extLst xmlns:a="http://schemas.openxmlformats.org/drawingml/2006/main">
              <a:ext uri="{FF2B5EF4-FFF2-40B4-BE49-F238E27FC236}">
                <a16:creationId xmlns:a16="http://schemas.microsoft.com/office/drawing/2014/main" id="{835F97C9-1A71-4B7B-B0FD-2161E9E9E0B2}"/>
              </a:ext>
            </a:extLst>
          </p:cNvPr>
          <p:cNvSpPr>
            <a:spLocks xmlns:a="http://schemas.openxmlformats.org/drawingml/2006/main" noGrp="1"/>
          </p:cNvSpPr>
          <p:nvPr>
            <p:ph idx="20"/>
          </p:nvPr>
        </p:nvSpPr>
        <p:spPr>
          <a:xfrm xmlns:a="http://schemas.openxmlformats.org/drawingml/2006/main">
            <a:off x="695325" y="2205038"/>
            <a:ext cx="10872788" cy="4103687"/>
          </a:xfrm>
        </p:spPr>
        <p:txBody>
          <a:bodyPr xmlns:a="http://schemas.openxmlformats.org/drawingml/2006/main"/>
          <a:lstStyle xmlns:a="http://schemas.openxmlformats.org/drawingml/2006/main">
            <a:lvl1pPr>
              <a:buNone/>
              <a:defRPr/>
            </a:lvl1pPr>
          </a:lstStyle>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endParaRPr/>
          </a:p>
        </p:txBody>
      </p:sp>
      <p:sp>
        <p:nvSpPr>
          <p:cNvPr id="5" name="Datumsplatzhalter 4">
            <a:extLst xmlns:a="http://schemas.openxmlformats.org/drawingml/2006/main">
              <a:ext uri="{FF2B5EF4-FFF2-40B4-BE49-F238E27FC236}">
                <a16:creationId xmlns:a16="http://schemas.microsoft.com/office/drawing/2014/main" id="{955C91B4-7E37-7B11-7591-45EE91B4C3B3}"/>
              </a:ext>
            </a:extLst>
          </p:cNvPr>
          <p:cNvSpPr>
            <a:spLocks xmlns:a="http://schemas.openxmlformats.org/drawingml/2006/main" noGrp="1"/>
          </p:cNvSpPr>
          <p:nvPr>
            <p:ph type="dt" idx="28"/>
          </p:nvPr>
        </p:nvSpPr>
        <p:spPr/>
        <p:txBody>
          <a:bodyPr xmlns:a="http://schemas.openxmlformats.org/drawingml/2006/main"/>
          <a:lstStyle xmlns:a="http://schemas.openxmlformats.org/drawingml/2006/main"/>
          <a:p xmlns:a="http://schemas.openxmlformats.org/drawingml/2006/main">
            <a:r>
              <a:t>Intern, TT.MM.JJJJ</a:t>
            </a:r>
            <a:endParaRPr sz="800"/>
          </a:p>
        </p:txBody>
      </p:sp>
      <p:sp>
        <p:nvSpPr>
          <p:cNvPr id="11" name="Foliennummernplatzhalter 10">
            <a:extLst xmlns:a="http://schemas.openxmlformats.org/drawingml/2006/main">
              <a:ext uri="{FF2B5EF4-FFF2-40B4-BE49-F238E27FC236}">
                <a16:creationId xmlns:a16="http://schemas.microsoft.com/office/drawing/2014/main" id="{A3E87E82-6C65-7459-FCC8-F1324200B4D2}"/>
              </a:ext>
            </a:extLst>
          </p:cNvPr>
          <p:cNvSpPr>
            <a:spLocks xmlns:a="http://schemas.openxmlformats.org/drawingml/2006/main" noGrp="1"/>
          </p:cNvSpPr>
          <p:nvPr>
            <p:ph type="sldNum" idx="30"/>
          </p:nvPr>
        </p:nvSpPr>
        <p:spPr/>
        <p:txBody>
          <a:bodyPr xmlns:a="http://schemas.openxmlformats.org/drawingml/2006/main"/>
          <a:lstStyle xmlns:a="http://schemas.openxmlformats.org/drawingml/2006/main"/>
          <a:p xmlns:a="http://schemas.openxmlformats.org/drawingml/2006/main">
            <a:r>
              <a:t>Seite </a:t>
            </a:r>
            <a:fld id="{DC907883-A228-4E41-A7BF-33DDF6A01B2A}" type="slidenum">
              <a:t>‹Nr.›</a:t>
            </a:fld>
            <a:endParaRPr/>
          </a:p>
        </p:txBody>
      </p:sp>
    </p:spTree>
  </p:cSld>
</p:sldLayout>
</file>

<file path=ppt/slideLayouts/slideLayout12.xml><?xml version="1.0" encoding="utf-8"?>
<p:sldLayout xmlns:p="http://schemas.openxmlformats.org/presentationml/2006/main" preserve="1" userDrawn="1">
  <p:cSld name="Titel und Inhalt 2">
    <p:bg>
      <p:bgPr>
        <a:solidFill xmlns:a="http://schemas.openxmlformats.org/drawingml/2006/main">
          <a:schemeClr val="bg1"/>
        </a:solidFill>
      </p:bgPr>
    </p:bg>
    <p:spTree>
      <p:nvGrpSpPr>
        <p:cNvPr id="1" name=""/>
        <p:cNvGrpSpPr/>
        <p:nvPr/>
      </p:nvGrpSpPr>
      <p:grpSpPr>
        <a:xfrm xmlns:a="http://schemas.openxmlformats.org/drawingml/2006/main"/>
      </p:grpSpPr>
      <p:sp>
        <p:nvSpPr>
          <p:cNvPr id="10" name="Freihandform: Form 9">
            <a:extLst xmlns:a="http://schemas.openxmlformats.org/drawingml/2006/main">
              <a:ext uri="{FF2B5EF4-FFF2-40B4-BE49-F238E27FC236}">
                <a16:creationId xmlns:a16="http://schemas.microsoft.com/office/drawing/2014/main" id="{58672E46-BA21-67E7-3E58-4CEBD6C44D84}"/>
              </a:ext>
            </a:extLst>
          </p:cNvPr>
          <p:cNvSpPr>
            <a:spLocks xmlns:a="http://schemas.openxmlformats.org/drawingml/2006/main" noGrp="1"/>
          </p:cNvSpPr>
          <p:nvPr/>
        </p:nvSpPr>
        <p:spPr>
          <a:xfrm xmlns:a="http://schemas.openxmlformats.org/drawingml/2006/main">
            <a:off x="0" y="0"/>
            <a:ext cx="12192000" cy="6858000"/>
          </a:xfrm>
          <a:custGeom xmlns:a="http://schemas.openxmlformats.org/drawingml/2006/main">
            <a:gdLst>
              <a:gd name="connsiteX0" fmla="*/ 0 w 12192000"/>
              <a:gd name="connsiteY0" fmla="*/ 0 h 6858000"/>
              <a:gd name="connsiteX1" fmla="*/ 5735961 w 12192000"/>
              <a:gd name="connsiteY1" fmla="*/ 0 h 6858000"/>
              <a:gd name="connsiteX2" fmla="*/ 5735961 w 12192000"/>
              <a:gd name="connsiteY2" fmla="*/ 673693 h 6858000"/>
              <a:gd name="connsiteX3" fmla="*/ 5735961 w 12192000"/>
              <a:gd name="connsiteY3" fmla="*/ 3700353 h 6858000"/>
              <a:gd name="connsiteX4" fmla="*/ 5735961 w 12192000"/>
              <a:gd name="connsiteY4" fmla="*/ 5349862 h 6858000"/>
              <a:gd name="connsiteX5" fmla="*/ 6694824 w 12192000"/>
              <a:gd name="connsiteY5" fmla="*/ 6308726 h 6858000"/>
              <a:gd name="connsiteX6" fmla="*/ 12192000 w 12192000"/>
              <a:gd name="connsiteY6" fmla="*/ 6308726 h 6858000"/>
              <a:gd name="connsiteX7" fmla="*/ 12192000 w 12192000"/>
              <a:gd name="connsiteY7" fmla="*/ 6858000 h 6858000"/>
              <a:gd name="connsiteX8" fmla="*/ 0 w 12192000"/>
              <a:gd name="connsiteY8" fmla="*/ 6858000 h 6858000"/>
            </a:gdLst>
            <a:rect l="l" t="t" r="r" b="b"/>
            <a:pathLst>
              <a:path w="12192000" h="6858000">
                <a:moveTo>
                  <a:pt x="0" y="0"/>
                </a:moveTo>
                <a:lnTo>
                  <a:pt x="5735961" y="0"/>
                </a:lnTo>
                <a:lnTo>
                  <a:pt x="5735961" y="673693"/>
                </a:lnTo>
                <a:lnTo>
                  <a:pt x="5735961" y="3700353"/>
                </a:lnTo>
                <a:lnTo>
                  <a:pt x="5735961" y="5349862"/>
                </a:lnTo>
                <a:cubicBezTo>
                  <a:pt x="5735961" y="5879428"/>
                  <a:pt x="6165258" y="6308726"/>
                  <a:pt x="6694824" y="6308726"/>
                </a:cubicBezTo>
                <a:lnTo>
                  <a:pt x="12192000" y="6308726"/>
                </a:lnTo>
                <a:lnTo>
                  <a:pt x="12192000" y="6858000"/>
                </a:lnTo>
                <a:lnTo>
                  <a:pt x="0" y="6858000"/>
                </a:lnTo>
                <a:close/>
              </a:path>
            </a:pathLst>
          </a:custGeom>
          <a:gradFill xmlns:a="http://schemas.openxmlformats.org/drawingml/2006/main">
            <a:gsLst>
              <a:gs pos="33000">
                <a:srgbClr val="FFFFFF">
                  <a:alpha val="0"/>
                </a:srgbClr>
              </a:gs>
              <a:gs pos="100000">
                <a:schemeClr val="bg1"/>
              </a:gs>
              <a:gs pos="55000">
                <a:schemeClr val="tx2"/>
              </a:gs>
            </a:gsLst>
            <a:lin ang="2400000" scaled="0"/>
          </a:gra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spcBef>
                <a:spcPts val="300"/>
              </a:spcBef>
              <a:spcAft>
                <a:spcPts val="300"/>
              </a:spcAft>
              <a:buNone/>
            </a:pPr>
            <a:endParaRPr sz="2000">
              <a:solidFill>
                <a:schemeClr val="tx1"/>
              </a:solidFill>
            </a:endParaRPr>
          </a:p>
        </p:txBody>
      </p:sp>
      <p:sp>
        <p:nvSpPr>
          <p:cNvPr id="7" name="Textfeld 6">
            <a:extLst xmlns:a="http://schemas.openxmlformats.org/drawingml/2006/main">
              <a:ext uri="{FF2B5EF4-FFF2-40B4-BE49-F238E27FC236}">
                <a16:creationId xmlns:a16="http://schemas.microsoft.com/office/drawing/2014/main" id="{D978C686-F823-53FC-AAF1-C7C157199201}"/>
              </a:ext>
            </a:extLst>
          </p:cNvPr>
          <p:cNvSpPr>
            <a:spLocks xmlns:a="http://schemas.openxmlformats.org/drawingml/2006/main" noGrp="1"/>
          </p:cNvSpPr>
          <p:nvPr/>
        </p:nvSpPr>
        <p:spPr>
          <a:xfrm xmlns:a="http://schemas.openxmlformats.org/drawingml/2006/main" rot="16200000" flipH="1" flipV="1">
            <a:off x="-2964522" y="3224871"/>
            <a:ext cx="6048378" cy="119334"/>
          </a:xfrm>
          <a:custGeom xmlns:a="http://schemas.openxmlformats.org/drawingml/2006/main">
            <a:gdLst>
              <a:gd name="connsiteX0" fmla="*/ 0 w 6048378"/>
              <a:gd name="connsiteY0" fmla="*/ 118800 h 119334"/>
              <a:gd name="connsiteX1" fmla="*/ 118800 w 6048378"/>
              <a:gd name="connsiteY1" fmla="*/ 0 h 119334"/>
              <a:gd name="connsiteX2" fmla="*/ 5929578 w 6048378"/>
              <a:gd name="connsiteY2" fmla="*/ 0 h 119334"/>
              <a:gd name="connsiteX3" fmla="*/ 6048378 w 6048378"/>
              <a:gd name="connsiteY3" fmla="*/ 118800 h 119334"/>
              <a:gd name="connsiteX4" fmla="*/ 6048270 w 6048378"/>
              <a:gd name="connsiteY4" fmla="*/ 119334 h 119334"/>
              <a:gd name="connsiteX5" fmla="*/ 108 w 6048378"/>
              <a:gd name="connsiteY5" fmla="*/ 119334 h 119334"/>
            </a:gdLst>
            <a:rect l="l" t="t" r="r" b="b"/>
            <a:pathLst>
              <a:path w="6048378" h="119334">
                <a:moveTo>
                  <a:pt x="0" y="118800"/>
                </a:moveTo>
                <a:cubicBezTo>
                  <a:pt x="0" y="53189"/>
                  <a:pt x="53189" y="0"/>
                  <a:pt x="118800" y="0"/>
                </a:cubicBezTo>
                <a:lnTo>
                  <a:pt x="5929578" y="0"/>
                </a:lnTo>
                <a:cubicBezTo>
                  <a:pt x="5995189" y="0"/>
                  <a:pt x="6048378" y="53189"/>
                  <a:pt x="6048378" y="118800"/>
                </a:cubicBezTo>
                <a:lnTo>
                  <a:pt x="6048270" y="119334"/>
                </a:lnTo>
                <a:lnTo>
                  <a:pt x="108" y="119334"/>
                </a:lnTo>
                <a:close/>
              </a:path>
            </a:pathLst>
          </a:custGeom>
          <a:gradFill xmlns:a="http://schemas.openxmlformats.org/drawingml/2006/main">
            <a:gsLst>
              <a:gs pos="10000">
                <a:srgbClr val="9B348E"/>
              </a:gs>
              <a:gs pos="33000">
                <a:schemeClr val="bg2"/>
              </a:gs>
            </a:gsLst>
            <a:lin ang="12600000" scaled="0"/>
          </a:gradFill>
          <a:ln xmlns:a="http://schemas.openxmlformats.org/drawingml/2006/main">
            <a:no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2" name="Titel 13">
            <a:extLst xmlns:a="http://schemas.openxmlformats.org/drawingml/2006/main">
              <a:ext uri="{FF2B5EF4-FFF2-40B4-BE49-F238E27FC236}">
                <a16:creationId xmlns:a16="http://schemas.microsoft.com/office/drawing/2014/main" id="{081F4FF2-7CE6-F7B9-43CF-66C4C9C83A32}"/>
              </a:ext>
            </a:extLst>
          </p:cNvPr>
          <p:cNvSpPr>
            <a:spLocks xmlns:a="http://schemas.openxmlformats.org/drawingml/2006/main" noGrp="1"/>
          </p:cNvSpPr>
          <p:nvPr/>
        </p:nvSpPr>
        <p:spPr>
          <a:xfrm xmlns:a="http://schemas.openxmlformats.org/drawingml/2006/main" rot="0" flipH="0" flipV="0">
            <a:off x="263352" y="2050238"/>
            <a:ext cx="753839" cy="728733"/>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tx2">
                <a:alpha val="40000"/>
              </a:scheme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3" name="Titel 13">
            <a:extLst xmlns:a="http://schemas.openxmlformats.org/drawingml/2006/main">
              <a:ext uri="{FF2B5EF4-FFF2-40B4-BE49-F238E27FC236}">
                <a16:creationId xmlns:a16="http://schemas.microsoft.com/office/drawing/2014/main" id="{54982B2F-BD54-AD34-C904-D93D06D401A5}"/>
              </a:ext>
            </a:extLst>
          </p:cNvPr>
          <p:cNvSpPr>
            <a:spLocks xmlns:a="http://schemas.openxmlformats.org/drawingml/2006/main" noGrp="1"/>
          </p:cNvSpPr>
          <p:nvPr/>
        </p:nvSpPr>
        <p:spPr>
          <a:xfrm xmlns:a="http://schemas.openxmlformats.org/drawingml/2006/main" rot="0" flipH="0" flipV="0">
            <a:off x="1277515" y="1882289"/>
            <a:ext cx="1897952" cy="1834743"/>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tx2">
                <a:alpha val="40000"/>
              </a:scheme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4" name="Titel 13">
            <a:extLst xmlns:a="http://schemas.openxmlformats.org/drawingml/2006/main">
              <a:ext uri="{FF2B5EF4-FFF2-40B4-BE49-F238E27FC236}">
                <a16:creationId xmlns:a16="http://schemas.microsoft.com/office/drawing/2014/main" id="{0247DB0E-9237-BC55-FD53-D7CAEE5421B0}"/>
              </a:ext>
            </a:extLst>
          </p:cNvPr>
          <p:cNvSpPr>
            <a:spLocks xmlns:a="http://schemas.openxmlformats.org/drawingml/2006/main" noGrp="1"/>
          </p:cNvSpPr>
          <p:nvPr/>
        </p:nvSpPr>
        <p:spPr>
          <a:xfrm xmlns:a="http://schemas.openxmlformats.org/drawingml/2006/main" rot="0" flipH="0" flipV="0">
            <a:off x="263352" y="700414"/>
            <a:ext cx="1168246" cy="1129339"/>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tx2">
                <a:alpha val="40000"/>
              </a:scheme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5" name="Titel 13">
            <a:extLst xmlns:a="http://schemas.openxmlformats.org/drawingml/2006/main">
              <a:ext uri="{FF2B5EF4-FFF2-40B4-BE49-F238E27FC236}">
                <a16:creationId xmlns:a16="http://schemas.microsoft.com/office/drawing/2014/main" id="{D486F15B-04E2-5941-AB87-F5F5B6A79CCA}"/>
              </a:ext>
            </a:extLst>
          </p:cNvPr>
          <p:cNvSpPr>
            <a:spLocks xmlns:a="http://schemas.openxmlformats.org/drawingml/2006/main" noGrp="1"/>
          </p:cNvSpPr>
          <p:nvPr/>
        </p:nvSpPr>
        <p:spPr>
          <a:xfrm xmlns:a="http://schemas.openxmlformats.org/drawingml/2006/main" rot="0" flipH="0" flipV="0">
            <a:off x="892407" y="1034003"/>
            <a:ext cx="1347976" cy="1303084"/>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tx2">
                <a:alpha val="40000"/>
              </a:scheme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6" name="Titel 13">
            <a:extLst xmlns:a="http://schemas.openxmlformats.org/drawingml/2006/main">
              <a:ext uri="{FF2B5EF4-FFF2-40B4-BE49-F238E27FC236}">
                <a16:creationId xmlns:a16="http://schemas.microsoft.com/office/drawing/2014/main" id="{CC4D40B8-9BDA-8E5E-15A7-E6FD157C975F}"/>
              </a:ext>
            </a:extLst>
          </p:cNvPr>
          <p:cNvSpPr>
            <a:spLocks xmlns:a="http://schemas.openxmlformats.org/drawingml/2006/main" noGrp="1"/>
          </p:cNvSpPr>
          <p:nvPr/>
        </p:nvSpPr>
        <p:spPr>
          <a:xfrm xmlns:a="http://schemas.openxmlformats.org/drawingml/2006/main" rot="0" flipH="0" flipV="0">
            <a:off x="1162003" y="116632"/>
            <a:ext cx="718920" cy="694978"/>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tx2">
                <a:alpha val="40000"/>
              </a:scheme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7" name="Titel 13">
            <a:extLst xmlns:a="http://schemas.openxmlformats.org/drawingml/2006/main">
              <a:ext uri="{FF2B5EF4-FFF2-40B4-BE49-F238E27FC236}">
                <a16:creationId xmlns:a16="http://schemas.microsoft.com/office/drawing/2014/main" id="{057D5919-656E-A3C8-B30E-2BDD78A5345A}"/>
              </a:ext>
            </a:extLst>
          </p:cNvPr>
          <p:cNvSpPr>
            <a:spLocks xmlns:a="http://schemas.openxmlformats.org/drawingml/2006/main" noGrp="1"/>
          </p:cNvSpPr>
          <p:nvPr/>
        </p:nvSpPr>
        <p:spPr>
          <a:xfrm xmlns:a="http://schemas.openxmlformats.org/drawingml/2006/main" rot="0" flipH="0" flipV="0">
            <a:off x="1700700" y="283427"/>
            <a:ext cx="989009" cy="956073"/>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tx2">
                <a:alpha val="40000"/>
              </a:scheme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9" name="Titel 13">
            <a:extLst xmlns:a="http://schemas.openxmlformats.org/drawingml/2006/main">
              <a:ext uri="{FF2B5EF4-FFF2-40B4-BE49-F238E27FC236}">
                <a16:creationId xmlns:a16="http://schemas.microsoft.com/office/drawing/2014/main" id="{F49EF7D6-BE7E-2993-DF06-745E55107249}"/>
              </a:ext>
            </a:extLst>
          </p:cNvPr>
          <p:cNvSpPr>
            <a:spLocks xmlns:a="http://schemas.openxmlformats.org/drawingml/2006/main" noGrp="1"/>
          </p:cNvSpPr>
          <p:nvPr/>
        </p:nvSpPr>
        <p:spPr>
          <a:xfrm xmlns:a="http://schemas.openxmlformats.org/drawingml/2006/main" rot="0" flipH="0" flipV="0">
            <a:off x="2779574" y="1534387"/>
            <a:ext cx="948975" cy="917371"/>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tx2">
                <a:alpha val="40000"/>
              </a:scheme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20" name="Titel 13">
            <a:extLst xmlns:a="http://schemas.openxmlformats.org/drawingml/2006/main">
              <a:ext uri="{FF2B5EF4-FFF2-40B4-BE49-F238E27FC236}">
                <a16:creationId xmlns:a16="http://schemas.microsoft.com/office/drawing/2014/main" id="{A14C5199-7D93-C6D9-C61B-B5B6541171E1}"/>
              </a:ext>
            </a:extLst>
          </p:cNvPr>
          <p:cNvSpPr>
            <a:spLocks xmlns:a="http://schemas.openxmlformats.org/drawingml/2006/main" noGrp="1"/>
          </p:cNvSpPr>
          <p:nvPr/>
        </p:nvSpPr>
        <p:spPr>
          <a:xfrm xmlns:a="http://schemas.openxmlformats.org/drawingml/2006/main" rot="0" flipH="0" flipV="0">
            <a:off x="4037684" y="700414"/>
            <a:ext cx="690163" cy="667179"/>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tx2">
                <a:alpha val="40000"/>
              </a:scheme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21" name="Titel 13">
            <a:extLst xmlns:a="http://schemas.openxmlformats.org/drawingml/2006/main">
              <a:ext uri="{FF2B5EF4-FFF2-40B4-BE49-F238E27FC236}">
                <a16:creationId xmlns:a16="http://schemas.microsoft.com/office/drawing/2014/main" id="{679F0436-031F-9A0D-FD70-B59DF3ADCC50}"/>
              </a:ext>
            </a:extLst>
          </p:cNvPr>
          <p:cNvSpPr>
            <a:spLocks xmlns:a="http://schemas.openxmlformats.org/drawingml/2006/main" noGrp="1"/>
          </p:cNvSpPr>
          <p:nvPr/>
        </p:nvSpPr>
        <p:spPr>
          <a:xfrm xmlns:a="http://schemas.openxmlformats.org/drawingml/2006/main" rot="0" flipH="0" flipV="0">
            <a:off x="2420115" y="519308"/>
            <a:ext cx="1707436" cy="1650575"/>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tx2">
                <a:alpha val="40000"/>
              </a:schemeClr>
            </a:solidFill>
          </a:ln>
        </p:spPr>
        <p:txBody>
          <a:bodyPr xmlns:a="http://schemas.openxmlformats.org/drawingml/2006/main" vert="horz" wrap="square" lIns="503992" tIns="143998" rIns="143998" bIns="179997" anchor="ctr">
            <a:noAutofit/>
          </a:bodyPr>
          <a:lstStyle xmlns:a="http://schemas.openxmlformats.org/drawingml/2006/main">
            <a:lvl1pPr marR="0" indent="0" defTabSz="914115">
              <a:lnSpc>
                <a:spcPct val="100000"/>
              </a:lnSpc>
              <a:spcBef>
                <a:spcPct val="0"/>
              </a:spcBef>
              <a:spcAft>
                <a:spcPts val="0"/>
              </a:spcAft>
              <a:buClrTx/>
              <a:buSzTx/>
              <a:buFontTx/>
              <a:buNone/>
              <a:tabLst>
                <a:tab pos="8061482" algn="r"/>
              </a:tabLst>
              <a:defRPr b="0" i="0" u="none" cap="none" spc="0" baseline="0">
                <a:ln>
                  <a:noFill/>
                </a:ln>
                <a:solidFill>
                  <a:srgbClr val="FFFFFF"/>
                </a:solidFill>
                <a:latin typeface="Sparkasse Rg"/>
                <a:ea typeface="Sparkasse Rg"/>
                <a:cs typeface="Sparkasse Rg"/>
              </a:defRPr>
            </a:lvl1pPr>
          </a:lstStyle>
          <a:p xmlns:a="http://schemas.openxmlformats.org/drawingml/2006/main">
            <a:endParaRPr/>
          </a:p>
        </p:txBody>
      </p:sp>
      <p:sp>
        <p:nvSpPr>
          <p:cNvPr id="9" name="Textplatzhalter 8">
            <a:extLst xmlns:a="http://schemas.openxmlformats.org/drawingml/2006/main">
              <a:ext uri="{FF2B5EF4-FFF2-40B4-BE49-F238E27FC236}">
                <a16:creationId xmlns:a16="http://schemas.microsoft.com/office/drawing/2014/main" id="{A368F05E-AA87-2C42-5067-6EADF11D89DF}"/>
              </a:ext>
            </a:extLst>
          </p:cNvPr>
          <p:cNvSpPr>
            <a:spLocks xmlns:a="http://schemas.openxmlformats.org/drawingml/2006/main" noGrp="1"/>
          </p:cNvSpPr>
          <p:nvPr>
            <p:ph type="body" idx="26" hasCustomPrompt="1"/>
          </p:nvPr>
        </p:nvSpPr>
        <p:spPr>
          <a:xfrm xmlns:a="http://schemas.openxmlformats.org/drawingml/2006/main">
            <a:off x="695401" y="620720"/>
            <a:ext cx="4680000" cy="288000"/>
          </a:xfrm>
        </p:spPr>
        <p:txBody>
          <a:bodyPr xmlns:a="http://schemas.openxmlformats.org/drawingml/2006/main" anchor="t"/>
          <a:lstStyle xmlns:a="http://schemas.openxmlformats.org/drawingml/2006/main">
            <a:lvl1pPr marL="0" indent="0">
              <a:spcAft>
                <a:spcPts val="0"/>
              </a:spcAft>
              <a:buFontTx/>
              <a:buNone/>
              <a:defRPr sz="1400">
                <a:solidFill>
                  <a:schemeClr val="bg2"/>
                </a:solidFill>
                <a:latin typeface="+mn-lt"/>
                <a:ea typeface="+mn-lt"/>
                <a:cs typeface="+mn-lt"/>
              </a:defRPr>
            </a:lvl1pPr>
            <a:lvl2pPr marL="0" indent="0">
              <a:spcAft>
                <a:spcPts val="0"/>
              </a:spcAft>
              <a:buFontTx/>
              <a:buNone/>
              <a:defRPr sz="1400">
                <a:solidFill>
                  <a:schemeClr val="bg2"/>
                </a:solidFill>
                <a:latin typeface="+mn-lt"/>
                <a:ea typeface="+mn-lt"/>
                <a:cs typeface="+mn-lt"/>
              </a:defRPr>
            </a:lvl2pPr>
            <a:lvl3pPr marL="0" indent="0">
              <a:spcAft>
                <a:spcPts val="0"/>
              </a:spcAft>
              <a:buFontTx/>
              <a:buNone/>
              <a:defRPr sz="1400">
                <a:solidFill>
                  <a:schemeClr val="bg2"/>
                </a:solidFill>
                <a:latin typeface="+mn-lt"/>
                <a:ea typeface="+mn-lt"/>
                <a:cs typeface="+mn-lt"/>
              </a:defRPr>
            </a:lvl3pPr>
            <a:lvl4pPr marL="0" indent="0">
              <a:spcAft>
                <a:spcPts val="0"/>
              </a:spcAft>
              <a:buFontTx/>
              <a:buNone/>
              <a:defRPr sz="1400">
                <a:solidFill>
                  <a:schemeClr val="bg2"/>
                </a:solidFill>
                <a:latin typeface="+mn-lt"/>
                <a:ea typeface="+mn-lt"/>
                <a:cs typeface="+mn-lt"/>
              </a:defRPr>
            </a:lvl4pPr>
            <a:lvl5pPr marL="0" indent="0">
              <a:spcAft>
                <a:spcPts val="0"/>
              </a:spcAft>
              <a:buFontTx/>
              <a:buNone/>
              <a:defRPr sz="1400">
                <a:solidFill>
                  <a:schemeClr val="bg2"/>
                </a:solidFill>
                <a:latin typeface="+mn-lt"/>
                <a:ea typeface="+mn-lt"/>
                <a:cs typeface="+mn-lt"/>
              </a:defRPr>
            </a:lvl5pPr>
            <a:lvl6pPr marL="0" indent="0">
              <a:spcAft>
                <a:spcPts val="0"/>
              </a:spcAft>
              <a:buFontTx/>
              <a:buNone/>
              <a:defRPr sz="1400">
                <a:solidFill>
                  <a:schemeClr val="bg2"/>
                </a:solidFill>
                <a:latin typeface="+mn-lt"/>
                <a:ea typeface="+mn-lt"/>
                <a:cs typeface="+mn-lt"/>
              </a:defRPr>
            </a:lvl6pPr>
            <a:lvl7pPr marL="0" indent="0">
              <a:spcAft>
                <a:spcPts val="0"/>
              </a:spcAft>
              <a:buFontTx/>
              <a:buNone/>
              <a:defRPr sz="1400">
                <a:solidFill>
                  <a:schemeClr val="bg2"/>
                </a:solidFill>
                <a:latin typeface="+mn-lt"/>
                <a:ea typeface="+mn-lt"/>
                <a:cs typeface="+mn-lt"/>
              </a:defRPr>
            </a:lvl7pPr>
            <a:lvl8pPr marL="0" indent="0">
              <a:spcAft>
                <a:spcPts val="0"/>
              </a:spcAft>
              <a:buFontTx/>
              <a:buNone/>
              <a:defRPr sz="1400">
                <a:solidFill>
                  <a:schemeClr val="bg2"/>
                </a:solidFill>
                <a:latin typeface="+mn-lt"/>
                <a:ea typeface="+mn-lt"/>
                <a:cs typeface="+mn-lt"/>
              </a:defRPr>
            </a:lvl8pPr>
            <a:lvl9pPr marL="0" indent="0">
              <a:spcAft>
                <a:spcPts val="0"/>
              </a:spcAft>
              <a:buFontTx/>
              <a:buNone/>
              <a:defRPr sz="1400">
                <a:solidFill>
                  <a:schemeClr val="bg2"/>
                </a:solidFill>
                <a:latin typeface="+mn-lt"/>
                <a:ea typeface="+mn-lt"/>
                <a:cs typeface="+mn-lt"/>
              </a:defRPr>
            </a:lvl9pPr>
          </a:lstStyle>
          <a:p xmlns:a="http://schemas.openxmlformats.org/drawingml/2006/main">
            <a:pPr lvl="0">
              <a:buNone/>
            </a:pPr>
            <a:r>
              <a:t>Optionale </a:t>
            </a:r>
            <a:r>
              <a:t>Topline</a:t>
            </a:r>
            <a:r>
              <a:t> hinzufügen</a:t>
            </a:r>
          </a:p>
        </p:txBody>
      </p:sp>
      <p:sp>
        <p:nvSpPr>
          <p:cNvPr id="3" name="Titel 2">
            <a:extLst xmlns:a="http://schemas.openxmlformats.org/drawingml/2006/main">
              <a:ext uri="{FF2B5EF4-FFF2-40B4-BE49-F238E27FC236}">
                <a16:creationId xmlns:a16="http://schemas.microsoft.com/office/drawing/2014/main" id="{DD97BBC6-5B8B-0978-EE9F-469CC55B3CA0}"/>
              </a:ext>
            </a:extLst>
          </p:cNvPr>
          <p:cNvSpPr>
            <a:spLocks xmlns:a="http://schemas.openxmlformats.org/drawingml/2006/main" noGrp="1"/>
          </p:cNvSpPr>
          <p:nvPr>
            <p:ph type="title" idx="0"/>
          </p:nvPr>
        </p:nvSpPr>
        <p:spPr>
          <a:xfrm xmlns:a="http://schemas.openxmlformats.org/drawingml/2006/main">
            <a:off x="695400" y="2205038"/>
            <a:ext cx="4680000" cy="3312194"/>
          </a:xfrm>
        </p:spPr>
        <p:txBody>
          <a:bodyPr xmlns:a="http://schemas.openxmlformats.org/drawingml/2006/main" bIns="0" anchor="b"/>
          <a:lstStyle xmlns:a="http://schemas.openxmlformats.org/drawingml/2006/main">
            <a:lvl1pPr>
              <a:lnSpc>
                <a:spcPct val="95000"/>
              </a:lnSpc>
              <a:buNone/>
              <a:defRPr/>
            </a:lvl1pPr>
          </a:lstStyle>
          <a:p xmlns:a="http://schemas.openxmlformats.org/drawingml/2006/main">
            <a:r>
              <a:t>Mastertitelformat bearbeiten</a:t>
            </a:r>
            <a:endParaRPr/>
          </a:p>
        </p:txBody>
      </p:sp>
      <p:sp>
        <p:nvSpPr>
          <p:cNvPr id="18" name="Inhaltsplatzhalter 16">
            <a:extLst xmlns:a="http://schemas.openxmlformats.org/drawingml/2006/main">
              <a:ext uri="{FF2B5EF4-FFF2-40B4-BE49-F238E27FC236}">
                <a16:creationId xmlns:a16="http://schemas.microsoft.com/office/drawing/2014/main" id="{835F97C9-1A71-4B7B-B0FD-2161E9E9E0B2}"/>
              </a:ext>
            </a:extLst>
          </p:cNvPr>
          <p:cNvSpPr>
            <a:spLocks xmlns:a="http://schemas.openxmlformats.org/drawingml/2006/main" noGrp="1"/>
          </p:cNvSpPr>
          <p:nvPr>
            <p:ph idx="20"/>
          </p:nvPr>
        </p:nvSpPr>
        <p:spPr>
          <a:xfrm xmlns:a="http://schemas.openxmlformats.org/drawingml/2006/main">
            <a:off x="6311899" y="1558800"/>
            <a:ext cx="4679951" cy="4389563"/>
          </a:xfrm>
        </p:spPr>
        <p:txBody>
          <a:bodyPr xmlns:a="http://schemas.openxmlformats.org/drawingml/2006/main"/>
          <a:lstStyle xmlns:a="http://schemas.openxmlformats.org/drawingml/2006/main">
            <a:lvl1pPr>
              <a:buNone/>
              <a:defRPr/>
            </a:lvl1pPr>
          </a:lstStyle>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endParaRPr/>
          </a:p>
        </p:txBody>
      </p:sp>
      <p:sp>
        <p:nvSpPr>
          <p:cNvPr id="2" name="Datumsplatzhalter 1">
            <a:extLst xmlns:a="http://schemas.openxmlformats.org/drawingml/2006/main">
              <a:ext uri="{FF2B5EF4-FFF2-40B4-BE49-F238E27FC236}">
                <a16:creationId xmlns:a16="http://schemas.microsoft.com/office/drawing/2014/main" id="{8CD4ECA1-B5EA-266F-8E93-96DAD53E11AF}"/>
              </a:ext>
            </a:extLst>
          </p:cNvPr>
          <p:cNvSpPr>
            <a:spLocks xmlns:a="http://schemas.openxmlformats.org/drawingml/2006/main" noGrp="1"/>
          </p:cNvSpPr>
          <p:nvPr>
            <p:ph type="dt" idx="27"/>
          </p:nvPr>
        </p:nvSpPr>
        <p:spPr/>
        <p:txBody>
          <a:bodyPr xmlns:a="http://schemas.openxmlformats.org/drawingml/2006/main"/>
          <a:lstStyle xmlns:a="http://schemas.openxmlformats.org/drawingml/2006/main"/>
          <a:p xmlns:a="http://schemas.openxmlformats.org/drawingml/2006/main">
            <a:r>
              <a:t>Intern, TT.MM.JJJJ</a:t>
            </a:r>
            <a:endParaRPr sz="800"/>
          </a:p>
        </p:txBody>
      </p:sp>
      <p:sp>
        <p:nvSpPr>
          <p:cNvPr id="8" name="Foliennummernplatzhalter 7">
            <a:extLst xmlns:a="http://schemas.openxmlformats.org/drawingml/2006/main">
              <a:ext uri="{FF2B5EF4-FFF2-40B4-BE49-F238E27FC236}">
                <a16:creationId xmlns:a16="http://schemas.microsoft.com/office/drawing/2014/main" id="{588BA2A6-ACFE-51BA-D4CC-880108063D90}"/>
              </a:ext>
            </a:extLst>
          </p:cNvPr>
          <p:cNvSpPr>
            <a:spLocks xmlns:a="http://schemas.openxmlformats.org/drawingml/2006/main" noGrp="1"/>
          </p:cNvSpPr>
          <p:nvPr>
            <p:ph type="sldNum" idx="29"/>
          </p:nvPr>
        </p:nvSpPr>
        <p:spPr/>
        <p:txBody>
          <a:bodyPr xmlns:a="http://schemas.openxmlformats.org/drawingml/2006/main"/>
          <a:lstStyle xmlns:a="http://schemas.openxmlformats.org/drawingml/2006/main"/>
          <a:p xmlns:a="http://schemas.openxmlformats.org/drawingml/2006/main">
            <a:r>
              <a:t>Seite </a:t>
            </a:r>
            <a:fld id="{DC907883-A228-4E41-A7BF-33DDF6A01B2A}" type="slidenum">
              <a:t>‹Nr.›</a:t>
            </a:fld>
            <a:endParaRPr/>
          </a:p>
        </p:txBody>
      </p:sp>
    </p:spTree>
  </p:cSld>
</p:sldLayout>
</file>

<file path=ppt/slideLayouts/slideLayout13.xml><?xml version="1.0" encoding="utf-8"?>
<p:sldLayout xmlns:p="http://schemas.openxmlformats.org/presentationml/2006/main" preserve="1" userDrawn="1">
  <p:cSld name="Titel und Inhalt 3">
    <p:spTree>
      <p:nvGrpSpPr>
        <p:cNvPr id="1" name=""/>
        <p:cNvGrpSpPr/>
        <p:nvPr/>
      </p:nvGrpSpPr>
      <p:grpSpPr>
        <a:xfrm xmlns:a="http://schemas.openxmlformats.org/drawingml/2006/main"/>
      </p:grpSpPr>
      <p:sp>
        <p:nvSpPr>
          <p:cNvPr id="12" name="Bildplatzhalter 11">
            <a:extLst xmlns:a="http://schemas.openxmlformats.org/drawingml/2006/main">
              <a:ext uri="{FF2B5EF4-FFF2-40B4-BE49-F238E27FC236}">
                <a16:creationId xmlns:a16="http://schemas.microsoft.com/office/drawing/2014/main" id="{7DE03EEA-15C3-8535-DBE8-63EA0361EF3A}"/>
              </a:ext>
            </a:extLst>
          </p:cNvPr>
          <p:cNvSpPr>
            <a:spLocks xmlns:a="http://schemas.openxmlformats.org/drawingml/2006/main" noGrp="1"/>
          </p:cNvSpPr>
          <p:nvPr>
            <p:ph type="pic" idx="28"/>
          </p:nvPr>
        </p:nvSpPr>
        <p:spPr>
          <a:xfrm xmlns:a="http://schemas.openxmlformats.org/drawingml/2006/main">
            <a:off x="2" y="0"/>
            <a:ext cx="11244262" cy="2132856"/>
          </a:xfrm>
          <a:custGeom xmlns:a="http://schemas.openxmlformats.org/drawingml/2006/main">
            <a:gdLst>
              <a:gd name="connsiteX0" fmla="*/ 0 w 11280575"/>
              <a:gd name="connsiteY0" fmla="*/ 0 h 2132856"/>
              <a:gd name="connsiteX1" fmla="*/ 11280575 w 11280575"/>
              <a:gd name="connsiteY1" fmla="*/ 0 h 2132856"/>
              <a:gd name="connsiteX2" fmla="*/ 11280575 w 11280575"/>
              <a:gd name="connsiteY2" fmla="*/ 1777373 h 2132856"/>
              <a:gd name="connsiteX3" fmla="*/ 10925092 w 11280575"/>
              <a:gd name="connsiteY3" fmla="*/ 2132856 h 2132856"/>
              <a:gd name="connsiteX4" fmla="*/ 0 w 11280575"/>
              <a:gd name="connsiteY4" fmla="*/ 2132856 h 2132856"/>
            </a:gdLst>
            <a:rect l="l" t="t" r="r" b="b"/>
            <a:pathLst>
              <a:path w="11280575" h="2132856">
                <a:moveTo>
                  <a:pt x="0" y="0"/>
                </a:moveTo>
                <a:lnTo>
                  <a:pt x="11280575" y="0"/>
                </a:lnTo>
                <a:lnTo>
                  <a:pt x="11280575" y="1777373"/>
                </a:lnTo>
                <a:cubicBezTo>
                  <a:pt x="11280575" y="1973701"/>
                  <a:pt x="11121420" y="2132856"/>
                  <a:pt x="10925092" y="2132856"/>
                </a:cubicBezTo>
                <a:lnTo>
                  <a:pt x="0" y="2132856"/>
                </a:lnTo>
                <a:close/>
              </a:path>
            </a:pathLst>
          </a:custGeom>
          <a:gradFill xmlns:a="http://schemas.openxmlformats.org/drawingml/2006/main">
            <a:gsLst>
              <a:gs pos="4587">
                <a:srgbClr val="9B348E"/>
              </a:gs>
              <a:gs pos="27000">
                <a:schemeClr val="bg2"/>
              </a:gs>
              <a:gs pos="90000">
                <a:schemeClr val="tx1"/>
              </a:gs>
            </a:gsLst>
            <a:lin ang="7800000" scaled="0"/>
          </a:gradFill>
        </p:spPr>
        <p:txBody>
          <a:bodyPr xmlns:a="http://schemas.openxmlformats.org/drawingml/2006/main" vert="horz" wrap="square" lIns="0" tIns="0" rIns="0" bIns="0">
            <a:noAutofit/>
          </a:bodyPr>
          <a:lstStyle xmlns:a="http://schemas.openxmlformats.org/drawingml/2006/main">
            <a:lvl1pPr>
              <a:buNone/>
              <a:defRPr sz="800">
                <a:noFill/>
              </a:defRPr>
            </a:lvl1pPr>
          </a:lstStyle>
          <a:p xmlns:a="http://schemas.openxmlformats.org/drawingml/2006/main">
            <a:pPr lvl="0">
              <a:buNone/>
            </a:pPr>
            <a:r>
              <a:t>Bild durch Klicken auf Symbol hinzufügen</a:t>
            </a:r>
            <a:endParaRPr/>
          </a:p>
        </p:txBody>
      </p:sp>
      <p:sp>
        <p:nvSpPr>
          <p:cNvPr id="13" name="Bildplatzhalter 12">
            <a:extLst xmlns:a="http://schemas.openxmlformats.org/drawingml/2006/main">
              <a:ext uri="{FF2B5EF4-FFF2-40B4-BE49-F238E27FC236}">
                <a16:creationId xmlns:a16="http://schemas.microsoft.com/office/drawing/2014/main" id="{E1EA36DA-6CD6-C1BA-275B-257E1EAFBC97}"/>
              </a:ext>
            </a:extLst>
          </p:cNvPr>
          <p:cNvSpPr>
            <a:spLocks xmlns:a="http://schemas.openxmlformats.org/drawingml/2006/main" noGrp="1"/>
          </p:cNvSpPr>
          <p:nvPr>
            <p:ph type="pic" idx="30"/>
          </p:nvPr>
        </p:nvSpPr>
        <p:spPr>
          <a:xfrm xmlns:a="http://schemas.openxmlformats.org/drawingml/2006/main">
            <a:off x="0" y="260727"/>
            <a:ext cx="171450" cy="6048000"/>
          </a:xfrm>
          <a:prstGeom xmlns:a="http://schemas.openxmlformats.org/drawingml/2006/main" prst="rect">
            <a:avLst/>
          </a:prstGeom>
          <a:blipFill xmlns:a="http://schemas.openxmlformats.org/drawingml/2006/main">
            <a:blip xmlns:r="http://schemas.openxmlformats.org/officeDocument/2006/relationships" r:embed="R353a061f7aba4b13">
              <a:extLst>
                <a:ext uri="{96DAC541-7B7A-43D3-8B79-37D633B846F1}">
                  <asvg:svgBlip xmlns:asvg="http://schemas.microsoft.com/office/drawing/2016/SVG/main" r:embed="R2312d3c72cdb4f12"/>
                </a:ext>
              </a:extLst>
            </a:blip>
            <a:srcRect l="0" t="0" r="0" b="0"/>
            <a:stretch>
              <a:fillRect l="-4179" t="0" r="26528" b="0"/>
            </a:stretch>
          </a:blipFill>
        </p:spPr>
        <p:txBody>
          <a:bodyPr xmlns:a="http://schemas.openxmlformats.org/drawingml/2006/main"/>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9" name="Textplatzhalter 8">
            <a:extLst xmlns:a="http://schemas.openxmlformats.org/drawingml/2006/main">
              <a:ext uri="{FF2B5EF4-FFF2-40B4-BE49-F238E27FC236}">
                <a16:creationId xmlns:a16="http://schemas.microsoft.com/office/drawing/2014/main" id="{A368F05E-AA87-2C42-5067-6EADF11D89DF}"/>
              </a:ext>
            </a:extLst>
          </p:cNvPr>
          <p:cNvSpPr>
            <a:spLocks xmlns:a="http://schemas.openxmlformats.org/drawingml/2006/main" noGrp="1"/>
          </p:cNvSpPr>
          <p:nvPr>
            <p:ph type="body" idx="26" hasCustomPrompt="1"/>
          </p:nvPr>
        </p:nvSpPr>
        <p:spPr>
          <a:xfrm xmlns:a="http://schemas.openxmlformats.org/drawingml/2006/main">
            <a:off x="695400" y="548680"/>
            <a:ext cx="9936000" cy="288000"/>
          </a:xfrm>
        </p:spPr>
        <p:txBody>
          <a:bodyPr xmlns:a="http://schemas.openxmlformats.org/drawingml/2006/main" anchor="b"/>
          <a:lstStyle xmlns:a="http://schemas.openxmlformats.org/drawingml/2006/main">
            <a:lvl1pPr marL="0" indent="0">
              <a:spcAft>
                <a:spcPts val="0"/>
              </a:spcAft>
              <a:buFontTx/>
              <a:buNone/>
              <a:defRPr sz="1400">
                <a:solidFill>
                  <a:schemeClr val="bg1"/>
                </a:solidFill>
                <a:latin typeface="+mn-lt"/>
                <a:ea typeface="+mn-lt"/>
                <a:cs typeface="+mn-lt"/>
              </a:defRPr>
            </a:lvl1pPr>
            <a:lvl2pPr marL="0" indent="0">
              <a:spcAft>
                <a:spcPts val="0"/>
              </a:spcAft>
              <a:buFontTx/>
              <a:buNone/>
              <a:defRPr sz="1400">
                <a:solidFill>
                  <a:schemeClr val="bg1"/>
                </a:solidFill>
                <a:latin typeface="+mn-lt"/>
                <a:ea typeface="+mn-lt"/>
                <a:cs typeface="+mn-lt"/>
              </a:defRPr>
            </a:lvl2pPr>
            <a:lvl3pPr marL="0" indent="0">
              <a:spcAft>
                <a:spcPts val="0"/>
              </a:spcAft>
              <a:buFontTx/>
              <a:buNone/>
              <a:defRPr sz="1400">
                <a:solidFill>
                  <a:schemeClr val="bg1"/>
                </a:solidFill>
                <a:latin typeface="+mn-lt"/>
                <a:ea typeface="+mn-lt"/>
                <a:cs typeface="+mn-lt"/>
              </a:defRPr>
            </a:lvl3pPr>
            <a:lvl4pPr marL="0" indent="0">
              <a:spcAft>
                <a:spcPts val="0"/>
              </a:spcAft>
              <a:buFontTx/>
              <a:buNone/>
              <a:defRPr sz="1400">
                <a:solidFill>
                  <a:schemeClr val="bg1"/>
                </a:solidFill>
                <a:latin typeface="+mn-lt"/>
                <a:ea typeface="+mn-lt"/>
                <a:cs typeface="+mn-lt"/>
              </a:defRPr>
            </a:lvl4pPr>
            <a:lvl5pPr marL="0" indent="0">
              <a:spcAft>
                <a:spcPts val="0"/>
              </a:spcAft>
              <a:buFontTx/>
              <a:buNone/>
              <a:defRPr sz="1400">
                <a:solidFill>
                  <a:schemeClr val="bg1"/>
                </a:solidFill>
                <a:latin typeface="+mn-lt"/>
                <a:ea typeface="+mn-lt"/>
                <a:cs typeface="+mn-lt"/>
              </a:defRPr>
            </a:lvl5pPr>
            <a:lvl6pPr marL="0" indent="0">
              <a:spcAft>
                <a:spcPts val="0"/>
              </a:spcAft>
              <a:buFontTx/>
              <a:buNone/>
              <a:defRPr sz="1400">
                <a:solidFill>
                  <a:schemeClr val="bg1"/>
                </a:solidFill>
                <a:latin typeface="+mn-lt"/>
                <a:ea typeface="+mn-lt"/>
                <a:cs typeface="+mn-lt"/>
              </a:defRPr>
            </a:lvl6pPr>
            <a:lvl7pPr marL="0" indent="0">
              <a:spcAft>
                <a:spcPts val="0"/>
              </a:spcAft>
              <a:buFontTx/>
              <a:buNone/>
              <a:defRPr sz="1400">
                <a:solidFill>
                  <a:schemeClr val="bg1"/>
                </a:solidFill>
                <a:latin typeface="+mn-lt"/>
                <a:ea typeface="+mn-lt"/>
                <a:cs typeface="+mn-lt"/>
              </a:defRPr>
            </a:lvl7pPr>
            <a:lvl8pPr marL="0" indent="0">
              <a:spcAft>
                <a:spcPts val="0"/>
              </a:spcAft>
              <a:buFontTx/>
              <a:buNone/>
              <a:defRPr sz="1400">
                <a:solidFill>
                  <a:schemeClr val="bg1"/>
                </a:solidFill>
                <a:latin typeface="+mn-lt"/>
                <a:ea typeface="+mn-lt"/>
                <a:cs typeface="+mn-lt"/>
              </a:defRPr>
            </a:lvl8pPr>
            <a:lvl9pPr marL="0" indent="0">
              <a:spcAft>
                <a:spcPts val="0"/>
              </a:spcAft>
              <a:buFontTx/>
              <a:buNone/>
              <a:defRPr sz="1400">
                <a:solidFill>
                  <a:schemeClr val="bg1"/>
                </a:solidFill>
                <a:latin typeface="+mn-lt"/>
                <a:ea typeface="+mn-lt"/>
                <a:cs typeface="+mn-lt"/>
              </a:defRPr>
            </a:lvl9pPr>
          </a:lstStyle>
          <a:p xmlns:a="http://schemas.openxmlformats.org/drawingml/2006/main">
            <a:pPr lvl="0">
              <a:buNone/>
            </a:pPr>
            <a:r>
              <a:t>Optionale </a:t>
            </a:r>
            <a:r>
              <a:t>Topline</a:t>
            </a:r>
            <a:r>
              <a:t> hinzufügen</a:t>
            </a:r>
          </a:p>
        </p:txBody>
      </p:sp>
      <p:sp>
        <p:nvSpPr>
          <p:cNvPr id="3" name="Titel 2">
            <a:extLst xmlns:a="http://schemas.openxmlformats.org/drawingml/2006/main">
              <a:ext uri="{FF2B5EF4-FFF2-40B4-BE49-F238E27FC236}">
                <a16:creationId xmlns:a16="http://schemas.microsoft.com/office/drawing/2014/main" id="{DD97BBC6-5B8B-0978-EE9F-469CC55B3CA0}"/>
              </a:ext>
            </a:extLst>
          </p:cNvPr>
          <p:cNvSpPr>
            <a:spLocks xmlns:a="http://schemas.openxmlformats.org/drawingml/2006/main" noGrp="1"/>
          </p:cNvSpPr>
          <p:nvPr>
            <p:ph type="title" idx="0"/>
          </p:nvPr>
        </p:nvSpPr>
        <p:spPr>
          <a:xfrm xmlns:a="http://schemas.openxmlformats.org/drawingml/2006/main">
            <a:off x="695325" y="908720"/>
            <a:ext cx="9936000" cy="576000"/>
          </a:xfrm>
        </p:spPr>
        <p:txBody>
          <a:bodyPr xmlns:a="http://schemas.openxmlformats.org/drawingml/2006/main" bIns="0"/>
          <a:lstStyle xmlns:a="http://schemas.openxmlformats.org/drawingml/2006/main">
            <a:lvl1pPr>
              <a:lnSpc>
                <a:spcPct val="95000"/>
              </a:lnSpc>
              <a:buNone/>
              <a:defRPr>
                <a:solidFill>
                  <a:schemeClr val="bg1"/>
                </a:solidFill>
              </a:defRPr>
            </a:lvl1pPr>
          </a:lstStyle>
          <a:p xmlns:a="http://schemas.openxmlformats.org/drawingml/2006/main">
            <a:r>
              <a:t>Mastertitelformat bearbeiten</a:t>
            </a:r>
            <a:endParaRPr/>
          </a:p>
        </p:txBody>
      </p:sp>
      <p:sp>
        <p:nvSpPr>
          <p:cNvPr id="10" name="Textplatzhalter 8">
            <a:extLst xmlns:a="http://schemas.openxmlformats.org/drawingml/2006/main">
              <a:ext uri="{FF2B5EF4-FFF2-40B4-BE49-F238E27FC236}">
                <a16:creationId xmlns:a16="http://schemas.microsoft.com/office/drawing/2014/main" id="{E4D47092-765D-6561-AD03-5FB0453B8AAE}"/>
              </a:ext>
            </a:extLst>
          </p:cNvPr>
          <p:cNvSpPr>
            <a:spLocks xmlns:a="http://schemas.openxmlformats.org/drawingml/2006/main" noGrp="1"/>
          </p:cNvSpPr>
          <p:nvPr>
            <p:ph type="body" idx="27" hasCustomPrompt="1"/>
          </p:nvPr>
        </p:nvSpPr>
        <p:spPr>
          <a:xfrm xmlns:a="http://schemas.openxmlformats.org/drawingml/2006/main">
            <a:off x="695401" y="1484784"/>
            <a:ext cx="9936000" cy="504000"/>
          </a:xfrm>
        </p:spPr>
        <p:txBody>
          <a:bodyPr xmlns:a="http://schemas.openxmlformats.org/drawingml/2006/main" anchor="t"/>
          <a:lstStyle xmlns:a="http://schemas.openxmlformats.org/drawingml/2006/main">
            <a:lvl1pPr marL="0" indent="0">
              <a:spcAft>
                <a:spcPts val="0"/>
              </a:spcAft>
              <a:buFontTx/>
              <a:buNone/>
              <a:defRPr sz="2000">
                <a:solidFill>
                  <a:schemeClr val="bg1"/>
                </a:solidFill>
                <a:latin typeface="+mj-lt"/>
                <a:ea typeface="+mj-lt"/>
                <a:cs typeface="+mj-lt"/>
              </a:defRPr>
            </a:lvl1pPr>
            <a:lvl2pPr marL="0" indent="0">
              <a:spcAft>
                <a:spcPts val="0"/>
              </a:spcAft>
              <a:buFontTx/>
              <a:buNone/>
              <a:defRPr sz="2000">
                <a:solidFill>
                  <a:schemeClr val="bg1"/>
                </a:solidFill>
                <a:latin typeface="+mj-lt"/>
                <a:ea typeface="+mj-lt"/>
                <a:cs typeface="+mj-lt"/>
              </a:defRPr>
            </a:lvl2pPr>
            <a:lvl3pPr marL="0" indent="0">
              <a:spcAft>
                <a:spcPts val="0"/>
              </a:spcAft>
              <a:buFontTx/>
              <a:buNone/>
              <a:defRPr sz="2000">
                <a:solidFill>
                  <a:schemeClr val="bg1"/>
                </a:solidFill>
                <a:latin typeface="+mj-lt"/>
                <a:ea typeface="+mj-lt"/>
                <a:cs typeface="+mj-lt"/>
              </a:defRPr>
            </a:lvl3pPr>
            <a:lvl4pPr marL="0" indent="0">
              <a:spcAft>
                <a:spcPts val="0"/>
              </a:spcAft>
              <a:buFontTx/>
              <a:buNone/>
              <a:defRPr sz="2000">
                <a:solidFill>
                  <a:schemeClr val="bg1"/>
                </a:solidFill>
                <a:latin typeface="+mj-lt"/>
                <a:ea typeface="+mj-lt"/>
                <a:cs typeface="+mj-lt"/>
              </a:defRPr>
            </a:lvl4pPr>
            <a:lvl5pPr marL="0" indent="0">
              <a:spcAft>
                <a:spcPts val="0"/>
              </a:spcAft>
              <a:buFontTx/>
              <a:buNone/>
              <a:defRPr sz="2000">
                <a:solidFill>
                  <a:schemeClr val="bg1"/>
                </a:solidFill>
                <a:latin typeface="+mj-lt"/>
                <a:ea typeface="+mj-lt"/>
                <a:cs typeface="+mj-lt"/>
              </a:defRPr>
            </a:lvl5pPr>
            <a:lvl6pPr marL="0" indent="0">
              <a:spcAft>
                <a:spcPts val="0"/>
              </a:spcAft>
              <a:buFontTx/>
              <a:buNone/>
              <a:defRPr sz="2000">
                <a:solidFill>
                  <a:schemeClr val="bg1"/>
                </a:solidFill>
                <a:latin typeface="+mj-lt"/>
                <a:ea typeface="+mj-lt"/>
                <a:cs typeface="+mj-lt"/>
              </a:defRPr>
            </a:lvl6pPr>
            <a:lvl7pPr marL="0" indent="0">
              <a:spcAft>
                <a:spcPts val="0"/>
              </a:spcAft>
              <a:buFontTx/>
              <a:buNone/>
              <a:defRPr sz="2000">
                <a:solidFill>
                  <a:schemeClr val="bg1"/>
                </a:solidFill>
                <a:latin typeface="+mj-lt"/>
                <a:ea typeface="+mj-lt"/>
                <a:cs typeface="+mj-lt"/>
              </a:defRPr>
            </a:lvl7pPr>
            <a:lvl8pPr marL="0" indent="0">
              <a:spcAft>
                <a:spcPts val="0"/>
              </a:spcAft>
              <a:buFontTx/>
              <a:buNone/>
              <a:defRPr sz="2000">
                <a:solidFill>
                  <a:schemeClr val="bg1"/>
                </a:solidFill>
                <a:latin typeface="+mj-lt"/>
                <a:ea typeface="+mj-lt"/>
                <a:cs typeface="+mj-lt"/>
              </a:defRPr>
            </a:lvl8pPr>
            <a:lvl9pPr marL="0" indent="0">
              <a:spcAft>
                <a:spcPts val="0"/>
              </a:spcAft>
              <a:buFontTx/>
              <a:buNone/>
              <a:defRPr sz="2000">
                <a:solidFill>
                  <a:schemeClr val="bg1"/>
                </a:solidFill>
                <a:latin typeface="+mj-lt"/>
                <a:ea typeface="+mj-lt"/>
                <a:cs typeface="+mj-lt"/>
              </a:defRPr>
            </a:lvl9pPr>
          </a:lstStyle>
          <a:p xmlns:a="http://schemas.openxmlformats.org/drawingml/2006/main">
            <a:pPr lvl="0">
              <a:buNone/>
            </a:pPr>
            <a:r>
              <a:t>Optionale </a:t>
            </a:r>
            <a:r>
              <a:t>Subline</a:t>
            </a:r>
            <a:r>
              <a:t> hinzufügen</a:t>
            </a:r>
          </a:p>
        </p:txBody>
      </p:sp>
      <p:sp>
        <p:nvSpPr>
          <p:cNvPr id="18" name="Inhaltsplatzhalter 16">
            <a:extLst xmlns:a="http://schemas.openxmlformats.org/drawingml/2006/main">
              <a:ext uri="{FF2B5EF4-FFF2-40B4-BE49-F238E27FC236}">
                <a16:creationId xmlns:a16="http://schemas.microsoft.com/office/drawing/2014/main" id="{835F97C9-1A71-4B7B-B0FD-2161E9E9E0B2}"/>
              </a:ext>
            </a:extLst>
          </p:cNvPr>
          <p:cNvSpPr>
            <a:spLocks xmlns:a="http://schemas.openxmlformats.org/drawingml/2006/main" noGrp="1"/>
          </p:cNvSpPr>
          <p:nvPr>
            <p:ph idx="20"/>
          </p:nvPr>
        </p:nvSpPr>
        <p:spPr>
          <a:xfrm xmlns:a="http://schemas.openxmlformats.org/drawingml/2006/main">
            <a:off x="695325" y="2565400"/>
            <a:ext cx="10872788" cy="3743325"/>
          </a:xfrm>
        </p:spPr>
        <p:txBody>
          <a:bodyPr xmlns:a="http://schemas.openxmlformats.org/drawingml/2006/main"/>
          <a:lstStyle xmlns:a="http://schemas.openxmlformats.org/drawingml/2006/main">
            <a:lvl1pPr>
              <a:buNone/>
              <a:defRPr/>
            </a:lvl1pPr>
          </a:lstStyle>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endParaRPr/>
          </a:p>
        </p:txBody>
      </p:sp>
      <p:sp>
        <p:nvSpPr>
          <p:cNvPr id="5" name="Datumsplatzhalter 4">
            <a:extLst xmlns:a="http://schemas.openxmlformats.org/drawingml/2006/main">
              <a:ext uri="{FF2B5EF4-FFF2-40B4-BE49-F238E27FC236}">
                <a16:creationId xmlns:a16="http://schemas.microsoft.com/office/drawing/2014/main" id="{2E8FC662-0D8F-B572-980B-9E0475D01170}"/>
              </a:ext>
            </a:extLst>
          </p:cNvPr>
          <p:cNvSpPr>
            <a:spLocks xmlns:a="http://schemas.openxmlformats.org/drawingml/2006/main" noGrp="1"/>
          </p:cNvSpPr>
          <p:nvPr>
            <p:ph type="dt" idx="31"/>
          </p:nvPr>
        </p:nvSpPr>
        <p:spPr/>
        <p:txBody>
          <a:bodyPr xmlns:a="http://schemas.openxmlformats.org/drawingml/2006/main"/>
          <a:lstStyle xmlns:a="http://schemas.openxmlformats.org/drawingml/2006/main"/>
          <a:p xmlns:a="http://schemas.openxmlformats.org/drawingml/2006/main">
            <a:r>
              <a:t>Intern, TT.MM.JJJJ</a:t>
            </a:r>
            <a:endParaRPr sz="800"/>
          </a:p>
        </p:txBody>
      </p:sp>
      <p:sp>
        <p:nvSpPr>
          <p:cNvPr id="8" name="Foliennummernplatzhalter 7">
            <a:extLst xmlns:a="http://schemas.openxmlformats.org/drawingml/2006/main">
              <a:ext uri="{FF2B5EF4-FFF2-40B4-BE49-F238E27FC236}">
                <a16:creationId xmlns:a16="http://schemas.microsoft.com/office/drawing/2014/main" id="{B7C4A130-EC0A-987B-60EF-0E5BA50E6EF4}"/>
              </a:ext>
            </a:extLst>
          </p:cNvPr>
          <p:cNvSpPr>
            <a:spLocks xmlns:a="http://schemas.openxmlformats.org/drawingml/2006/main" noGrp="1"/>
          </p:cNvSpPr>
          <p:nvPr>
            <p:ph type="sldNum" idx="33"/>
          </p:nvPr>
        </p:nvSpPr>
        <p:spPr/>
        <p:txBody>
          <a:bodyPr xmlns:a="http://schemas.openxmlformats.org/drawingml/2006/main"/>
          <a:lstStyle xmlns:a="http://schemas.openxmlformats.org/drawingml/2006/main"/>
          <a:p xmlns:a="http://schemas.openxmlformats.org/drawingml/2006/main">
            <a:r>
              <a:t>Seite </a:t>
            </a:r>
            <a:fld id="{DC907883-A228-4E41-A7BF-33DDF6A01B2A}" type="slidenum">
              <a:t>‹Nr.›</a:t>
            </a:fld>
            <a:endParaRPr/>
          </a:p>
        </p:txBody>
      </p:sp>
    </p:spTree>
  </p:cSld>
</p:sldLayout>
</file>

<file path=ppt/slideLayouts/slideLayout14.xml><?xml version="1.0" encoding="utf-8"?>
<p:sldLayout xmlns:p="http://schemas.openxmlformats.org/presentationml/2006/main" preserve="1" userDrawn="1">
  <p:cSld name="Zwei Inhalte">
    <p:spTree>
      <p:nvGrpSpPr>
        <p:cNvPr id="1" name=""/>
        <p:cNvGrpSpPr/>
        <p:nvPr/>
      </p:nvGrpSpPr>
      <p:grpSpPr>
        <a:xfrm xmlns:a="http://schemas.openxmlformats.org/drawingml/2006/main"/>
      </p:grpSpPr>
      <p:sp>
        <p:nvSpPr>
          <p:cNvPr id="8" name="RandL">
            <a:extLst xmlns:a="http://schemas.openxmlformats.org/drawingml/2006/main">
              <a:ext uri="{FF2B5EF4-FFF2-40B4-BE49-F238E27FC236}">
                <a16:creationId xmlns:a16="http://schemas.microsoft.com/office/drawing/2014/main" id="{418BB640-0AC8-728D-A225-4786C533CD1F}"/>
              </a:ext>
            </a:extLst>
          </p:cNvPr>
          <p:cNvSpPr>
            <a:spLocks xmlns:a="http://schemas.openxmlformats.org/drawingml/2006/main" noGrp="1"/>
          </p:cNvSpPr>
          <p:nvPr/>
        </p:nvSpPr>
        <p:spPr>
          <a:xfrm xmlns:a="http://schemas.openxmlformats.org/drawingml/2006/main" rot="16200000" flipH="1" flipV="1">
            <a:off x="-2964522" y="3224871"/>
            <a:ext cx="6048378" cy="119334"/>
          </a:xfrm>
          <a:custGeom xmlns:a="http://schemas.openxmlformats.org/drawingml/2006/main">
            <a:gdLst>
              <a:gd name="connsiteX0" fmla="*/ 0 w 6048378"/>
              <a:gd name="connsiteY0" fmla="*/ 118800 h 119334"/>
              <a:gd name="connsiteX1" fmla="*/ 118800 w 6048378"/>
              <a:gd name="connsiteY1" fmla="*/ 0 h 119334"/>
              <a:gd name="connsiteX2" fmla="*/ 5929578 w 6048378"/>
              <a:gd name="connsiteY2" fmla="*/ 0 h 119334"/>
              <a:gd name="connsiteX3" fmla="*/ 6048378 w 6048378"/>
              <a:gd name="connsiteY3" fmla="*/ 118800 h 119334"/>
              <a:gd name="connsiteX4" fmla="*/ 6048270 w 6048378"/>
              <a:gd name="connsiteY4" fmla="*/ 119334 h 119334"/>
              <a:gd name="connsiteX5" fmla="*/ 108 w 6048378"/>
              <a:gd name="connsiteY5" fmla="*/ 119334 h 119334"/>
            </a:gdLst>
            <a:rect l="l" t="t" r="r" b="b"/>
            <a:pathLst>
              <a:path w="6048378" h="119334">
                <a:moveTo>
                  <a:pt x="0" y="118800"/>
                </a:moveTo>
                <a:cubicBezTo>
                  <a:pt x="0" y="53189"/>
                  <a:pt x="53189" y="0"/>
                  <a:pt x="118800" y="0"/>
                </a:cubicBezTo>
                <a:lnTo>
                  <a:pt x="5929578" y="0"/>
                </a:lnTo>
                <a:cubicBezTo>
                  <a:pt x="5995189" y="0"/>
                  <a:pt x="6048378" y="53189"/>
                  <a:pt x="6048378" y="118800"/>
                </a:cubicBezTo>
                <a:lnTo>
                  <a:pt x="6048270" y="119334"/>
                </a:lnTo>
                <a:lnTo>
                  <a:pt x="108" y="119334"/>
                </a:lnTo>
                <a:close/>
              </a:path>
            </a:pathLst>
          </a:custGeom>
          <a:gradFill xmlns:a="http://schemas.openxmlformats.org/drawingml/2006/main">
            <a:gsLst>
              <a:gs pos="10000">
                <a:srgbClr val="9B348E"/>
              </a:gs>
              <a:gs pos="33000">
                <a:schemeClr val="bg2"/>
              </a:gs>
            </a:gsLst>
            <a:lin ang="12600000" scaled="0"/>
          </a:gradFill>
          <a:ln xmlns:a="http://schemas.openxmlformats.org/drawingml/2006/main">
            <a:no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9" name="Topline">
            <a:extLst xmlns:a="http://schemas.openxmlformats.org/drawingml/2006/main">
              <a:ext uri="{FF2B5EF4-FFF2-40B4-BE49-F238E27FC236}">
                <a16:creationId xmlns:a16="http://schemas.microsoft.com/office/drawing/2014/main" id="{A368F05E-AA87-2C42-5067-6EADF11D89DF}"/>
              </a:ext>
            </a:extLst>
          </p:cNvPr>
          <p:cNvSpPr>
            <a:spLocks xmlns:a="http://schemas.openxmlformats.org/drawingml/2006/main" noGrp="1"/>
          </p:cNvSpPr>
          <p:nvPr>
            <p:ph type="body" idx="26" hasCustomPrompt="1"/>
          </p:nvPr>
        </p:nvSpPr>
        <p:spPr>
          <a:xfrm xmlns:a="http://schemas.openxmlformats.org/drawingml/2006/main">
            <a:off x="695401" y="548680"/>
            <a:ext cx="10296000" cy="288000"/>
          </a:xfrm>
        </p:spPr>
        <p:txBody>
          <a:bodyPr xmlns:a="http://schemas.openxmlformats.org/drawingml/2006/main" anchor="b"/>
          <a:lstStyle xmlns:a="http://schemas.openxmlformats.org/drawingml/2006/main">
            <a:lvl1pPr marL="0" indent="0">
              <a:spcAft>
                <a:spcPts val="0"/>
              </a:spcAft>
              <a:buFontTx/>
              <a:buNone/>
              <a:defRPr sz="1400">
                <a:solidFill>
                  <a:schemeClr val="bg2"/>
                </a:solidFill>
                <a:latin typeface="+mn-lt"/>
                <a:ea typeface="+mn-lt"/>
                <a:cs typeface="+mn-lt"/>
              </a:defRPr>
            </a:lvl1pPr>
            <a:lvl2pPr marL="0" indent="0">
              <a:spcAft>
                <a:spcPts val="0"/>
              </a:spcAft>
              <a:buFontTx/>
              <a:buNone/>
              <a:defRPr sz="1400">
                <a:solidFill>
                  <a:schemeClr val="bg2"/>
                </a:solidFill>
                <a:latin typeface="+mn-lt"/>
                <a:ea typeface="+mn-lt"/>
                <a:cs typeface="+mn-lt"/>
              </a:defRPr>
            </a:lvl2pPr>
            <a:lvl3pPr marL="0" indent="0">
              <a:spcAft>
                <a:spcPts val="0"/>
              </a:spcAft>
              <a:buFontTx/>
              <a:buNone/>
              <a:defRPr sz="1400">
                <a:solidFill>
                  <a:schemeClr val="bg2"/>
                </a:solidFill>
                <a:latin typeface="+mn-lt"/>
                <a:ea typeface="+mn-lt"/>
                <a:cs typeface="+mn-lt"/>
              </a:defRPr>
            </a:lvl3pPr>
            <a:lvl4pPr marL="0" indent="0">
              <a:spcAft>
                <a:spcPts val="0"/>
              </a:spcAft>
              <a:buFontTx/>
              <a:buNone/>
              <a:defRPr sz="1400">
                <a:solidFill>
                  <a:schemeClr val="bg2"/>
                </a:solidFill>
                <a:latin typeface="+mn-lt"/>
                <a:ea typeface="+mn-lt"/>
                <a:cs typeface="+mn-lt"/>
              </a:defRPr>
            </a:lvl4pPr>
            <a:lvl5pPr marL="0" indent="0">
              <a:spcAft>
                <a:spcPts val="0"/>
              </a:spcAft>
              <a:buFontTx/>
              <a:buNone/>
              <a:defRPr sz="1400">
                <a:solidFill>
                  <a:schemeClr val="bg2"/>
                </a:solidFill>
                <a:latin typeface="+mn-lt"/>
                <a:ea typeface="+mn-lt"/>
                <a:cs typeface="+mn-lt"/>
              </a:defRPr>
            </a:lvl5pPr>
            <a:lvl6pPr marL="0" indent="0">
              <a:spcAft>
                <a:spcPts val="0"/>
              </a:spcAft>
              <a:buFontTx/>
              <a:buNone/>
              <a:defRPr sz="1400">
                <a:solidFill>
                  <a:schemeClr val="bg2"/>
                </a:solidFill>
                <a:latin typeface="+mn-lt"/>
                <a:ea typeface="+mn-lt"/>
                <a:cs typeface="+mn-lt"/>
              </a:defRPr>
            </a:lvl6pPr>
            <a:lvl7pPr marL="0" indent="0">
              <a:spcAft>
                <a:spcPts val="0"/>
              </a:spcAft>
              <a:buFontTx/>
              <a:buNone/>
              <a:defRPr sz="1400">
                <a:solidFill>
                  <a:schemeClr val="bg2"/>
                </a:solidFill>
                <a:latin typeface="+mn-lt"/>
                <a:ea typeface="+mn-lt"/>
                <a:cs typeface="+mn-lt"/>
              </a:defRPr>
            </a:lvl7pPr>
            <a:lvl8pPr marL="0" indent="0">
              <a:spcAft>
                <a:spcPts val="0"/>
              </a:spcAft>
              <a:buFontTx/>
              <a:buNone/>
              <a:defRPr sz="1400">
                <a:solidFill>
                  <a:schemeClr val="bg2"/>
                </a:solidFill>
                <a:latin typeface="+mn-lt"/>
                <a:ea typeface="+mn-lt"/>
                <a:cs typeface="+mn-lt"/>
              </a:defRPr>
            </a:lvl8pPr>
            <a:lvl9pPr marL="0" indent="0">
              <a:spcAft>
                <a:spcPts val="0"/>
              </a:spcAft>
              <a:buFontTx/>
              <a:buNone/>
              <a:defRPr sz="1400">
                <a:solidFill>
                  <a:schemeClr val="bg2"/>
                </a:solidFill>
                <a:latin typeface="+mn-lt"/>
                <a:ea typeface="+mn-lt"/>
                <a:cs typeface="+mn-lt"/>
              </a:defRPr>
            </a:lvl9pPr>
          </a:lstStyle>
          <a:p xmlns:a="http://schemas.openxmlformats.org/drawingml/2006/main">
            <a:pPr lvl="0">
              <a:buNone/>
            </a:pPr>
            <a:r>
              <a:t>Optionale </a:t>
            </a:r>
            <a:r>
              <a:t>Topline</a:t>
            </a:r>
            <a:r>
              <a:t> hinzufügen</a:t>
            </a:r>
          </a:p>
        </p:txBody>
      </p:sp>
      <p:sp>
        <p:nvSpPr>
          <p:cNvPr id="3" name="Titel 2">
            <a:extLst xmlns:a="http://schemas.openxmlformats.org/drawingml/2006/main">
              <a:ext uri="{FF2B5EF4-FFF2-40B4-BE49-F238E27FC236}">
                <a16:creationId xmlns:a16="http://schemas.microsoft.com/office/drawing/2014/main" id="{DD97BBC6-5B8B-0978-EE9F-469CC55B3CA0}"/>
              </a:ext>
            </a:extLst>
          </p:cNvPr>
          <p:cNvSpPr>
            <a:spLocks xmlns:a="http://schemas.openxmlformats.org/drawingml/2006/main" noGrp="1"/>
          </p:cNvSpPr>
          <p:nvPr>
            <p:ph type="title" idx="0"/>
          </p:nvPr>
        </p:nvSpPr>
        <p:spPr>
          <a:xfrm xmlns:a="http://schemas.openxmlformats.org/drawingml/2006/main">
            <a:off x="695325" y="908720"/>
            <a:ext cx="10872788" cy="576000"/>
          </a:xfrm>
        </p:spPr>
        <p:txBody>
          <a:bodyPr xmlns:a="http://schemas.openxmlformats.org/drawingml/2006/main" bIns="0"/>
          <a:lstStyle xmlns:a="http://schemas.openxmlformats.org/drawingml/2006/main">
            <a:lvl1pPr>
              <a:lnSpc>
                <a:spcPct val="95000"/>
              </a:lnSpc>
              <a:buNone/>
              <a:defRPr/>
            </a:lvl1pPr>
          </a:lstStyle>
          <a:p xmlns:a="http://schemas.openxmlformats.org/drawingml/2006/main">
            <a:r>
              <a:t>Mastertitelformat bearbeiten</a:t>
            </a:r>
            <a:endParaRPr/>
          </a:p>
        </p:txBody>
      </p:sp>
      <p:sp>
        <p:nvSpPr>
          <p:cNvPr id="10" name="Subline">
            <a:extLst xmlns:a="http://schemas.openxmlformats.org/drawingml/2006/main">
              <a:ext uri="{FF2B5EF4-FFF2-40B4-BE49-F238E27FC236}">
                <a16:creationId xmlns:a16="http://schemas.microsoft.com/office/drawing/2014/main" id="{E4D47092-765D-6561-AD03-5FB0453B8AAE}"/>
              </a:ext>
            </a:extLst>
          </p:cNvPr>
          <p:cNvSpPr>
            <a:spLocks xmlns:a="http://schemas.openxmlformats.org/drawingml/2006/main" noGrp="1"/>
          </p:cNvSpPr>
          <p:nvPr>
            <p:ph type="body" idx="27" hasCustomPrompt="1"/>
          </p:nvPr>
        </p:nvSpPr>
        <p:spPr>
          <a:xfrm xmlns:a="http://schemas.openxmlformats.org/drawingml/2006/main">
            <a:off x="695401" y="1484784"/>
            <a:ext cx="10872712" cy="504000"/>
          </a:xfrm>
        </p:spPr>
        <p:txBody>
          <a:bodyPr xmlns:a="http://schemas.openxmlformats.org/drawingml/2006/main" anchor="t"/>
          <a:lstStyle xmlns:a="http://schemas.openxmlformats.org/drawingml/2006/main">
            <a:lvl1pPr marL="0" indent="0">
              <a:spcAft>
                <a:spcPts val="0"/>
              </a:spcAft>
              <a:buFontTx/>
              <a:buNone/>
              <a:defRPr sz="2000">
                <a:solidFill>
                  <a:schemeClr val="bg2"/>
                </a:solidFill>
                <a:latin typeface="+mj-lt"/>
                <a:ea typeface="+mj-lt"/>
                <a:cs typeface="+mj-lt"/>
              </a:defRPr>
            </a:lvl1pPr>
            <a:lvl2pPr marL="0" indent="0">
              <a:spcAft>
                <a:spcPts val="0"/>
              </a:spcAft>
              <a:buFontTx/>
              <a:buNone/>
              <a:defRPr sz="2000">
                <a:solidFill>
                  <a:schemeClr val="bg2"/>
                </a:solidFill>
                <a:latin typeface="+mj-lt"/>
                <a:ea typeface="+mj-lt"/>
                <a:cs typeface="+mj-lt"/>
              </a:defRPr>
            </a:lvl2pPr>
            <a:lvl3pPr marL="0" indent="0">
              <a:spcAft>
                <a:spcPts val="0"/>
              </a:spcAft>
              <a:buFontTx/>
              <a:buNone/>
              <a:defRPr sz="2000">
                <a:solidFill>
                  <a:schemeClr val="bg2"/>
                </a:solidFill>
                <a:latin typeface="+mj-lt"/>
                <a:ea typeface="+mj-lt"/>
                <a:cs typeface="+mj-lt"/>
              </a:defRPr>
            </a:lvl3pPr>
            <a:lvl4pPr marL="0" indent="0">
              <a:spcAft>
                <a:spcPts val="0"/>
              </a:spcAft>
              <a:buFontTx/>
              <a:buNone/>
              <a:defRPr sz="2000">
                <a:solidFill>
                  <a:schemeClr val="bg2"/>
                </a:solidFill>
                <a:latin typeface="+mj-lt"/>
                <a:ea typeface="+mj-lt"/>
                <a:cs typeface="+mj-lt"/>
              </a:defRPr>
            </a:lvl4pPr>
            <a:lvl5pPr marL="0" indent="0">
              <a:spcAft>
                <a:spcPts val="0"/>
              </a:spcAft>
              <a:buFontTx/>
              <a:buNone/>
              <a:defRPr sz="2000">
                <a:solidFill>
                  <a:schemeClr val="bg2"/>
                </a:solidFill>
                <a:latin typeface="+mj-lt"/>
                <a:ea typeface="+mj-lt"/>
                <a:cs typeface="+mj-lt"/>
              </a:defRPr>
            </a:lvl5pPr>
            <a:lvl6pPr marL="0" indent="0">
              <a:spcAft>
                <a:spcPts val="0"/>
              </a:spcAft>
              <a:buFontTx/>
              <a:buNone/>
              <a:defRPr sz="2000">
                <a:solidFill>
                  <a:schemeClr val="bg2"/>
                </a:solidFill>
                <a:latin typeface="+mj-lt"/>
                <a:ea typeface="+mj-lt"/>
                <a:cs typeface="+mj-lt"/>
              </a:defRPr>
            </a:lvl6pPr>
            <a:lvl7pPr marL="0" indent="0">
              <a:spcAft>
                <a:spcPts val="0"/>
              </a:spcAft>
              <a:buFontTx/>
              <a:buNone/>
              <a:defRPr sz="2000">
                <a:solidFill>
                  <a:schemeClr val="bg2"/>
                </a:solidFill>
                <a:latin typeface="+mj-lt"/>
                <a:ea typeface="+mj-lt"/>
                <a:cs typeface="+mj-lt"/>
              </a:defRPr>
            </a:lvl7pPr>
            <a:lvl8pPr marL="0" indent="0">
              <a:spcAft>
                <a:spcPts val="0"/>
              </a:spcAft>
              <a:buFontTx/>
              <a:buNone/>
              <a:defRPr sz="2000">
                <a:solidFill>
                  <a:schemeClr val="bg2"/>
                </a:solidFill>
                <a:latin typeface="+mj-lt"/>
                <a:ea typeface="+mj-lt"/>
                <a:cs typeface="+mj-lt"/>
              </a:defRPr>
            </a:lvl8pPr>
            <a:lvl9pPr marL="0" indent="0">
              <a:spcAft>
                <a:spcPts val="0"/>
              </a:spcAft>
              <a:buFontTx/>
              <a:buNone/>
              <a:defRPr sz="2000">
                <a:solidFill>
                  <a:schemeClr val="bg2"/>
                </a:solidFill>
                <a:latin typeface="+mj-lt"/>
                <a:ea typeface="+mj-lt"/>
                <a:cs typeface="+mj-lt"/>
              </a:defRPr>
            </a:lvl9pPr>
          </a:lstStyle>
          <a:p xmlns:a="http://schemas.openxmlformats.org/drawingml/2006/main">
            <a:pPr lvl="0">
              <a:buNone/>
            </a:pPr>
            <a:r>
              <a:t>Optionale </a:t>
            </a:r>
            <a:r>
              <a:t>Subline</a:t>
            </a:r>
            <a:r>
              <a:t> hinzufügen</a:t>
            </a:r>
          </a:p>
        </p:txBody>
      </p:sp>
      <p:sp>
        <p:nvSpPr>
          <p:cNvPr id="18" name="Inhaltsplatzhalter 16">
            <a:extLst xmlns:a="http://schemas.openxmlformats.org/drawingml/2006/main">
              <a:ext uri="{FF2B5EF4-FFF2-40B4-BE49-F238E27FC236}">
                <a16:creationId xmlns:a16="http://schemas.microsoft.com/office/drawing/2014/main" id="{835F97C9-1A71-4B7B-B0FD-2161E9E9E0B2}"/>
              </a:ext>
            </a:extLst>
          </p:cNvPr>
          <p:cNvSpPr>
            <a:spLocks xmlns:a="http://schemas.openxmlformats.org/drawingml/2006/main" noGrp="1"/>
          </p:cNvSpPr>
          <p:nvPr>
            <p:ph idx="20"/>
          </p:nvPr>
        </p:nvSpPr>
        <p:spPr>
          <a:xfrm xmlns:a="http://schemas.openxmlformats.org/drawingml/2006/main">
            <a:off x="695325" y="2205038"/>
            <a:ext cx="5256213" cy="4103687"/>
          </a:xfrm>
        </p:spPr>
        <p:txBody>
          <a:bodyPr xmlns:a="http://schemas.openxmlformats.org/drawingml/2006/main"/>
          <a:lstStyle xmlns:a="http://schemas.openxmlformats.org/drawingml/2006/main">
            <a:lvl1pPr>
              <a:buNone/>
              <a:defRPr/>
            </a:lvl1pPr>
          </a:lstStyle>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endParaRPr/>
          </a:p>
        </p:txBody>
      </p:sp>
      <p:sp>
        <p:nvSpPr>
          <p:cNvPr id="2" name="Inhaltsplatzhalter 16">
            <a:extLst xmlns:a="http://schemas.openxmlformats.org/drawingml/2006/main">
              <a:ext uri="{FF2B5EF4-FFF2-40B4-BE49-F238E27FC236}">
                <a16:creationId xmlns:a16="http://schemas.microsoft.com/office/drawing/2014/main" id="{8DA2C61D-4357-FB06-45DA-BECA22DBC5A6}"/>
              </a:ext>
            </a:extLst>
          </p:cNvPr>
          <p:cNvSpPr>
            <a:spLocks xmlns:a="http://schemas.openxmlformats.org/drawingml/2006/main" noGrp="1"/>
          </p:cNvSpPr>
          <p:nvPr>
            <p:ph idx="28"/>
          </p:nvPr>
        </p:nvSpPr>
        <p:spPr>
          <a:xfrm xmlns:a="http://schemas.openxmlformats.org/drawingml/2006/main">
            <a:off x="6311900" y="2205038"/>
            <a:ext cx="5256213" cy="4103687"/>
          </a:xfrm>
        </p:spPr>
        <p:txBody>
          <a:bodyPr xmlns:a="http://schemas.openxmlformats.org/drawingml/2006/main"/>
          <a:lstStyle xmlns:a="http://schemas.openxmlformats.org/drawingml/2006/main">
            <a:lvl1pPr>
              <a:buNone/>
              <a:defRPr/>
            </a:lvl1pPr>
          </a:lstStyle>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endParaRPr/>
          </a:p>
        </p:txBody>
      </p:sp>
      <p:sp>
        <p:nvSpPr>
          <p:cNvPr id="7" name="Foliennummernplatzhalter 6">
            <a:extLst xmlns:a="http://schemas.openxmlformats.org/drawingml/2006/main">
              <a:ext uri="{FF2B5EF4-FFF2-40B4-BE49-F238E27FC236}">
                <a16:creationId xmlns:a16="http://schemas.microsoft.com/office/drawing/2014/main" id="{FA5C0885-1C20-28B6-699A-4B42BDAC17E4}"/>
              </a:ext>
            </a:extLst>
          </p:cNvPr>
          <p:cNvSpPr>
            <a:spLocks xmlns:a="http://schemas.openxmlformats.org/drawingml/2006/main" noGrp="1"/>
          </p:cNvSpPr>
          <p:nvPr>
            <p:ph type="sldNum" idx="30"/>
          </p:nvPr>
        </p:nvSpPr>
        <p:spPr/>
        <p:txBody>
          <a:bodyPr xmlns:a="http://schemas.openxmlformats.org/drawingml/2006/main"/>
          <a:lstStyle xmlns:a="http://schemas.openxmlformats.org/drawingml/2006/main"/>
          <a:p xmlns:a="http://schemas.openxmlformats.org/drawingml/2006/main">
            <a:r>
              <a:t>Seite </a:t>
            </a:r>
            <a:fld id="{DC907883-A228-4E41-A7BF-33DDF6A01B2A}" type="slidenum">
              <a:t>‹Nr.›</a:t>
            </a:fld>
            <a:endParaRPr/>
          </a:p>
        </p:txBody>
      </p:sp>
      <p:sp>
        <p:nvSpPr>
          <p:cNvPr id="4" name="Datumsplatzhalter 3">
            <a:extLst xmlns:a="http://schemas.openxmlformats.org/drawingml/2006/main">
              <a:ext uri="{FF2B5EF4-FFF2-40B4-BE49-F238E27FC236}">
                <a16:creationId xmlns:a16="http://schemas.microsoft.com/office/drawing/2014/main" id="{FC65B187-3534-0EBB-E0DF-F12B5ECAE6A0}"/>
              </a:ext>
            </a:extLst>
          </p:cNvPr>
          <p:cNvSpPr>
            <a:spLocks xmlns:a="http://schemas.openxmlformats.org/drawingml/2006/main" noGrp="1"/>
          </p:cNvSpPr>
          <p:nvPr>
            <p:ph type="dt" idx="31"/>
          </p:nvPr>
        </p:nvSpPr>
        <p:spPr/>
        <p:txBody>
          <a:bodyPr xmlns:a="http://schemas.openxmlformats.org/drawingml/2006/main"/>
          <a:lstStyle xmlns:a="http://schemas.openxmlformats.org/drawingml/2006/main"/>
          <a:p xmlns:a="http://schemas.openxmlformats.org/drawingml/2006/main">
            <a:r>
              <a:t>Intern, TT.MM.JJJJ</a:t>
            </a:r>
            <a:endParaRPr sz="800"/>
          </a:p>
        </p:txBody>
      </p:sp>
    </p:spTree>
  </p:cSld>
</p:sldLayout>
</file>

<file path=ppt/slideLayouts/slideLayout15.xml><?xml version="1.0" encoding="utf-8"?>
<p:sldLayout xmlns:p="http://schemas.openxmlformats.org/presentationml/2006/main" preserve="1" userDrawn="1">
  <p:cSld name="Drei Inhalte">
    <p:spTree>
      <p:nvGrpSpPr>
        <p:cNvPr id="1" name=""/>
        <p:cNvGrpSpPr/>
        <p:nvPr/>
      </p:nvGrpSpPr>
      <p:grpSpPr>
        <a:xfrm xmlns:a="http://schemas.openxmlformats.org/drawingml/2006/main"/>
      </p:grpSpPr>
      <p:sp>
        <p:nvSpPr>
          <p:cNvPr id="8" name="RandL">
            <a:extLst xmlns:a="http://schemas.openxmlformats.org/drawingml/2006/main">
              <a:ext uri="{FF2B5EF4-FFF2-40B4-BE49-F238E27FC236}">
                <a16:creationId xmlns:a16="http://schemas.microsoft.com/office/drawing/2014/main" id="{418BB640-0AC8-728D-A225-4786C533CD1F}"/>
              </a:ext>
            </a:extLst>
          </p:cNvPr>
          <p:cNvSpPr>
            <a:spLocks xmlns:a="http://schemas.openxmlformats.org/drawingml/2006/main" noGrp="1"/>
          </p:cNvSpPr>
          <p:nvPr/>
        </p:nvSpPr>
        <p:spPr>
          <a:xfrm xmlns:a="http://schemas.openxmlformats.org/drawingml/2006/main" rot="16200000" flipH="1" flipV="1">
            <a:off x="-2964522" y="3224871"/>
            <a:ext cx="6048378" cy="119334"/>
          </a:xfrm>
          <a:custGeom xmlns:a="http://schemas.openxmlformats.org/drawingml/2006/main">
            <a:gdLst>
              <a:gd name="connsiteX0" fmla="*/ 0 w 6048378"/>
              <a:gd name="connsiteY0" fmla="*/ 118800 h 119334"/>
              <a:gd name="connsiteX1" fmla="*/ 118800 w 6048378"/>
              <a:gd name="connsiteY1" fmla="*/ 0 h 119334"/>
              <a:gd name="connsiteX2" fmla="*/ 5929578 w 6048378"/>
              <a:gd name="connsiteY2" fmla="*/ 0 h 119334"/>
              <a:gd name="connsiteX3" fmla="*/ 6048378 w 6048378"/>
              <a:gd name="connsiteY3" fmla="*/ 118800 h 119334"/>
              <a:gd name="connsiteX4" fmla="*/ 6048270 w 6048378"/>
              <a:gd name="connsiteY4" fmla="*/ 119334 h 119334"/>
              <a:gd name="connsiteX5" fmla="*/ 108 w 6048378"/>
              <a:gd name="connsiteY5" fmla="*/ 119334 h 119334"/>
            </a:gdLst>
            <a:rect l="l" t="t" r="r" b="b"/>
            <a:pathLst>
              <a:path w="6048378" h="119334">
                <a:moveTo>
                  <a:pt x="0" y="118800"/>
                </a:moveTo>
                <a:cubicBezTo>
                  <a:pt x="0" y="53189"/>
                  <a:pt x="53189" y="0"/>
                  <a:pt x="118800" y="0"/>
                </a:cubicBezTo>
                <a:lnTo>
                  <a:pt x="5929578" y="0"/>
                </a:lnTo>
                <a:cubicBezTo>
                  <a:pt x="5995189" y="0"/>
                  <a:pt x="6048378" y="53189"/>
                  <a:pt x="6048378" y="118800"/>
                </a:cubicBezTo>
                <a:lnTo>
                  <a:pt x="6048270" y="119334"/>
                </a:lnTo>
                <a:lnTo>
                  <a:pt x="108" y="119334"/>
                </a:lnTo>
                <a:close/>
              </a:path>
            </a:pathLst>
          </a:custGeom>
          <a:gradFill xmlns:a="http://schemas.openxmlformats.org/drawingml/2006/main">
            <a:gsLst>
              <a:gs pos="10000">
                <a:srgbClr val="9B348E"/>
              </a:gs>
              <a:gs pos="33000">
                <a:schemeClr val="bg2"/>
              </a:gs>
            </a:gsLst>
            <a:lin ang="12600000" scaled="0"/>
          </a:gradFill>
          <a:ln xmlns:a="http://schemas.openxmlformats.org/drawingml/2006/main">
            <a:no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9" name="Topline">
            <a:extLst xmlns:a="http://schemas.openxmlformats.org/drawingml/2006/main">
              <a:ext uri="{FF2B5EF4-FFF2-40B4-BE49-F238E27FC236}">
                <a16:creationId xmlns:a16="http://schemas.microsoft.com/office/drawing/2014/main" id="{A368F05E-AA87-2C42-5067-6EADF11D89DF}"/>
              </a:ext>
            </a:extLst>
          </p:cNvPr>
          <p:cNvSpPr>
            <a:spLocks xmlns:a="http://schemas.openxmlformats.org/drawingml/2006/main" noGrp="1"/>
          </p:cNvSpPr>
          <p:nvPr>
            <p:ph type="body" idx="26" hasCustomPrompt="1"/>
          </p:nvPr>
        </p:nvSpPr>
        <p:spPr>
          <a:xfrm xmlns:a="http://schemas.openxmlformats.org/drawingml/2006/main">
            <a:off x="695401" y="548680"/>
            <a:ext cx="10296000" cy="288000"/>
          </a:xfrm>
        </p:spPr>
        <p:txBody>
          <a:bodyPr xmlns:a="http://schemas.openxmlformats.org/drawingml/2006/main" anchor="b"/>
          <a:lstStyle xmlns:a="http://schemas.openxmlformats.org/drawingml/2006/main">
            <a:lvl1pPr marL="0" indent="0">
              <a:spcAft>
                <a:spcPts val="0"/>
              </a:spcAft>
              <a:buFontTx/>
              <a:buNone/>
              <a:defRPr sz="1400">
                <a:solidFill>
                  <a:schemeClr val="bg2"/>
                </a:solidFill>
                <a:latin typeface="+mn-lt"/>
                <a:ea typeface="+mn-lt"/>
                <a:cs typeface="+mn-lt"/>
              </a:defRPr>
            </a:lvl1pPr>
            <a:lvl2pPr marL="0" indent="0">
              <a:spcAft>
                <a:spcPts val="0"/>
              </a:spcAft>
              <a:buFontTx/>
              <a:buNone/>
              <a:defRPr sz="1400">
                <a:solidFill>
                  <a:schemeClr val="bg2"/>
                </a:solidFill>
                <a:latin typeface="+mn-lt"/>
                <a:ea typeface="+mn-lt"/>
                <a:cs typeface="+mn-lt"/>
              </a:defRPr>
            </a:lvl2pPr>
            <a:lvl3pPr marL="0" indent="0">
              <a:spcAft>
                <a:spcPts val="0"/>
              </a:spcAft>
              <a:buFontTx/>
              <a:buNone/>
              <a:defRPr sz="1400">
                <a:solidFill>
                  <a:schemeClr val="bg2"/>
                </a:solidFill>
                <a:latin typeface="+mn-lt"/>
                <a:ea typeface="+mn-lt"/>
                <a:cs typeface="+mn-lt"/>
              </a:defRPr>
            </a:lvl3pPr>
            <a:lvl4pPr marL="0" indent="0">
              <a:spcAft>
                <a:spcPts val="0"/>
              </a:spcAft>
              <a:buFontTx/>
              <a:buNone/>
              <a:defRPr sz="1400">
                <a:solidFill>
                  <a:schemeClr val="bg2"/>
                </a:solidFill>
                <a:latin typeface="+mn-lt"/>
                <a:ea typeface="+mn-lt"/>
                <a:cs typeface="+mn-lt"/>
              </a:defRPr>
            </a:lvl4pPr>
            <a:lvl5pPr marL="0" indent="0">
              <a:spcAft>
                <a:spcPts val="0"/>
              </a:spcAft>
              <a:buFontTx/>
              <a:buNone/>
              <a:defRPr sz="1400">
                <a:solidFill>
                  <a:schemeClr val="bg2"/>
                </a:solidFill>
                <a:latin typeface="+mn-lt"/>
                <a:ea typeface="+mn-lt"/>
                <a:cs typeface="+mn-lt"/>
              </a:defRPr>
            </a:lvl5pPr>
            <a:lvl6pPr marL="0" indent="0">
              <a:spcAft>
                <a:spcPts val="0"/>
              </a:spcAft>
              <a:buFontTx/>
              <a:buNone/>
              <a:defRPr sz="1400">
                <a:solidFill>
                  <a:schemeClr val="bg2"/>
                </a:solidFill>
                <a:latin typeface="+mn-lt"/>
                <a:ea typeface="+mn-lt"/>
                <a:cs typeface="+mn-lt"/>
              </a:defRPr>
            </a:lvl6pPr>
            <a:lvl7pPr marL="0" indent="0">
              <a:spcAft>
                <a:spcPts val="0"/>
              </a:spcAft>
              <a:buFontTx/>
              <a:buNone/>
              <a:defRPr sz="1400">
                <a:solidFill>
                  <a:schemeClr val="bg2"/>
                </a:solidFill>
                <a:latin typeface="+mn-lt"/>
                <a:ea typeface="+mn-lt"/>
                <a:cs typeface="+mn-lt"/>
              </a:defRPr>
            </a:lvl7pPr>
            <a:lvl8pPr marL="0" indent="0">
              <a:spcAft>
                <a:spcPts val="0"/>
              </a:spcAft>
              <a:buFontTx/>
              <a:buNone/>
              <a:defRPr sz="1400">
                <a:solidFill>
                  <a:schemeClr val="bg2"/>
                </a:solidFill>
                <a:latin typeface="+mn-lt"/>
                <a:ea typeface="+mn-lt"/>
                <a:cs typeface="+mn-lt"/>
              </a:defRPr>
            </a:lvl8pPr>
            <a:lvl9pPr marL="0" indent="0">
              <a:spcAft>
                <a:spcPts val="0"/>
              </a:spcAft>
              <a:buFontTx/>
              <a:buNone/>
              <a:defRPr sz="1400">
                <a:solidFill>
                  <a:schemeClr val="bg2"/>
                </a:solidFill>
                <a:latin typeface="+mn-lt"/>
                <a:ea typeface="+mn-lt"/>
                <a:cs typeface="+mn-lt"/>
              </a:defRPr>
            </a:lvl9pPr>
          </a:lstStyle>
          <a:p xmlns:a="http://schemas.openxmlformats.org/drawingml/2006/main">
            <a:pPr lvl="0">
              <a:buNone/>
            </a:pPr>
            <a:r>
              <a:t>Optionale </a:t>
            </a:r>
            <a:r>
              <a:t>Topline</a:t>
            </a:r>
            <a:r>
              <a:t> hinzufügen</a:t>
            </a:r>
          </a:p>
        </p:txBody>
      </p:sp>
      <p:sp>
        <p:nvSpPr>
          <p:cNvPr id="3" name="Titel 2">
            <a:extLst xmlns:a="http://schemas.openxmlformats.org/drawingml/2006/main">
              <a:ext uri="{FF2B5EF4-FFF2-40B4-BE49-F238E27FC236}">
                <a16:creationId xmlns:a16="http://schemas.microsoft.com/office/drawing/2014/main" id="{DD97BBC6-5B8B-0978-EE9F-469CC55B3CA0}"/>
              </a:ext>
            </a:extLst>
          </p:cNvPr>
          <p:cNvSpPr>
            <a:spLocks xmlns:a="http://schemas.openxmlformats.org/drawingml/2006/main" noGrp="1"/>
          </p:cNvSpPr>
          <p:nvPr>
            <p:ph type="title" idx="0"/>
          </p:nvPr>
        </p:nvSpPr>
        <p:spPr>
          <a:xfrm xmlns:a="http://schemas.openxmlformats.org/drawingml/2006/main">
            <a:off x="695325" y="908720"/>
            <a:ext cx="10872788" cy="576000"/>
          </a:xfrm>
        </p:spPr>
        <p:txBody>
          <a:bodyPr xmlns:a="http://schemas.openxmlformats.org/drawingml/2006/main" bIns="0"/>
          <a:lstStyle xmlns:a="http://schemas.openxmlformats.org/drawingml/2006/main">
            <a:lvl1pPr>
              <a:lnSpc>
                <a:spcPct val="95000"/>
              </a:lnSpc>
              <a:buNone/>
              <a:defRPr/>
            </a:lvl1pPr>
          </a:lstStyle>
          <a:p xmlns:a="http://schemas.openxmlformats.org/drawingml/2006/main">
            <a:r>
              <a:t>Mastertitelformat bearbeiten</a:t>
            </a:r>
            <a:endParaRPr/>
          </a:p>
        </p:txBody>
      </p:sp>
      <p:sp>
        <p:nvSpPr>
          <p:cNvPr id="10" name="Subline">
            <a:extLst xmlns:a="http://schemas.openxmlformats.org/drawingml/2006/main">
              <a:ext uri="{FF2B5EF4-FFF2-40B4-BE49-F238E27FC236}">
                <a16:creationId xmlns:a16="http://schemas.microsoft.com/office/drawing/2014/main" id="{E4D47092-765D-6561-AD03-5FB0453B8AAE}"/>
              </a:ext>
            </a:extLst>
          </p:cNvPr>
          <p:cNvSpPr>
            <a:spLocks xmlns:a="http://schemas.openxmlformats.org/drawingml/2006/main" noGrp="1"/>
          </p:cNvSpPr>
          <p:nvPr>
            <p:ph type="body" idx="27" hasCustomPrompt="1"/>
          </p:nvPr>
        </p:nvSpPr>
        <p:spPr>
          <a:xfrm xmlns:a="http://schemas.openxmlformats.org/drawingml/2006/main">
            <a:off x="695401" y="1484784"/>
            <a:ext cx="10872712" cy="504000"/>
          </a:xfrm>
        </p:spPr>
        <p:txBody>
          <a:bodyPr xmlns:a="http://schemas.openxmlformats.org/drawingml/2006/main" anchor="t"/>
          <a:lstStyle xmlns:a="http://schemas.openxmlformats.org/drawingml/2006/main">
            <a:lvl1pPr marL="0" indent="0">
              <a:spcAft>
                <a:spcPts val="0"/>
              </a:spcAft>
              <a:buFontTx/>
              <a:buNone/>
              <a:defRPr sz="2000">
                <a:solidFill>
                  <a:schemeClr val="bg2"/>
                </a:solidFill>
                <a:latin typeface="+mj-lt"/>
                <a:ea typeface="+mj-lt"/>
                <a:cs typeface="+mj-lt"/>
              </a:defRPr>
            </a:lvl1pPr>
            <a:lvl2pPr marL="0" indent="0">
              <a:spcAft>
                <a:spcPts val="0"/>
              </a:spcAft>
              <a:buFontTx/>
              <a:buNone/>
              <a:defRPr sz="2000">
                <a:solidFill>
                  <a:schemeClr val="bg2"/>
                </a:solidFill>
                <a:latin typeface="+mj-lt"/>
                <a:ea typeface="+mj-lt"/>
                <a:cs typeface="+mj-lt"/>
              </a:defRPr>
            </a:lvl2pPr>
            <a:lvl3pPr marL="0" indent="0">
              <a:spcAft>
                <a:spcPts val="0"/>
              </a:spcAft>
              <a:buFontTx/>
              <a:buNone/>
              <a:defRPr sz="2000">
                <a:solidFill>
                  <a:schemeClr val="bg2"/>
                </a:solidFill>
                <a:latin typeface="+mj-lt"/>
                <a:ea typeface="+mj-lt"/>
                <a:cs typeface="+mj-lt"/>
              </a:defRPr>
            </a:lvl3pPr>
            <a:lvl4pPr marL="0" indent="0">
              <a:spcAft>
                <a:spcPts val="0"/>
              </a:spcAft>
              <a:buFontTx/>
              <a:buNone/>
              <a:defRPr sz="2000">
                <a:solidFill>
                  <a:schemeClr val="bg2"/>
                </a:solidFill>
                <a:latin typeface="+mj-lt"/>
                <a:ea typeface="+mj-lt"/>
                <a:cs typeface="+mj-lt"/>
              </a:defRPr>
            </a:lvl4pPr>
            <a:lvl5pPr marL="0" indent="0">
              <a:spcAft>
                <a:spcPts val="0"/>
              </a:spcAft>
              <a:buFontTx/>
              <a:buNone/>
              <a:defRPr sz="2000">
                <a:solidFill>
                  <a:schemeClr val="bg2"/>
                </a:solidFill>
                <a:latin typeface="+mj-lt"/>
                <a:ea typeface="+mj-lt"/>
                <a:cs typeface="+mj-lt"/>
              </a:defRPr>
            </a:lvl5pPr>
            <a:lvl6pPr marL="0" indent="0">
              <a:spcAft>
                <a:spcPts val="0"/>
              </a:spcAft>
              <a:buFontTx/>
              <a:buNone/>
              <a:defRPr sz="2000">
                <a:solidFill>
                  <a:schemeClr val="bg2"/>
                </a:solidFill>
                <a:latin typeface="+mj-lt"/>
                <a:ea typeface="+mj-lt"/>
                <a:cs typeface="+mj-lt"/>
              </a:defRPr>
            </a:lvl6pPr>
            <a:lvl7pPr marL="0" indent="0">
              <a:spcAft>
                <a:spcPts val="0"/>
              </a:spcAft>
              <a:buFontTx/>
              <a:buNone/>
              <a:defRPr sz="2000">
                <a:solidFill>
                  <a:schemeClr val="bg2"/>
                </a:solidFill>
                <a:latin typeface="+mj-lt"/>
                <a:ea typeface="+mj-lt"/>
                <a:cs typeface="+mj-lt"/>
              </a:defRPr>
            </a:lvl7pPr>
            <a:lvl8pPr marL="0" indent="0">
              <a:spcAft>
                <a:spcPts val="0"/>
              </a:spcAft>
              <a:buFontTx/>
              <a:buNone/>
              <a:defRPr sz="2000">
                <a:solidFill>
                  <a:schemeClr val="bg2"/>
                </a:solidFill>
                <a:latin typeface="+mj-lt"/>
                <a:ea typeface="+mj-lt"/>
                <a:cs typeface="+mj-lt"/>
              </a:defRPr>
            </a:lvl8pPr>
            <a:lvl9pPr marL="0" indent="0">
              <a:spcAft>
                <a:spcPts val="0"/>
              </a:spcAft>
              <a:buFontTx/>
              <a:buNone/>
              <a:defRPr sz="2000">
                <a:solidFill>
                  <a:schemeClr val="bg2"/>
                </a:solidFill>
                <a:latin typeface="+mj-lt"/>
                <a:ea typeface="+mj-lt"/>
                <a:cs typeface="+mj-lt"/>
              </a:defRPr>
            </a:lvl9pPr>
          </a:lstStyle>
          <a:p xmlns:a="http://schemas.openxmlformats.org/drawingml/2006/main">
            <a:pPr lvl="0">
              <a:buNone/>
            </a:pPr>
            <a:r>
              <a:t>Optionale </a:t>
            </a:r>
            <a:r>
              <a:t>Subline</a:t>
            </a:r>
            <a:r>
              <a:t> hinzufügen</a:t>
            </a:r>
          </a:p>
        </p:txBody>
      </p:sp>
      <p:sp>
        <p:nvSpPr>
          <p:cNvPr id="18" name="Inhaltsplatzhalter 16">
            <a:extLst xmlns:a="http://schemas.openxmlformats.org/drawingml/2006/main">
              <a:ext uri="{FF2B5EF4-FFF2-40B4-BE49-F238E27FC236}">
                <a16:creationId xmlns:a16="http://schemas.microsoft.com/office/drawing/2014/main" id="{835F97C9-1A71-4B7B-B0FD-2161E9E9E0B2}"/>
              </a:ext>
            </a:extLst>
          </p:cNvPr>
          <p:cNvSpPr>
            <a:spLocks xmlns:a="http://schemas.openxmlformats.org/drawingml/2006/main" noGrp="1"/>
          </p:cNvSpPr>
          <p:nvPr>
            <p:ph idx="20"/>
          </p:nvPr>
        </p:nvSpPr>
        <p:spPr>
          <a:xfrm xmlns:a="http://schemas.openxmlformats.org/drawingml/2006/main">
            <a:off x="695400" y="2204864"/>
            <a:ext cx="3384550" cy="4103687"/>
          </a:xfrm>
        </p:spPr>
        <p:txBody>
          <a:bodyPr xmlns:a="http://schemas.openxmlformats.org/drawingml/2006/main"/>
          <a:lstStyle xmlns:a="http://schemas.openxmlformats.org/drawingml/2006/main">
            <a:lvl1pPr>
              <a:buNone/>
              <a:defRPr/>
            </a:lvl1pPr>
          </a:lstStyle>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endParaRPr/>
          </a:p>
        </p:txBody>
      </p:sp>
      <p:sp>
        <p:nvSpPr>
          <p:cNvPr id="2" name="Inhaltsplatzhalter 16">
            <a:extLst xmlns:a="http://schemas.openxmlformats.org/drawingml/2006/main">
              <a:ext uri="{FF2B5EF4-FFF2-40B4-BE49-F238E27FC236}">
                <a16:creationId xmlns:a16="http://schemas.microsoft.com/office/drawing/2014/main" id="{8DA2C61D-4357-FB06-45DA-BECA22DBC5A6}"/>
              </a:ext>
            </a:extLst>
          </p:cNvPr>
          <p:cNvSpPr>
            <a:spLocks xmlns:a="http://schemas.openxmlformats.org/drawingml/2006/main" noGrp="1"/>
          </p:cNvSpPr>
          <p:nvPr>
            <p:ph idx="28"/>
          </p:nvPr>
        </p:nvSpPr>
        <p:spPr>
          <a:xfrm xmlns:a="http://schemas.openxmlformats.org/drawingml/2006/main">
            <a:off x="4439642" y="2205633"/>
            <a:ext cx="3384550" cy="4103687"/>
          </a:xfrm>
        </p:spPr>
        <p:txBody>
          <a:bodyPr xmlns:a="http://schemas.openxmlformats.org/drawingml/2006/main"/>
          <a:lstStyle xmlns:a="http://schemas.openxmlformats.org/drawingml/2006/main">
            <a:lvl1pPr>
              <a:buNone/>
              <a:defRPr/>
            </a:lvl1pPr>
          </a:lstStyle>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endParaRPr/>
          </a:p>
        </p:txBody>
      </p:sp>
      <p:sp>
        <p:nvSpPr>
          <p:cNvPr id="5" name="Inhaltsplatzhalter 16">
            <a:extLst xmlns:a="http://schemas.openxmlformats.org/drawingml/2006/main">
              <a:ext uri="{FF2B5EF4-FFF2-40B4-BE49-F238E27FC236}">
                <a16:creationId xmlns:a16="http://schemas.microsoft.com/office/drawing/2014/main" id="{83DA6714-164C-92A3-D65A-8A405F76E93A}"/>
              </a:ext>
            </a:extLst>
          </p:cNvPr>
          <p:cNvSpPr>
            <a:spLocks xmlns:a="http://schemas.openxmlformats.org/drawingml/2006/main" noGrp="1"/>
          </p:cNvSpPr>
          <p:nvPr>
            <p:ph idx="32"/>
          </p:nvPr>
        </p:nvSpPr>
        <p:spPr>
          <a:xfrm xmlns:a="http://schemas.openxmlformats.org/drawingml/2006/main">
            <a:off x="8184232" y="2205633"/>
            <a:ext cx="3384550" cy="4103687"/>
          </a:xfrm>
        </p:spPr>
        <p:txBody>
          <a:bodyPr xmlns:a="http://schemas.openxmlformats.org/drawingml/2006/main"/>
          <a:lstStyle xmlns:a="http://schemas.openxmlformats.org/drawingml/2006/main">
            <a:lvl1pPr>
              <a:buNone/>
              <a:defRPr/>
            </a:lvl1pPr>
          </a:lstStyle>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endParaRPr/>
          </a:p>
        </p:txBody>
      </p:sp>
      <p:sp>
        <p:nvSpPr>
          <p:cNvPr id="7" name="Foliennummernplatzhalter 6">
            <a:extLst xmlns:a="http://schemas.openxmlformats.org/drawingml/2006/main">
              <a:ext uri="{FF2B5EF4-FFF2-40B4-BE49-F238E27FC236}">
                <a16:creationId xmlns:a16="http://schemas.microsoft.com/office/drawing/2014/main" id="{FA5C0885-1C20-28B6-699A-4B42BDAC17E4}"/>
              </a:ext>
            </a:extLst>
          </p:cNvPr>
          <p:cNvSpPr>
            <a:spLocks xmlns:a="http://schemas.openxmlformats.org/drawingml/2006/main" noGrp="1"/>
          </p:cNvSpPr>
          <p:nvPr>
            <p:ph type="sldNum" idx="30"/>
          </p:nvPr>
        </p:nvSpPr>
        <p:spPr/>
        <p:txBody>
          <a:bodyPr xmlns:a="http://schemas.openxmlformats.org/drawingml/2006/main"/>
          <a:lstStyle xmlns:a="http://schemas.openxmlformats.org/drawingml/2006/main"/>
          <a:p xmlns:a="http://schemas.openxmlformats.org/drawingml/2006/main">
            <a:r>
              <a:t>Seite </a:t>
            </a:r>
            <a:fld id="{DC907883-A228-4E41-A7BF-33DDF6A01B2A}" type="slidenum">
              <a:t>‹Nr.›</a:t>
            </a:fld>
            <a:endParaRPr/>
          </a:p>
        </p:txBody>
      </p:sp>
      <p:sp>
        <p:nvSpPr>
          <p:cNvPr id="4" name="Datumsplatzhalter 3">
            <a:extLst xmlns:a="http://schemas.openxmlformats.org/drawingml/2006/main">
              <a:ext uri="{FF2B5EF4-FFF2-40B4-BE49-F238E27FC236}">
                <a16:creationId xmlns:a16="http://schemas.microsoft.com/office/drawing/2014/main" id="{FC65B187-3534-0EBB-E0DF-F12B5ECAE6A0}"/>
              </a:ext>
            </a:extLst>
          </p:cNvPr>
          <p:cNvSpPr>
            <a:spLocks xmlns:a="http://schemas.openxmlformats.org/drawingml/2006/main" noGrp="1"/>
          </p:cNvSpPr>
          <p:nvPr>
            <p:ph type="dt" idx="31"/>
          </p:nvPr>
        </p:nvSpPr>
        <p:spPr/>
        <p:txBody>
          <a:bodyPr xmlns:a="http://schemas.openxmlformats.org/drawingml/2006/main"/>
          <a:lstStyle xmlns:a="http://schemas.openxmlformats.org/drawingml/2006/main"/>
          <a:p xmlns:a="http://schemas.openxmlformats.org/drawingml/2006/main">
            <a:r>
              <a:t>Intern, TT.MM.JJJJ</a:t>
            </a:r>
            <a:endParaRPr sz="800"/>
          </a:p>
        </p:txBody>
      </p:sp>
    </p:spTree>
  </p:cSld>
</p:sldLayout>
</file>

<file path=ppt/slideLayouts/slideLayout16.xml><?xml version="1.0" encoding="utf-8"?>
<p:sldLayout xmlns:p="http://schemas.openxmlformats.org/presentationml/2006/main" preserve="1" userDrawn="1">
  <p:cSld name="Bild links und Inhalt">
    <p:spTree>
      <p:nvGrpSpPr>
        <p:cNvPr id="1" name=""/>
        <p:cNvGrpSpPr/>
        <p:nvPr/>
      </p:nvGrpSpPr>
      <p:grpSpPr>
        <a:xfrm xmlns:a="http://schemas.openxmlformats.org/drawingml/2006/main"/>
      </p:grpSpPr>
      <p:sp>
        <p:nvSpPr>
          <p:cNvPr id="20" name="Bildplatzhalter 19">
            <a:extLst xmlns:a="http://schemas.openxmlformats.org/drawingml/2006/main">
              <a:ext uri="{FF2B5EF4-FFF2-40B4-BE49-F238E27FC236}">
                <a16:creationId xmlns:a16="http://schemas.microsoft.com/office/drawing/2014/main" id="{A0F4716E-CBC2-010B-3A09-F503856463E6}"/>
              </a:ext>
            </a:extLst>
          </p:cNvPr>
          <p:cNvSpPr>
            <a:spLocks xmlns:a="http://schemas.openxmlformats.org/drawingml/2006/main" noGrp="1"/>
          </p:cNvSpPr>
          <p:nvPr>
            <p:ph type="pic" idx="28"/>
          </p:nvPr>
        </p:nvSpPr>
        <p:spPr>
          <a:xfrm xmlns:a="http://schemas.openxmlformats.org/drawingml/2006/main">
            <a:off x="0" y="3"/>
            <a:ext cx="7824788" cy="6308725"/>
          </a:xfrm>
          <a:custGeom xmlns:a="http://schemas.openxmlformats.org/drawingml/2006/main">
            <a:gdLst>
              <a:gd name="connsiteX0" fmla="*/ 0 w 7824788"/>
              <a:gd name="connsiteY0" fmla="*/ 270793 h 6308725"/>
              <a:gd name="connsiteX1" fmla="*/ 113979 w 7824788"/>
              <a:gd name="connsiteY1" fmla="*/ 384645 h 6308725"/>
              <a:gd name="connsiteX2" fmla="*/ 113979 w 7824788"/>
              <a:gd name="connsiteY2" fmla="*/ 6185925 h 6308725"/>
              <a:gd name="connsiteX3" fmla="*/ 0 w 7824788"/>
              <a:gd name="connsiteY3" fmla="*/ 6299776 h 6308725"/>
              <a:gd name="connsiteX4" fmla="*/ 0 w 7824788"/>
              <a:gd name="connsiteY4" fmla="*/ 0 h 6308725"/>
              <a:gd name="connsiteX5" fmla="*/ 7824788 w 7824788"/>
              <a:gd name="connsiteY5" fmla="*/ 0 h 6308725"/>
              <a:gd name="connsiteX6" fmla="*/ 7824788 w 7824788"/>
              <a:gd name="connsiteY6" fmla="*/ 5457804 h 6308725"/>
              <a:gd name="connsiteX7" fmla="*/ 6973867 w 7824788"/>
              <a:gd name="connsiteY7" fmla="*/ 6308725 h 6308725"/>
              <a:gd name="connsiteX8" fmla="*/ 2148 w 7824788"/>
              <a:gd name="connsiteY8" fmla="*/ 6308725 h 6308725"/>
              <a:gd name="connsiteX9" fmla="*/ 48018 w 7824788"/>
              <a:gd name="connsiteY9" fmla="*/ 6299458 h 6308725"/>
              <a:gd name="connsiteX10" fmla="*/ 123488 w 7824788"/>
              <a:gd name="connsiteY10" fmla="*/ 6185798 h 6308725"/>
              <a:gd name="connsiteX11" fmla="*/ 123488 w 7824788"/>
              <a:gd name="connsiteY11" fmla="*/ 384645 h 6308725"/>
              <a:gd name="connsiteX12" fmla="*/ 0 w 7824788"/>
              <a:gd name="connsiteY12" fmla="*/ 261284 h 6308725"/>
            </a:gdLst>
            <a:rect l="l" t="t" r="r" b="b"/>
            <a:pathLst>
              <a:path w="7824788" h="6308725">
                <a:moveTo>
                  <a:pt x="0" y="270793"/>
                </a:moveTo>
                <a:cubicBezTo>
                  <a:pt x="62759" y="270793"/>
                  <a:pt x="113979" y="321888"/>
                  <a:pt x="113979" y="384645"/>
                </a:cubicBezTo>
                <a:lnTo>
                  <a:pt x="113979" y="6185925"/>
                </a:lnTo>
                <a:cubicBezTo>
                  <a:pt x="113979" y="6248682"/>
                  <a:pt x="62759" y="6299776"/>
                  <a:pt x="0" y="6299776"/>
                </a:cubicBezTo>
                <a:close/>
                <a:moveTo>
                  <a:pt x="0" y="0"/>
                </a:moveTo>
                <a:lnTo>
                  <a:pt x="7824788" y="0"/>
                </a:lnTo>
                <a:lnTo>
                  <a:pt x="7824788" y="5457804"/>
                </a:lnTo>
                <a:cubicBezTo>
                  <a:pt x="7824788" y="5927755"/>
                  <a:pt x="7443818" y="6308725"/>
                  <a:pt x="6973867" y="6308725"/>
                </a:cubicBezTo>
                <a:lnTo>
                  <a:pt x="2148" y="6308725"/>
                </a:lnTo>
                <a:lnTo>
                  <a:pt x="48018" y="6299458"/>
                </a:lnTo>
                <a:cubicBezTo>
                  <a:pt x="92323" y="6280720"/>
                  <a:pt x="123488" y="6236861"/>
                  <a:pt x="123488" y="6185798"/>
                </a:cubicBezTo>
                <a:lnTo>
                  <a:pt x="123488" y="384645"/>
                </a:lnTo>
                <a:cubicBezTo>
                  <a:pt x="123488" y="316689"/>
                  <a:pt x="68083" y="261284"/>
                  <a:pt x="0" y="261284"/>
                </a:cubicBezTo>
                <a:close/>
              </a:path>
            </a:pathLst>
          </a:custGeom>
          <a:gradFill xmlns:a="http://schemas.openxmlformats.org/drawingml/2006/main">
            <a:gsLst>
              <a:gs pos="4587">
                <a:srgbClr val="9B348E"/>
              </a:gs>
              <a:gs pos="27000">
                <a:schemeClr val="bg2"/>
              </a:gs>
              <a:gs pos="90000">
                <a:schemeClr val="tx1"/>
              </a:gs>
            </a:gsLst>
            <a:lin ang="7800000" scaled="0"/>
          </a:gradFill>
        </p:spPr>
        <p:txBody>
          <a:bodyPr xmlns:a="http://schemas.openxmlformats.org/drawingml/2006/main" wrap="square">
            <a:noAutofit/>
          </a:bodyPr>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8" name="Topline">
            <a:extLst xmlns:a="http://schemas.openxmlformats.org/drawingml/2006/main">
              <a:ext uri="{FF2B5EF4-FFF2-40B4-BE49-F238E27FC236}">
                <a16:creationId xmlns:a16="http://schemas.microsoft.com/office/drawing/2014/main" id="{C6BA020A-A9CB-7944-45B5-1EFFD2535621}"/>
              </a:ext>
            </a:extLst>
          </p:cNvPr>
          <p:cNvSpPr>
            <a:spLocks xmlns:a="http://schemas.openxmlformats.org/drawingml/2006/main" noGrp="1"/>
          </p:cNvSpPr>
          <p:nvPr>
            <p:ph type="body" idx="26" hasCustomPrompt="1"/>
          </p:nvPr>
        </p:nvSpPr>
        <p:spPr>
          <a:xfrm xmlns:a="http://schemas.openxmlformats.org/drawingml/2006/main">
            <a:off x="695401" y="548680"/>
            <a:ext cx="6553124" cy="288000"/>
          </a:xfrm>
        </p:spPr>
        <p:txBody>
          <a:bodyPr xmlns:a="http://schemas.openxmlformats.org/drawingml/2006/main" anchor="b"/>
          <a:lstStyle xmlns:a="http://schemas.openxmlformats.org/drawingml/2006/main">
            <a:lvl1pPr marL="0" indent="0">
              <a:spcAft>
                <a:spcPts val="0"/>
              </a:spcAft>
              <a:buFontTx/>
              <a:buNone/>
              <a:defRPr sz="1400">
                <a:solidFill>
                  <a:schemeClr val="bg1"/>
                </a:solidFill>
                <a:latin typeface="+mn-lt"/>
                <a:ea typeface="+mn-lt"/>
                <a:cs typeface="+mn-lt"/>
              </a:defRPr>
            </a:lvl1pPr>
            <a:lvl2pPr marL="0" indent="0">
              <a:spcAft>
                <a:spcPts val="0"/>
              </a:spcAft>
              <a:buFontTx/>
              <a:buNone/>
              <a:defRPr sz="1400">
                <a:solidFill>
                  <a:schemeClr val="bg1"/>
                </a:solidFill>
                <a:latin typeface="+mn-lt"/>
                <a:ea typeface="+mn-lt"/>
                <a:cs typeface="+mn-lt"/>
              </a:defRPr>
            </a:lvl2pPr>
            <a:lvl3pPr marL="0" indent="0">
              <a:spcAft>
                <a:spcPts val="0"/>
              </a:spcAft>
              <a:buFontTx/>
              <a:buNone/>
              <a:defRPr sz="1400">
                <a:solidFill>
                  <a:schemeClr val="bg1"/>
                </a:solidFill>
                <a:latin typeface="+mn-lt"/>
                <a:ea typeface="+mn-lt"/>
                <a:cs typeface="+mn-lt"/>
              </a:defRPr>
            </a:lvl3pPr>
            <a:lvl4pPr marL="0" indent="0">
              <a:spcAft>
                <a:spcPts val="0"/>
              </a:spcAft>
              <a:buFontTx/>
              <a:buNone/>
              <a:defRPr sz="1400">
                <a:solidFill>
                  <a:schemeClr val="bg1"/>
                </a:solidFill>
                <a:latin typeface="+mn-lt"/>
                <a:ea typeface="+mn-lt"/>
                <a:cs typeface="+mn-lt"/>
              </a:defRPr>
            </a:lvl4pPr>
            <a:lvl5pPr marL="0" indent="0">
              <a:spcAft>
                <a:spcPts val="0"/>
              </a:spcAft>
              <a:buFontTx/>
              <a:buNone/>
              <a:defRPr sz="1400">
                <a:solidFill>
                  <a:schemeClr val="bg1"/>
                </a:solidFill>
                <a:latin typeface="+mn-lt"/>
                <a:ea typeface="+mn-lt"/>
                <a:cs typeface="+mn-lt"/>
              </a:defRPr>
            </a:lvl5pPr>
            <a:lvl6pPr marL="0" indent="0">
              <a:spcAft>
                <a:spcPts val="0"/>
              </a:spcAft>
              <a:buFontTx/>
              <a:buNone/>
              <a:defRPr sz="1400">
                <a:solidFill>
                  <a:schemeClr val="bg1"/>
                </a:solidFill>
                <a:latin typeface="+mn-lt"/>
                <a:ea typeface="+mn-lt"/>
                <a:cs typeface="+mn-lt"/>
              </a:defRPr>
            </a:lvl6pPr>
            <a:lvl7pPr marL="0" indent="0">
              <a:spcAft>
                <a:spcPts val="0"/>
              </a:spcAft>
              <a:buFontTx/>
              <a:buNone/>
              <a:defRPr sz="1400">
                <a:solidFill>
                  <a:schemeClr val="bg1"/>
                </a:solidFill>
                <a:latin typeface="+mn-lt"/>
                <a:ea typeface="+mn-lt"/>
                <a:cs typeface="+mn-lt"/>
              </a:defRPr>
            </a:lvl7pPr>
            <a:lvl8pPr marL="0" indent="0">
              <a:spcAft>
                <a:spcPts val="0"/>
              </a:spcAft>
              <a:buFontTx/>
              <a:buNone/>
              <a:defRPr sz="1400">
                <a:solidFill>
                  <a:schemeClr val="bg1"/>
                </a:solidFill>
                <a:latin typeface="+mn-lt"/>
                <a:ea typeface="+mn-lt"/>
                <a:cs typeface="+mn-lt"/>
              </a:defRPr>
            </a:lvl8pPr>
            <a:lvl9pPr marL="0" indent="0">
              <a:spcAft>
                <a:spcPts val="0"/>
              </a:spcAft>
              <a:buFontTx/>
              <a:buNone/>
              <a:defRPr sz="1400">
                <a:solidFill>
                  <a:schemeClr val="bg1"/>
                </a:solidFill>
                <a:latin typeface="+mn-lt"/>
                <a:ea typeface="+mn-lt"/>
                <a:cs typeface="+mn-lt"/>
              </a:defRPr>
            </a:lvl9pPr>
          </a:lstStyle>
          <a:p xmlns:a="http://schemas.openxmlformats.org/drawingml/2006/main">
            <a:pPr lvl="0">
              <a:buNone/>
            </a:pPr>
            <a:r>
              <a:t>Optionale </a:t>
            </a:r>
            <a:r>
              <a:t>Topline</a:t>
            </a:r>
            <a:r>
              <a:t> hinzufügen</a:t>
            </a:r>
          </a:p>
        </p:txBody>
      </p:sp>
      <p:sp>
        <p:nvSpPr>
          <p:cNvPr id="2" name="Titel 1">
            <a:extLst xmlns:a="http://schemas.openxmlformats.org/drawingml/2006/main">
              <a:ext uri="{FF2B5EF4-FFF2-40B4-BE49-F238E27FC236}">
                <a16:creationId xmlns:a16="http://schemas.microsoft.com/office/drawing/2014/main" id="{B2C08BC3-3516-7698-EC7F-27A5731F0AC0}"/>
              </a:ext>
            </a:extLst>
          </p:cNvPr>
          <p:cNvSpPr>
            <a:spLocks xmlns:a="http://schemas.openxmlformats.org/drawingml/2006/main" noGrp="1"/>
          </p:cNvSpPr>
          <p:nvPr>
            <p:ph type="title" idx="0"/>
          </p:nvPr>
        </p:nvSpPr>
        <p:spPr>
          <a:xfrm xmlns:a="http://schemas.openxmlformats.org/drawingml/2006/main">
            <a:off x="695325" y="908720"/>
            <a:ext cx="6553200" cy="576000"/>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Mastertitelformat bearbeiten</a:t>
            </a:r>
            <a:endParaRPr/>
          </a:p>
        </p:txBody>
      </p:sp>
      <p:sp>
        <p:nvSpPr>
          <p:cNvPr id="9" name="Subline">
            <a:extLst xmlns:a="http://schemas.openxmlformats.org/drawingml/2006/main">
              <a:ext uri="{FF2B5EF4-FFF2-40B4-BE49-F238E27FC236}">
                <a16:creationId xmlns:a16="http://schemas.microsoft.com/office/drawing/2014/main" id="{A3A772D7-68C3-33AB-D3E8-4263CFC37A11}"/>
              </a:ext>
            </a:extLst>
          </p:cNvPr>
          <p:cNvSpPr>
            <a:spLocks xmlns:a="http://schemas.openxmlformats.org/drawingml/2006/main" noGrp="1"/>
          </p:cNvSpPr>
          <p:nvPr>
            <p:ph type="body" idx="27" hasCustomPrompt="1"/>
          </p:nvPr>
        </p:nvSpPr>
        <p:spPr>
          <a:xfrm xmlns:a="http://schemas.openxmlformats.org/drawingml/2006/main">
            <a:off x="695401" y="1484784"/>
            <a:ext cx="6553124" cy="504000"/>
          </a:xfrm>
        </p:spPr>
        <p:txBody>
          <a:bodyPr xmlns:a="http://schemas.openxmlformats.org/drawingml/2006/main" anchor="t"/>
          <a:lstStyle xmlns:a="http://schemas.openxmlformats.org/drawingml/2006/main">
            <a:lvl1pPr marL="0" indent="0">
              <a:spcAft>
                <a:spcPts val="0"/>
              </a:spcAft>
              <a:buFontTx/>
              <a:buNone/>
              <a:defRPr sz="2000">
                <a:solidFill>
                  <a:schemeClr val="bg1"/>
                </a:solidFill>
                <a:latin typeface="+mj-lt"/>
                <a:ea typeface="+mj-lt"/>
                <a:cs typeface="+mj-lt"/>
              </a:defRPr>
            </a:lvl1pPr>
            <a:lvl2pPr marL="0" indent="0">
              <a:spcAft>
                <a:spcPts val="0"/>
              </a:spcAft>
              <a:buFontTx/>
              <a:buNone/>
              <a:defRPr sz="2000">
                <a:solidFill>
                  <a:schemeClr val="bg1"/>
                </a:solidFill>
                <a:latin typeface="+mj-lt"/>
                <a:ea typeface="+mj-lt"/>
                <a:cs typeface="+mj-lt"/>
              </a:defRPr>
            </a:lvl2pPr>
            <a:lvl3pPr marL="0" indent="0">
              <a:spcAft>
                <a:spcPts val="0"/>
              </a:spcAft>
              <a:buFontTx/>
              <a:buNone/>
              <a:defRPr sz="2000">
                <a:solidFill>
                  <a:schemeClr val="bg1"/>
                </a:solidFill>
                <a:latin typeface="+mj-lt"/>
                <a:ea typeface="+mj-lt"/>
                <a:cs typeface="+mj-lt"/>
              </a:defRPr>
            </a:lvl3pPr>
            <a:lvl4pPr marL="0" indent="0">
              <a:spcAft>
                <a:spcPts val="0"/>
              </a:spcAft>
              <a:buFontTx/>
              <a:buNone/>
              <a:defRPr sz="2000">
                <a:solidFill>
                  <a:schemeClr val="bg1"/>
                </a:solidFill>
                <a:latin typeface="+mj-lt"/>
                <a:ea typeface="+mj-lt"/>
                <a:cs typeface="+mj-lt"/>
              </a:defRPr>
            </a:lvl4pPr>
            <a:lvl5pPr marL="0" indent="0">
              <a:spcAft>
                <a:spcPts val="0"/>
              </a:spcAft>
              <a:buFontTx/>
              <a:buNone/>
              <a:defRPr sz="2000">
                <a:solidFill>
                  <a:schemeClr val="bg1"/>
                </a:solidFill>
                <a:latin typeface="+mj-lt"/>
                <a:ea typeface="+mj-lt"/>
                <a:cs typeface="+mj-lt"/>
              </a:defRPr>
            </a:lvl5pPr>
            <a:lvl6pPr marL="0" indent="0">
              <a:spcAft>
                <a:spcPts val="0"/>
              </a:spcAft>
              <a:buFontTx/>
              <a:buNone/>
              <a:defRPr sz="2000">
                <a:solidFill>
                  <a:schemeClr val="bg1"/>
                </a:solidFill>
                <a:latin typeface="+mj-lt"/>
                <a:ea typeface="+mj-lt"/>
                <a:cs typeface="+mj-lt"/>
              </a:defRPr>
            </a:lvl6pPr>
            <a:lvl7pPr marL="0" indent="0">
              <a:spcAft>
                <a:spcPts val="0"/>
              </a:spcAft>
              <a:buFontTx/>
              <a:buNone/>
              <a:defRPr sz="2000">
                <a:solidFill>
                  <a:schemeClr val="bg1"/>
                </a:solidFill>
                <a:latin typeface="+mj-lt"/>
                <a:ea typeface="+mj-lt"/>
                <a:cs typeface="+mj-lt"/>
              </a:defRPr>
            </a:lvl7pPr>
            <a:lvl8pPr marL="0" indent="0">
              <a:spcAft>
                <a:spcPts val="0"/>
              </a:spcAft>
              <a:buFontTx/>
              <a:buNone/>
              <a:defRPr sz="2000">
                <a:solidFill>
                  <a:schemeClr val="bg1"/>
                </a:solidFill>
                <a:latin typeface="+mj-lt"/>
                <a:ea typeface="+mj-lt"/>
                <a:cs typeface="+mj-lt"/>
              </a:defRPr>
            </a:lvl8pPr>
            <a:lvl9pPr marL="0" indent="0">
              <a:spcAft>
                <a:spcPts val="0"/>
              </a:spcAft>
              <a:buFontTx/>
              <a:buNone/>
              <a:defRPr sz="2000">
                <a:solidFill>
                  <a:schemeClr val="bg1"/>
                </a:solidFill>
                <a:latin typeface="+mj-lt"/>
                <a:ea typeface="+mj-lt"/>
                <a:cs typeface="+mj-lt"/>
              </a:defRPr>
            </a:lvl9pPr>
          </a:lstStyle>
          <a:p xmlns:a="http://schemas.openxmlformats.org/drawingml/2006/main">
            <a:pPr lvl="0">
              <a:buNone/>
            </a:pPr>
            <a:r>
              <a:t>Optionale </a:t>
            </a:r>
            <a:r>
              <a:t>Subline</a:t>
            </a:r>
            <a:r>
              <a:t> hinzufügen</a:t>
            </a:r>
          </a:p>
        </p:txBody>
      </p:sp>
      <p:sp>
        <p:nvSpPr>
          <p:cNvPr id="6" name="Inhaltsplatzhalter 5">
            <a:extLst xmlns:a="http://schemas.openxmlformats.org/drawingml/2006/main">
              <a:ext uri="{FF2B5EF4-FFF2-40B4-BE49-F238E27FC236}">
                <a16:creationId xmlns:a16="http://schemas.microsoft.com/office/drawing/2014/main" id="{66D1796E-06C8-B034-6D3C-5E5EDE273908}"/>
              </a:ext>
            </a:extLst>
          </p:cNvPr>
          <p:cNvSpPr>
            <a:spLocks xmlns:a="http://schemas.openxmlformats.org/drawingml/2006/main" noGrp="1"/>
          </p:cNvSpPr>
          <p:nvPr>
            <p:ph idx="30"/>
          </p:nvPr>
        </p:nvSpPr>
        <p:spPr>
          <a:xfrm xmlns:a="http://schemas.openxmlformats.org/drawingml/2006/main">
            <a:off x="8184058" y="2205320"/>
            <a:ext cx="3384550" cy="4104000"/>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endParaRPr/>
          </a:p>
        </p:txBody>
      </p:sp>
      <p:sp>
        <p:nvSpPr>
          <p:cNvPr id="7" name="Foliennummernplatzhalter 6">
            <a:extLst xmlns:a="http://schemas.openxmlformats.org/drawingml/2006/main">
              <a:ext uri="{FF2B5EF4-FFF2-40B4-BE49-F238E27FC236}">
                <a16:creationId xmlns:a16="http://schemas.microsoft.com/office/drawing/2014/main" id="{AD150D34-E9B2-B325-71DC-8502C465E9AE}"/>
              </a:ext>
            </a:extLst>
          </p:cNvPr>
          <p:cNvSpPr>
            <a:spLocks xmlns:a="http://schemas.openxmlformats.org/drawingml/2006/main" noGrp="1"/>
          </p:cNvSpPr>
          <p:nvPr>
            <p:ph type="sldNum" idx="32"/>
          </p:nvPr>
        </p:nvSpPr>
        <p:spPr/>
        <p:txBody>
          <a:bodyPr xmlns:a="http://schemas.openxmlformats.org/drawingml/2006/main"/>
          <a:lstStyle xmlns:a="http://schemas.openxmlformats.org/drawingml/2006/main"/>
          <a:p xmlns:a="http://schemas.openxmlformats.org/drawingml/2006/main">
            <a:r>
              <a:t>Seite </a:t>
            </a:r>
            <a:fld id="{DC907883-A228-4E41-A7BF-33DDF6A01B2A}" type="slidenum">
              <a:t>‹Nr.›</a:t>
            </a:fld>
            <a:endParaRPr/>
          </a:p>
        </p:txBody>
      </p:sp>
      <p:sp>
        <p:nvSpPr>
          <p:cNvPr id="3" name="Datumsplatzhalter 2">
            <a:extLst xmlns:a="http://schemas.openxmlformats.org/drawingml/2006/main">
              <a:ext uri="{FF2B5EF4-FFF2-40B4-BE49-F238E27FC236}">
                <a16:creationId xmlns:a16="http://schemas.microsoft.com/office/drawing/2014/main" id="{E1D715DC-FF6B-F0D0-ECB0-7CDF193A053E}"/>
              </a:ext>
            </a:extLst>
          </p:cNvPr>
          <p:cNvSpPr>
            <a:spLocks xmlns:a="http://schemas.openxmlformats.org/drawingml/2006/main" noGrp="1"/>
          </p:cNvSpPr>
          <p:nvPr>
            <p:ph type="dt" idx="33"/>
          </p:nvPr>
        </p:nvSpPr>
        <p:spPr/>
        <p:txBody>
          <a:bodyPr xmlns:a="http://schemas.openxmlformats.org/drawingml/2006/main"/>
          <a:lstStyle xmlns:a="http://schemas.openxmlformats.org/drawingml/2006/main"/>
          <a:p xmlns:a="http://schemas.openxmlformats.org/drawingml/2006/main">
            <a:r>
              <a:t>Intern, TT.MM.JJJJ</a:t>
            </a:r>
            <a:endParaRPr sz="800"/>
          </a:p>
        </p:txBody>
      </p:sp>
    </p:spTree>
  </p:cSld>
</p:sldLayout>
</file>

<file path=ppt/slideLayouts/slideLayout17.xml><?xml version="1.0" encoding="utf-8"?>
<p:sldLayout xmlns:p="http://schemas.openxmlformats.org/presentationml/2006/main" preserve="1" userDrawn="1">
  <p:cSld name="Bild rechts und Inhalt">
    <p:spTree>
      <p:nvGrpSpPr>
        <p:cNvPr id="1" name=""/>
        <p:cNvGrpSpPr/>
        <p:nvPr/>
      </p:nvGrpSpPr>
      <p:grpSpPr>
        <a:xfrm xmlns:a="http://schemas.openxmlformats.org/drawingml/2006/main"/>
      </p:grpSpPr>
      <p:sp>
        <p:nvSpPr>
          <p:cNvPr id="8" name="Textfeld 7">
            <a:extLst xmlns:a="http://schemas.openxmlformats.org/drawingml/2006/main">
              <a:ext uri="{FF2B5EF4-FFF2-40B4-BE49-F238E27FC236}">
                <a16:creationId xmlns:a16="http://schemas.microsoft.com/office/drawing/2014/main" id="{418BB640-0AC8-728D-A225-4786C533CD1F}"/>
              </a:ext>
            </a:extLst>
          </p:cNvPr>
          <p:cNvSpPr>
            <a:spLocks xmlns:a="http://schemas.openxmlformats.org/drawingml/2006/main" noGrp="1"/>
          </p:cNvSpPr>
          <p:nvPr/>
        </p:nvSpPr>
        <p:spPr>
          <a:xfrm xmlns:a="http://schemas.openxmlformats.org/drawingml/2006/main" rot="16200000" flipH="1" flipV="1">
            <a:off x="-2964522" y="3224871"/>
            <a:ext cx="6048378" cy="119334"/>
          </a:xfrm>
          <a:custGeom xmlns:a="http://schemas.openxmlformats.org/drawingml/2006/main">
            <a:gdLst>
              <a:gd name="connsiteX0" fmla="*/ 0 w 6048378"/>
              <a:gd name="connsiteY0" fmla="*/ 118800 h 119334"/>
              <a:gd name="connsiteX1" fmla="*/ 118800 w 6048378"/>
              <a:gd name="connsiteY1" fmla="*/ 0 h 119334"/>
              <a:gd name="connsiteX2" fmla="*/ 5929578 w 6048378"/>
              <a:gd name="connsiteY2" fmla="*/ 0 h 119334"/>
              <a:gd name="connsiteX3" fmla="*/ 6048378 w 6048378"/>
              <a:gd name="connsiteY3" fmla="*/ 118800 h 119334"/>
              <a:gd name="connsiteX4" fmla="*/ 6048270 w 6048378"/>
              <a:gd name="connsiteY4" fmla="*/ 119334 h 119334"/>
              <a:gd name="connsiteX5" fmla="*/ 108 w 6048378"/>
              <a:gd name="connsiteY5" fmla="*/ 119334 h 119334"/>
            </a:gdLst>
            <a:rect l="l" t="t" r="r" b="b"/>
            <a:pathLst>
              <a:path w="6048378" h="119334">
                <a:moveTo>
                  <a:pt x="0" y="118800"/>
                </a:moveTo>
                <a:cubicBezTo>
                  <a:pt x="0" y="53189"/>
                  <a:pt x="53189" y="0"/>
                  <a:pt x="118800" y="0"/>
                </a:cubicBezTo>
                <a:lnTo>
                  <a:pt x="5929578" y="0"/>
                </a:lnTo>
                <a:cubicBezTo>
                  <a:pt x="5995189" y="0"/>
                  <a:pt x="6048378" y="53189"/>
                  <a:pt x="6048378" y="118800"/>
                </a:cubicBezTo>
                <a:lnTo>
                  <a:pt x="6048270" y="119334"/>
                </a:lnTo>
                <a:lnTo>
                  <a:pt x="108" y="119334"/>
                </a:lnTo>
                <a:close/>
              </a:path>
            </a:pathLst>
          </a:custGeom>
          <a:gradFill xmlns:a="http://schemas.openxmlformats.org/drawingml/2006/main">
            <a:gsLst>
              <a:gs pos="10000">
                <a:srgbClr val="9B348E"/>
              </a:gs>
              <a:gs pos="33000">
                <a:schemeClr val="bg2"/>
              </a:gs>
            </a:gsLst>
            <a:lin ang="12600000" scaled="0"/>
          </a:gradFill>
          <a:ln xmlns:a="http://schemas.openxmlformats.org/drawingml/2006/main">
            <a:no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4" name="Bildplatzhalter">
            <a:extLst xmlns:a="http://schemas.openxmlformats.org/drawingml/2006/main">
              <a:ext uri="{FF2B5EF4-FFF2-40B4-BE49-F238E27FC236}">
                <a16:creationId xmlns:a16="http://schemas.microsoft.com/office/drawing/2014/main" id="{62C6EDF2-45D2-492C-53A2-5BA9260C17C1}"/>
              </a:ext>
            </a:extLst>
          </p:cNvPr>
          <p:cNvSpPr>
            <a:spLocks xmlns:a="http://schemas.openxmlformats.org/drawingml/2006/main" noGrp="1"/>
          </p:cNvSpPr>
          <p:nvPr>
            <p:ph type="pic" idx="32"/>
          </p:nvPr>
        </p:nvSpPr>
        <p:spPr>
          <a:xfrm xmlns:a="http://schemas.openxmlformats.org/drawingml/2006/main">
            <a:off x="7249200" y="979200"/>
            <a:ext cx="4942800" cy="5878800"/>
          </a:xfrm>
          <a:custGeom xmlns:a="http://schemas.openxmlformats.org/drawingml/2006/main">
            <a:gdLst>
              <a:gd name="connsiteX0" fmla="*/ 920646 w 4942800"/>
              <a:gd name="connsiteY0" fmla="*/ 0 h 5878800"/>
              <a:gd name="connsiteX1" fmla="*/ 4942800 w 4942800"/>
              <a:gd name="connsiteY1" fmla="*/ 0 h 5878800"/>
              <a:gd name="connsiteX2" fmla="*/ 4942800 w 4942800"/>
              <a:gd name="connsiteY2" fmla="*/ 5878800 h 5878800"/>
              <a:gd name="connsiteX3" fmla="*/ 0 w 4942800"/>
              <a:gd name="connsiteY3" fmla="*/ 5878800 h 5878800"/>
              <a:gd name="connsiteX4" fmla="*/ 0 w 4942800"/>
              <a:gd name="connsiteY4" fmla="*/ 920646 h 5878800"/>
              <a:gd name="connsiteX5" fmla="*/ 920646 w 4942800"/>
              <a:gd name="connsiteY5" fmla="*/ 0 h 5878800"/>
            </a:gdLst>
            <a:rect l="l" t="t" r="r" b="b"/>
            <a:pathLst>
              <a:path w="4942800" h="5878800">
                <a:moveTo>
                  <a:pt x="920646" y="0"/>
                </a:moveTo>
                <a:lnTo>
                  <a:pt x="4942800" y="0"/>
                </a:lnTo>
                <a:lnTo>
                  <a:pt x="4942800" y="5878800"/>
                </a:lnTo>
                <a:lnTo>
                  <a:pt x="0" y="5878800"/>
                </a:lnTo>
                <a:lnTo>
                  <a:pt x="0" y="920646"/>
                </a:lnTo>
                <a:cubicBezTo>
                  <a:pt x="0" y="412187"/>
                  <a:pt x="412187" y="0"/>
                  <a:pt x="920646" y="0"/>
                </a:cubicBezTo>
                <a:close/>
              </a:path>
            </a:pathLst>
          </a:custGeom>
          <a:solidFill xmlns:a="http://schemas.openxmlformats.org/drawingml/2006/main">
            <a:srgbClr val="DDE0E3"/>
          </a:solidFill>
        </p:spPr>
        <p:txBody>
          <a:bodyPr xmlns:a="http://schemas.openxmlformats.org/drawingml/2006/main" wrap="square">
            <a:noAutofit/>
          </a:bodyPr>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9" name="Topline">
            <a:extLst xmlns:a="http://schemas.openxmlformats.org/drawingml/2006/main">
              <a:ext uri="{FF2B5EF4-FFF2-40B4-BE49-F238E27FC236}">
                <a16:creationId xmlns:a16="http://schemas.microsoft.com/office/drawing/2014/main" id="{A368F05E-AA87-2C42-5067-6EADF11D89DF}"/>
              </a:ext>
            </a:extLst>
          </p:cNvPr>
          <p:cNvSpPr>
            <a:spLocks xmlns:a="http://schemas.openxmlformats.org/drawingml/2006/main" noGrp="1"/>
          </p:cNvSpPr>
          <p:nvPr>
            <p:ph type="body" idx="26" hasCustomPrompt="1"/>
          </p:nvPr>
        </p:nvSpPr>
        <p:spPr>
          <a:xfrm xmlns:a="http://schemas.openxmlformats.org/drawingml/2006/main">
            <a:off x="695401" y="548680"/>
            <a:ext cx="10296000" cy="288000"/>
          </a:xfrm>
        </p:spPr>
        <p:txBody>
          <a:bodyPr xmlns:a="http://schemas.openxmlformats.org/drawingml/2006/main" anchor="b"/>
          <a:lstStyle xmlns:a="http://schemas.openxmlformats.org/drawingml/2006/main">
            <a:lvl1pPr marL="0" indent="0">
              <a:spcAft>
                <a:spcPts val="0"/>
              </a:spcAft>
              <a:buFontTx/>
              <a:buNone/>
              <a:defRPr sz="1400">
                <a:solidFill>
                  <a:schemeClr val="bg2"/>
                </a:solidFill>
                <a:latin typeface="+mn-lt"/>
                <a:ea typeface="+mn-lt"/>
                <a:cs typeface="+mn-lt"/>
              </a:defRPr>
            </a:lvl1pPr>
            <a:lvl2pPr marL="0" indent="0">
              <a:spcAft>
                <a:spcPts val="0"/>
              </a:spcAft>
              <a:buFontTx/>
              <a:buNone/>
              <a:defRPr sz="1400">
                <a:solidFill>
                  <a:schemeClr val="bg2"/>
                </a:solidFill>
                <a:latin typeface="+mn-lt"/>
                <a:ea typeface="+mn-lt"/>
                <a:cs typeface="+mn-lt"/>
              </a:defRPr>
            </a:lvl2pPr>
            <a:lvl3pPr marL="0" indent="0">
              <a:spcAft>
                <a:spcPts val="0"/>
              </a:spcAft>
              <a:buFontTx/>
              <a:buNone/>
              <a:defRPr sz="1400">
                <a:solidFill>
                  <a:schemeClr val="bg2"/>
                </a:solidFill>
                <a:latin typeface="+mn-lt"/>
                <a:ea typeface="+mn-lt"/>
                <a:cs typeface="+mn-lt"/>
              </a:defRPr>
            </a:lvl3pPr>
            <a:lvl4pPr marL="0" indent="0">
              <a:spcAft>
                <a:spcPts val="0"/>
              </a:spcAft>
              <a:buFontTx/>
              <a:buNone/>
              <a:defRPr sz="1400">
                <a:solidFill>
                  <a:schemeClr val="bg2"/>
                </a:solidFill>
                <a:latin typeface="+mn-lt"/>
                <a:ea typeface="+mn-lt"/>
                <a:cs typeface="+mn-lt"/>
              </a:defRPr>
            </a:lvl4pPr>
            <a:lvl5pPr marL="0" indent="0">
              <a:spcAft>
                <a:spcPts val="0"/>
              </a:spcAft>
              <a:buFontTx/>
              <a:buNone/>
              <a:defRPr sz="1400">
                <a:solidFill>
                  <a:schemeClr val="bg2"/>
                </a:solidFill>
                <a:latin typeface="+mn-lt"/>
                <a:ea typeface="+mn-lt"/>
                <a:cs typeface="+mn-lt"/>
              </a:defRPr>
            </a:lvl5pPr>
            <a:lvl6pPr marL="0" indent="0">
              <a:spcAft>
                <a:spcPts val="0"/>
              </a:spcAft>
              <a:buFontTx/>
              <a:buNone/>
              <a:defRPr sz="1400">
                <a:solidFill>
                  <a:schemeClr val="bg2"/>
                </a:solidFill>
                <a:latin typeface="+mn-lt"/>
                <a:ea typeface="+mn-lt"/>
                <a:cs typeface="+mn-lt"/>
              </a:defRPr>
            </a:lvl6pPr>
            <a:lvl7pPr marL="0" indent="0">
              <a:spcAft>
                <a:spcPts val="0"/>
              </a:spcAft>
              <a:buFontTx/>
              <a:buNone/>
              <a:defRPr sz="1400">
                <a:solidFill>
                  <a:schemeClr val="bg2"/>
                </a:solidFill>
                <a:latin typeface="+mn-lt"/>
                <a:ea typeface="+mn-lt"/>
                <a:cs typeface="+mn-lt"/>
              </a:defRPr>
            </a:lvl7pPr>
            <a:lvl8pPr marL="0" indent="0">
              <a:spcAft>
                <a:spcPts val="0"/>
              </a:spcAft>
              <a:buFontTx/>
              <a:buNone/>
              <a:defRPr sz="1400">
                <a:solidFill>
                  <a:schemeClr val="bg2"/>
                </a:solidFill>
                <a:latin typeface="+mn-lt"/>
                <a:ea typeface="+mn-lt"/>
                <a:cs typeface="+mn-lt"/>
              </a:defRPr>
            </a:lvl8pPr>
            <a:lvl9pPr marL="0" indent="0">
              <a:spcAft>
                <a:spcPts val="0"/>
              </a:spcAft>
              <a:buFontTx/>
              <a:buNone/>
              <a:defRPr sz="1400">
                <a:solidFill>
                  <a:schemeClr val="bg2"/>
                </a:solidFill>
                <a:latin typeface="+mn-lt"/>
                <a:ea typeface="+mn-lt"/>
                <a:cs typeface="+mn-lt"/>
              </a:defRPr>
            </a:lvl9pPr>
          </a:lstStyle>
          <a:p xmlns:a="http://schemas.openxmlformats.org/drawingml/2006/main">
            <a:pPr lvl="0">
              <a:buNone/>
            </a:pPr>
            <a:r>
              <a:t>Optionale </a:t>
            </a:r>
            <a:r>
              <a:t>Topline</a:t>
            </a:r>
            <a:r>
              <a:t> hinzufügen</a:t>
            </a:r>
          </a:p>
        </p:txBody>
      </p:sp>
      <p:sp>
        <p:nvSpPr>
          <p:cNvPr id="3" name="Titel 2">
            <a:extLst xmlns:a="http://schemas.openxmlformats.org/drawingml/2006/main">
              <a:ext uri="{FF2B5EF4-FFF2-40B4-BE49-F238E27FC236}">
                <a16:creationId xmlns:a16="http://schemas.microsoft.com/office/drawing/2014/main" id="{DD97BBC6-5B8B-0978-EE9F-469CC55B3CA0}"/>
              </a:ext>
            </a:extLst>
          </p:cNvPr>
          <p:cNvSpPr>
            <a:spLocks xmlns:a="http://schemas.openxmlformats.org/drawingml/2006/main" noGrp="1"/>
          </p:cNvSpPr>
          <p:nvPr>
            <p:ph type="title" idx="0"/>
          </p:nvPr>
        </p:nvSpPr>
        <p:spPr>
          <a:xfrm xmlns:a="http://schemas.openxmlformats.org/drawingml/2006/main">
            <a:off x="695325" y="908720"/>
            <a:ext cx="6192838" cy="576000"/>
          </a:xfrm>
        </p:spPr>
        <p:txBody>
          <a:bodyPr xmlns:a="http://schemas.openxmlformats.org/drawingml/2006/main" bIns="0"/>
          <a:lstStyle xmlns:a="http://schemas.openxmlformats.org/drawingml/2006/main">
            <a:lvl1pPr>
              <a:lnSpc>
                <a:spcPct val="95000"/>
              </a:lnSpc>
              <a:buNone/>
              <a:tabLst>
                <a:tab pos="8061325" algn="r"/>
              </a:tabLst>
              <a:defRPr/>
            </a:lvl1pPr>
          </a:lstStyle>
          <a:p xmlns:a="http://schemas.openxmlformats.org/drawingml/2006/main">
            <a:r>
              <a:t>Mastertitelformat bearbeiten</a:t>
            </a:r>
            <a:endParaRPr/>
          </a:p>
        </p:txBody>
      </p:sp>
      <p:sp>
        <p:nvSpPr>
          <p:cNvPr id="10" name="Subline">
            <a:extLst xmlns:a="http://schemas.openxmlformats.org/drawingml/2006/main">
              <a:ext uri="{FF2B5EF4-FFF2-40B4-BE49-F238E27FC236}">
                <a16:creationId xmlns:a16="http://schemas.microsoft.com/office/drawing/2014/main" id="{E4D47092-765D-6561-AD03-5FB0453B8AAE}"/>
              </a:ext>
            </a:extLst>
          </p:cNvPr>
          <p:cNvSpPr>
            <a:spLocks xmlns:a="http://schemas.openxmlformats.org/drawingml/2006/main" noGrp="1"/>
          </p:cNvSpPr>
          <p:nvPr>
            <p:ph type="body" idx="27" hasCustomPrompt="1"/>
          </p:nvPr>
        </p:nvSpPr>
        <p:spPr>
          <a:xfrm xmlns:a="http://schemas.openxmlformats.org/drawingml/2006/main">
            <a:off x="695401" y="1484784"/>
            <a:ext cx="6192795" cy="504000"/>
          </a:xfrm>
        </p:spPr>
        <p:txBody>
          <a:bodyPr xmlns:a="http://schemas.openxmlformats.org/drawingml/2006/main" anchor="t"/>
          <a:lstStyle xmlns:a="http://schemas.openxmlformats.org/drawingml/2006/main">
            <a:lvl1pPr marL="0" indent="0">
              <a:spcAft>
                <a:spcPts val="0"/>
              </a:spcAft>
              <a:buFontTx/>
              <a:buNone/>
              <a:defRPr sz="2000">
                <a:solidFill>
                  <a:schemeClr val="bg2"/>
                </a:solidFill>
                <a:latin typeface="+mj-lt"/>
                <a:ea typeface="+mj-lt"/>
                <a:cs typeface="+mj-lt"/>
              </a:defRPr>
            </a:lvl1pPr>
            <a:lvl2pPr marL="0" indent="0">
              <a:spcAft>
                <a:spcPts val="0"/>
              </a:spcAft>
              <a:buFontTx/>
              <a:buNone/>
              <a:defRPr sz="2000">
                <a:solidFill>
                  <a:schemeClr val="bg2"/>
                </a:solidFill>
                <a:latin typeface="+mj-lt"/>
                <a:ea typeface="+mj-lt"/>
                <a:cs typeface="+mj-lt"/>
              </a:defRPr>
            </a:lvl2pPr>
            <a:lvl3pPr marL="0" indent="0">
              <a:spcAft>
                <a:spcPts val="0"/>
              </a:spcAft>
              <a:buFontTx/>
              <a:buNone/>
              <a:defRPr sz="2000">
                <a:solidFill>
                  <a:schemeClr val="bg2"/>
                </a:solidFill>
                <a:latin typeface="+mj-lt"/>
                <a:ea typeface="+mj-lt"/>
                <a:cs typeface="+mj-lt"/>
              </a:defRPr>
            </a:lvl3pPr>
            <a:lvl4pPr marL="0" indent="0">
              <a:spcAft>
                <a:spcPts val="0"/>
              </a:spcAft>
              <a:buFontTx/>
              <a:buNone/>
              <a:defRPr sz="2000">
                <a:solidFill>
                  <a:schemeClr val="bg2"/>
                </a:solidFill>
                <a:latin typeface="+mj-lt"/>
                <a:ea typeface="+mj-lt"/>
                <a:cs typeface="+mj-lt"/>
              </a:defRPr>
            </a:lvl4pPr>
            <a:lvl5pPr marL="0" indent="0">
              <a:spcAft>
                <a:spcPts val="0"/>
              </a:spcAft>
              <a:buFontTx/>
              <a:buNone/>
              <a:defRPr sz="2000">
                <a:solidFill>
                  <a:schemeClr val="bg2"/>
                </a:solidFill>
                <a:latin typeface="+mj-lt"/>
                <a:ea typeface="+mj-lt"/>
                <a:cs typeface="+mj-lt"/>
              </a:defRPr>
            </a:lvl5pPr>
            <a:lvl6pPr marL="0" indent="0">
              <a:spcAft>
                <a:spcPts val="0"/>
              </a:spcAft>
              <a:buFontTx/>
              <a:buNone/>
              <a:defRPr sz="2000">
                <a:solidFill>
                  <a:schemeClr val="bg2"/>
                </a:solidFill>
                <a:latin typeface="+mj-lt"/>
                <a:ea typeface="+mj-lt"/>
                <a:cs typeface="+mj-lt"/>
              </a:defRPr>
            </a:lvl6pPr>
            <a:lvl7pPr marL="0" indent="0">
              <a:spcAft>
                <a:spcPts val="0"/>
              </a:spcAft>
              <a:buFontTx/>
              <a:buNone/>
              <a:defRPr sz="2000">
                <a:solidFill>
                  <a:schemeClr val="bg2"/>
                </a:solidFill>
                <a:latin typeface="+mj-lt"/>
                <a:ea typeface="+mj-lt"/>
                <a:cs typeface="+mj-lt"/>
              </a:defRPr>
            </a:lvl7pPr>
            <a:lvl8pPr marL="0" indent="0">
              <a:spcAft>
                <a:spcPts val="0"/>
              </a:spcAft>
              <a:buFontTx/>
              <a:buNone/>
              <a:defRPr sz="2000">
                <a:solidFill>
                  <a:schemeClr val="bg2"/>
                </a:solidFill>
                <a:latin typeface="+mj-lt"/>
                <a:ea typeface="+mj-lt"/>
                <a:cs typeface="+mj-lt"/>
              </a:defRPr>
            </a:lvl8pPr>
            <a:lvl9pPr marL="0" indent="0">
              <a:spcAft>
                <a:spcPts val="0"/>
              </a:spcAft>
              <a:buFontTx/>
              <a:buNone/>
              <a:defRPr sz="2000">
                <a:solidFill>
                  <a:schemeClr val="bg2"/>
                </a:solidFill>
                <a:latin typeface="+mj-lt"/>
                <a:ea typeface="+mj-lt"/>
                <a:cs typeface="+mj-lt"/>
              </a:defRPr>
            </a:lvl9pPr>
          </a:lstStyle>
          <a:p xmlns:a="http://schemas.openxmlformats.org/drawingml/2006/main">
            <a:pPr lvl="0">
              <a:buNone/>
            </a:pPr>
            <a:r>
              <a:t>Optionale </a:t>
            </a:r>
            <a:r>
              <a:t>Subline</a:t>
            </a:r>
            <a:r>
              <a:t> hinzufügen</a:t>
            </a:r>
          </a:p>
        </p:txBody>
      </p:sp>
      <p:sp>
        <p:nvSpPr>
          <p:cNvPr id="18" name="Inhaltsplatzhalter 16">
            <a:extLst xmlns:a="http://schemas.openxmlformats.org/drawingml/2006/main">
              <a:ext uri="{FF2B5EF4-FFF2-40B4-BE49-F238E27FC236}">
                <a16:creationId xmlns:a16="http://schemas.microsoft.com/office/drawing/2014/main" id="{835F97C9-1A71-4B7B-B0FD-2161E9E9E0B2}"/>
              </a:ext>
            </a:extLst>
          </p:cNvPr>
          <p:cNvSpPr>
            <a:spLocks xmlns:a="http://schemas.openxmlformats.org/drawingml/2006/main" noGrp="1"/>
          </p:cNvSpPr>
          <p:nvPr>
            <p:ph idx="20"/>
          </p:nvPr>
        </p:nvSpPr>
        <p:spPr>
          <a:xfrm xmlns:a="http://schemas.openxmlformats.org/drawingml/2006/main">
            <a:off x="695325" y="2205038"/>
            <a:ext cx="6192838" cy="4103687"/>
          </a:xfrm>
        </p:spPr>
        <p:txBody>
          <a:bodyPr xmlns:a="http://schemas.openxmlformats.org/drawingml/2006/main"/>
          <a:lstStyle xmlns:a="http://schemas.openxmlformats.org/drawingml/2006/main">
            <a:lvl1pPr>
              <a:buNone/>
              <a:defRPr/>
            </a:lvl1pPr>
          </a:lstStyle>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endParaRPr/>
          </a:p>
        </p:txBody>
      </p:sp>
      <p:sp>
        <p:nvSpPr>
          <p:cNvPr id="5" name="Datumsplatzhalter 4">
            <a:extLst xmlns:a="http://schemas.openxmlformats.org/drawingml/2006/main">
              <a:ext uri="{FF2B5EF4-FFF2-40B4-BE49-F238E27FC236}">
                <a16:creationId xmlns:a16="http://schemas.microsoft.com/office/drawing/2014/main" id="{5C2D5E70-D71A-4ADE-A05F-9C420D51BA50}"/>
              </a:ext>
            </a:extLst>
          </p:cNvPr>
          <p:cNvSpPr>
            <a:spLocks xmlns:a="http://schemas.openxmlformats.org/drawingml/2006/main" noGrp="1"/>
          </p:cNvSpPr>
          <p:nvPr>
            <p:ph type="dt" idx="33"/>
          </p:nvPr>
        </p:nvSpPr>
        <p:spPr/>
        <p:txBody>
          <a:bodyPr xmlns:a="http://schemas.openxmlformats.org/drawingml/2006/main"/>
          <a:lstStyle xmlns:a="http://schemas.openxmlformats.org/drawingml/2006/main"/>
          <a:p xmlns:a="http://schemas.openxmlformats.org/drawingml/2006/main">
            <a:r>
              <a:t>Intern, TT.MM.JJJJ</a:t>
            </a:r>
            <a:endParaRPr sz="800"/>
          </a:p>
        </p:txBody>
      </p:sp>
      <p:sp>
        <p:nvSpPr>
          <p:cNvPr id="7" name="Foliennummernplatzhalter 6">
            <a:extLst xmlns:a="http://schemas.openxmlformats.org/drawingml/2006/main">
              <a:ext uri="{FF2B5EF4-FFF2-40B4-BE49-F238E27FC236}">
                <a16:creationId xmlns:a16="http://schemas.microsoft.com/office/drawing/2014/main" id="{8428835D-2F50-3D2A-1EDE-F2F3573782D0}"/>
              </a:ext>
            </a:extLst>
          </p:cNvPr>
          <p:cNvSpPr>
            <a:spLocks xmlns:a="http://schemas.openxmlformats.org/drawingml/2006/main" noGrp="1"/>
          </p:cNvSpPr>
          <p:nvPr>
            <p:ph type="sldNum" idx="35"/>
          </p:nvPr>
        </p:nvSpPr>
        <p:spPr/>
        <p:txBody>
          <a:bodyPr xmlns:a="http://schemas.openxmlformats.org/drawingml/2006/main"/>
          <a:lstStyle xmlns:a="http://schemas.openxmlformats.org/drawingml/2006/main"/>
          <a:p xmlns:a="http://schemas.openxmlformats.org/drawingml/2006/main">
            <a:r>
              <a:t>Seite </a:t>
            </a:r>
            <a:fld id="{DC907883-A228-4E41-A7BF-33DDF6A01B2A}" type="slidenum">
              <a:t>‹Nr.›</a:t>
            </a:fld>
            <a:endParaRPr/>
          </a:p>
        </p:txBody>
      </p:sp>
    </p:spTree>
  </p:cSld>
</p:sldLayout>
</file>

<file path=ppt/slideLayouts/slideLayout18.xml><?xml version="1.0" encoding="utf-8"?>
<p:sldLayout xmlns:p="http://schemas.openxmlformats.org/presentationml/2006/main" preserve="1" userDrawn="1">
  <p:cSld name="Inhalt und Mockup Smartphone">
    <p:spTree>
      <p:nvGrpSpPr>
        <p:cNvPr id="1" name=""/>
        <p:cNvGrpSpPr/>
        <p:nvPr/>
      </p:nvGrpSpPr>
      <p:grpSpPr>
        <a:xfrm xmlns:a="http://schemas.openxmlformats.org/drawingml/2006/main"/>
      </p:grpSpPr>
      <p:sp>
        <p:nvSpPr>
          <p:cNvPr id="4" name="Freihandform: Form 3">
            <a:extLst xmlns:a="http://schemas.openxmlformats.org/drawingml/2006/main">
              <a:ext uri="{FF2B5EF4-FFF2-40B4-BE49-F238E27FC236}">
                <a16:creationId xmlns:a16="http://schemas.microsoft.com/office/drawing/2014/main" id="{C913385A-FF6E-667D-75BA-31F3E66AFF35}"/>
              </a:ext>
            </a:extLst>
          </p:cNvPr>
          <p:cNvSpPr>
            <a:spLocks xmlns:a="http://schemas.openxmlformats.org/drawingml/2006/main" noGrp="1"/>
          </p:cNvSpPr>
          <p:nvPr/>
        </p:nvSpPr>
        <p:spPr>
          <a:xfrm xmlns:a="http://schemas.openxmlformats.org/drawingml/2006/main">
            <a:off x="7249200" y="979200"/>
            <a:ext cx="4942800" cy="5878800"/>
          </a:xfrm>
          <a:custGeom xmlns:a="http://schemas.openxmlformats.org/drawingml/2006/main">
            <a:gdLst>
              <a:gd name="connsiteX0" fmla="*/ 920646 w 4942800"/>
              <a:gd name="connsiteY0" fmla="*/ 0 h 5878800"/>
              <a:gd name="connsiteX1" fmla="*/ 4942800 w 4942800"/>
              <a:gd name="connsiteY1" fmla="*/ 0 h 5878800"/>
              <a:gd name="connsiteX2" fmla="*/ 4942800 w 4942800"/>
              <a:gd name="connsiteY2" fmla="*/ 5878800 h 5878800"/>
              <a:gd name="connsiteX3" fmla="*/ 0 w 4942800"/>
              <a:gd name="connsiteY3" fmla="*/ 5878800 h 5878800"/>
              <a:gd name="connsiteX4" fmla="*/ 0 w 4942800"/>
              <a:gd name="connsiteY4" fmla="*/ 920646 h 5878800"/>
              <a:gd name="connsiteX5" fmla="*/ 920646 w 4942800"/>
              <a:gd name="connsiteY5" fmla="*/ 0 h 5878800"/>
            </a:gdLst>
            <a:rect l="l" t="t" r="r" b="b"/>
            <a:pathLst>
              <a:path w="4942800" h="5878800">
                <a:moveTo>
                  <a:pt x="920646" y="0"/>
                </a:moveTo>
                <a:lnTo>
                  <a:pt x="4942800" y="0"/>
                </a:lnTo>
                <a:lnTo>
                  <a:pt x="4942800" y="5878800"/>
                </a:lnTo>
                <a:lnTo>
                  <a:pt x="0" y="5878800"/>
                </a:lnTo>
                <a:lnTo>
                  <a:pt x="0" y="920646"/>
                </a:lnTo>
                <a:cubicBezTo>
                  <a:pt x="0" y="412187"/>
                  <a:pt x="412187" y="0"/>
                  <a:pt x="920646" y="0"/>
                </a:cubicBezTo>
                <a:close/>
              </a:path>
            </a:pathLst>
          </a:custGeom>
          <a:gradFill xmlns:a="http://schemas.openxmlformats.org/drawingml/2006/main">
            <a:gsLst>
              <a:gs pos="0">
                <a:srgbClr val="FFFFFF"/>
              </a:gs>
              <a:gs pos="93000">
                <a:srgbClr val="DDE0E3"/>
              </a:gs>
              <a:gs pos="33000">
                <a:srgbClr val="DDE0E3"/>
              </a:gs>
            </a:gsLst>
            <a:lin ang="8400000" scaled="0"/>
          </a:gra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spcBef>
                <a:spcPts val="300"/>
              </a:spcBef>
              <a:spcAft>
                <a:spcPts val="300"/>
              </a:spcAft>
              <a:buNone/>
            </a:pPr>
            <a:endParaRPr sz="2000">
              <a:solidFill>
                <a:schemeClr val="tx1"/>
              </a:solidFill>
            </a:endParaRPr>
          </a:p>
        </p:txBody>
      </p:sp>
      <p:sp>
        <p:nvSpPr>
          <p:cNvPr id="8" name="Textfeld 7">
            <a:extLst xmlns:a="http://schemas.openxmlformats.org/drawingml/2006/main">
              <a:ext uri="{FF2B5EF4-FFF2-40B4-BE49-F238E27FC236}">
                <a16:creationId xmlns:a16="http://schemas.microsoft.com/office/drawing/2014/main" id="{418BB640-0AC8-728D-A225-4786C533CD1F}"/>
              </a:ext>
            </a:extLst>
          </p:cNvPr>
          <p:cNvSpPr>
            <a:spLocks xmlns:a="http://schemas.openxmlformats.org/drawingml/2006/main" noGrp="1"/>
          </p:cNvSpPr>
          <p:nvPr/>
        </p:nvSpPr>
        <p:spPr>
          <a:xfrm xmlns:a="http://schemas.openxmlformats.org/drawingml/2006/main" rot="16200000" flipH="1" flipV="1">
            <a:off x="-2964522" y="3224871"/>
            <a:ext cx="6048378" cy="119334"/>
          </a:xfrm>
          <a:custGeom xmlns:a="http://schemas.openxmlformats.org/drawingml/2006/main">
            <a:gdLst>
              <a:gd name="connsiteX0" fmla="*/ 0 w 6048378"/>
              <a:gd name="connsiteY0" fmla="*/ 118800 h 119334"/>
              <a:gd name="connsiteX1" fmla="*/ 118800 w 6048378"/>
              <a:gd name="connsiteY1" fmla="*/ 0 h 119334"/>
              <a:gd name="connsiteX2" fmla="*/ 5929578 w 6048378"/>
              <a:gd name="connsiteY2" fmla="*/ 0 h 119334"/>
              <a:gd name="connsiteX3" fmla="*/ 6048378 w 6048378"/>
              <a:gd name="connsiteY3" fmla="*/ 118800 h 119334"/>
              <a:gd name="connsiteX4" fmla="*/ 6048270 w 6048378"/>
              <a:gd name="connsiteY4" fmla="*/ 119334 h 119334"/>
              <a:gd name="connsiteX5" fmla="*/ 108 w 6048378"/>
              <a:gd name="connsiteY5" fmla="*/ 119334 h 119334"/>
            </a:gdLst>
            <a:rect l="l" t="t" r="r" b="b"/>
            <a:pathLst>
              <a:path w="6048378" h="119334">
                <a:moveTo>
                  <a:pt x="0" y="118800"/>
                </a:moveTo>
                <a:cubicBezTo>
                  <a:pt x="0" y="53189"/>
                  <a:pt x="53189" y="0"/>
                  <a:pt x="118800" y="0"/>
                </a:cubicBezTo>
                <a:lnTo>
                  <a:pt x="5929578" y="0"/>
                </a:lnTo>
                <a:cubicBezTo>
                  <a:pt x="5995189" y="0"/>
                  <a:pt x="6048378" y="53189"/>
                  <a:pt x="6048378" y="118800"/>
                </a:cubicBezTo>
                <a:lnTo>
                  <a:pt x="6048270" y="119334"/>
                </a:lnTo>
                <a:lnTo>
                  <a:pt x="108" y="119334"/>
                </a:lnTo>
                <a:close/>
              </a:path>
            </a:pathLst>
          </a:custGeom>
          <a:gradFill xmlns:a="http://schemas.openxmlformats.org/drawingml/2006/main">
            <a:gsLst>
              <a:gs pos="10000">
                <a:srgbClr val="9B348E"/>
              </a:gs>
              <a:gs pos="33000">
                <a:schemeClr val="bg2"/>
              </a:gs>
            </a:gsLst>
            <a:lin ang="12600000" scaled="0"/>
          </a:gradFill>
          <a:ln xmlns:a="http://schemas.openxmlformats.org/drawingml/2006/main">
            <a:no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9" name="Topline">
            <a:extLst xmlns:a="http://schemas.openxmlformats.org/drawingml/2006/main">
              <a:ext uri="{FF2B5EF4-FFF2-40B4-BE49-F238E27FC236}">
                <a16:creationId xmlns:a16="http://schemas.microsoft.com/office/drawing/2014/main" id="{A368F05E-AA87-2C42-5067-6EADF11D89DF}"/>
              </a:ext>
            </a:extLst>
          </p:cNvPr>
          <p:cNvSpPr>
            <a:spLocks xmlns:a="http://schemas.openxmlformats.org/drawingml/2006/main" noGrp="1"/>
          </p:cNvSpPr>
          <p:nvPr>
            <p:ph type="body" idx="26" hasCustomPrompt="1"/>
          </p:nvPr>
        </p:nvSpPr>
        <p:spPr>
          <a:xfrm xmlns:a="http://schemas.openxmlformats.org/drawingml/2006/main">
            <a:off x="695401" y="548680"/>
            <a:ext cx="6192762" cy="288000"/>
          </a:xfrm>
        </p:spPr>
        <p:txBody>
          <a:bodyPr xmlns:a="http://schemas.openxmlformats.org/drawingml/2006/main" anchor="b"/>
          <a:lstStyle xmlns:a="http://schemas.openxmlformats.org/drawingml/2006/main">
            <a:lvl1pPr marL="0" indent="0">
              <a:spcAft>
                <a:spcPts val="0"/>
              </a:spcAft>
              <a:buFontTx/>
              <a:buNone/>
              <a:defRPr sz="1400">
                <a:solidFill>
                  <a:schemeClr val="bg2"/>
                </a:solidFill>
                <a:latin typeface="+mn-lt"/>
                <a:ea typeface="+mn-lt"/>
                <a:cs typeface="+mn-lt"/>
              </a:defRPr>
            </a:lvl1pPr>
            <a:lvl2pPr marL="0" indent="0">
              <a:spcAft>
                <a:spcPts val="0"/>
              </a:spcAft>
              <a:buFontTx/>
              <a:buNone/>
              <a:defRPr sz="1400">
                <a:solidFill>
                  <a:schemeClr val="bg2"/>
                </a:solidFill>
                <a:latin typeface="+mn-lt"/>
                <a:ea typeface="+mn-lt"/>
                <a:cs typeface="+mn-lt"/>
              </a:defRPr>
            </a:lvl2pPr>
            <a:lvl3pPr marL="0" indent="0">
              <a:spcAft>
                <a:spcPts val="0"/>
              </a:spcAft>
              <a:buFontTx/>
              <a:buNone/>
              <a:defRPr sz="1400">
                <a:solidFill>
                  <a:schemeClr val="bg2"/>
                </a:solidFill>
                <a:latin typeface="+mn-lt"/>
                <a:ea typeface="+mn-lt"/>
                <a:cs typeface="+mn-lt"/>
              </a:defRPr>
            </a:lvl3pPr>
            <a:lvl4pPr marL="0" indent="0">
              <a:spcAft>
                <a:spcPts val="0"/>
              </a:spcAft>
              <a:buFontTx/>
              <a:buNone/>
              <a:defRPr sz="1400">
                <a:solidFill>
                  <a:schemeClr val="bg2"/>
                </a:solidFill>
                <a:latin typeface="+mn-lt"/>
                <a:ea typeface="+mn-lt"/>
                <a:cs typeface="+mn-lt"/>
              </a:defRPr>
            </a:lvl4pPr>
            <a:lvl5pPr marL="0" indent="0">
              <a:spcAft>
                <a:spcPts val="0"/>
              </a:spcAft>
              <a:buFontTx/>
              <a:buNone/>
              <a:defRPr sz="1400">
                <a:solidFill>
                  <a:schemeClr val="bg2"/>
                </a:solidFill>
                <a:latin typeface="+mn-lt"/>
                <a:ea typeface="+mn-lt"/>
                <a:cs typeface="+mn-lt"/>
              </a:defRPr>
            </a:lvl5pPr>
            <a:lvl6pPr marL="0" indent="0">
              <a:spcAft>
                <a:spcPts val="0"/>
              </a:spcAft>
              <a:buFontTx/>
              <a:buNone/>
              <a:defRPr sz="1400">
                <a:solidFill>
                  <a:schemeClr val="bg2"/>
                </a:solidFill>
                <a:latin typeface="+mn-lt"/>
                <a:ea typeface="+mn-lt"/>
                <a:cs typeface="+mn-lt"/>
              </a:defRPr>
            </a:lvl6pPr>
            <a:lvl7pPr marL="0" indent="0">
              <a:spcAft>
                <a:spcPts val="0"/>
              </a:spcAft>
              <a:buFontTx/>
              <a:buNone/>
              <a:defRPr sz="1400">
                <a:solidFill>
                  <a:schemeClr val="bg2"/>
                </a:solidFill>
                <a:latin typeface="+mn-lt"/>
                <a:ea typeface="+mn-lt"/>
                <a:cs typeface="+mn-lt"/>
              </a:defRPr>
            </a:lvl7pPr>
            <a:lvl8pPr marL="0" indent="0">
              <a:spcAft>
                <a:spcPts val="0"/>
              </a:spcAft>
              <a:buFontTx/>
              <a:buNone/>
              <a:defRPr sz="1400">
                <a:solidFill>
                  <a:schemeClr val="bg2"/>
                </a:solidFill>
                <a:latin typeface="+mn-lt"/>
                <a:ea typeface="+mn-lt"/>
                <a:cs typeface="+mn-lt"/>
              </a:defRPr>
            </a:lvl8pPr>
            <a:lvl9pPr marL="0" indent="0">
              <a:spcAft>
                <a:spcPts val="0"/>
              </a:spcAft>
              <a:buFontTx/>
              <a:buNone/>
              <a:defRPr sz="1400">
                <a:solidFill>
                  <a:schemeClr val="bg2"/>
                </a:solidFill>
                <a:latin typeface="+mn-lt"/>
                <a:ea typeface="+mn-lt"/>
                <a:cs typeface="+mn-lt"/>
              </a:defRPr>
            </a:lvl9pPr>
          </a:lstStyle>
          <a:p xmlns:a="http://schemas.openxmlformats.org/drawingml/2006/main">
            <a:pPr lvl="0">
              <a:buNone/>
            </a:pPr>
            <a:r>
              <a:t>Optionale </a:t>
            </a:r>
            <a:r>
              <a:t>Topline</a:t>
            </a:r>
            <a:r>
              <a:t> hinzufügen</a:t>
            </a:r>
          </a:p>
        </p:txBody>
      </p:sp>
      <p:sp>
        <p:nvSpPr>
          <p:cNvPr id="3" name="Titel 2">
            <a:extLst xmlns:a="http://schemas.openxmlformats.org/drawingml/2006/main">
              <a:ext uri="{FF2B5EF4-FFF2-40B4-BE49-F238E27FC236}">
                <a16:creationId xmlns:a16="http://schemas.microsoft.com/office/drawing/2014/main" id="{DD97BBC6-5B8B-0978-EE9F-469CC55B3CA0}"/>
              </a:ext>
            </a:extLst>
          </p:cNvPr>
          <p:cNvSpPr>
            <a:spLocks xmlns:a="http://schemas.openxmlformats.org/drawingml/2006/main" noGrp="1"/>
          </p:cNvSpPr>
          <p:nvPr>
            <p:ph type="title" idx="0"/>
          </p:nvPr>
        </p:nvSpPr>
        <p:spPr>
          <a:xfrm xmlns:a="http://schemas.openxmlformats.org/drawingml/2006/main">
            <a:off x="695325" y="908720"/>
            <a:ext cx="6192838" cy="576000"/>
          </a:xfrm>
        </p:spPr>
        <p:txBody>
          <a:bodyPr xmlns:a="http://schemas.openxmlformats.org/drawingml/2006/main" bIns="0"/>
          <a:lstStyle xmlns:a="http://schemas.openxmlformats.org/drawingml/2006/main">
            <a:lvl1pPr>
              <a:lnSpc>
                <a:spcPct val="95000"/>
              </a:lnSpc>
              <a:buNone/>
              <a:defRPr/>
            </a:lvl1pPr>
          </a:lstStyle>
          <a:p xmlns:a="http://schemas.openxmlformats.org/drawingml/2006/main">
            <a:r>
              <a:t>Mastertitelformat bearbeiten</a:t>
            </a:r>
            <a:endParaRPr/>
          </a:p>
        </p:txBody>
      </p:sp>
      <p:sp>
        <p:nvSpPr>
          <p:cNvPr id="10" name="Subline">
            <a:extLst xmlns:a="http://schemas.openxmlformats.org/drawingml/2006/main">
              <a:ext uri="{FF2B5EF4-FFF2-40B4-BE49-F238E27FC236}">
                <a16:creationId xmlns:a16="http://schemas.microsoft.com/office/drawing/2014/main" id="{E4D47092-765D-6561-AD03-5FB0453B8AAE}"/>
              </a:ext>
            </a:extLst>
          </p:cNvPr>
          <p:cNvSpPr>
            <a:spLocks xmlns:a="http://schemas.openxmlformats.org/drawingml/2006/main" noGrp="1"/>
          </p:cNvSpPr>
          <p:nvPr>
            <p:ph type="body" idx="27" hasCustomPrompt="1"/>
          </p:nvPr>
        </p:nvSpPr>
        <p:spPr>
          <a:xfrm xmlns:a="http://schemas.openxmlformats.org/drawingml/2006/main">
            <a:off x="695401" y="1484784"/>
            <a:ext cx="6192795" cy="504000"/>
          </a:xfrm>
        </p:spPr>
        <p:txBody>
          <a:bodyPr xmlns:a="http://schemas.openxmlformats.org/drawingml/2006/main" anchor="t"/>
          <a:lstStyle xmlns:a="http://schemas.openxmlformats.org/drawingml/2006/main">
            <a:lvl1pPr marL="0" indent="0">
              <a:spcAft>
                <a:spcPts val="0"/>
              </a:spcAft>
              <a:buFontTx/>
              <a:buNone/>
              <a:defRPr sz="2000">
                <a:solidFill>
                  <a:schemeClr val="bg2"/>
                </a:solidFill>
                <a:latin typeface="+mj-lt"/>
                <a:ea typeface="+mj-lt"/>
                <a:cs typeface="+mj-lt"/>
              </a:defRPr>
            </a:lvl1pPr>
            <a:lvl2pPr marL="0" indent="0">
              <a:spcAft>
                <a:spcPts val="0"/>
              </a:spcAft>
              <a:buFontTx/>
              <a:buNone/>
              <a:defRPr sz="2000">
                <a:solidFill>
                  <a:schemeClr val="bg2"/>
                </a:solidFill>
                <a:latin typeface="+mj-lt"/>
                <a:ea typeface="+mj-lt"/>
                <a:cs typeface="+mj-lt"/>
              </a:defRPr>
            </a:lvl2pPr>
            <a:lvl3pPr marL="0" indent="0">
              <a:spcAft>
                <a:spcPts val="0"/>
              </a:spcAft>
              <a:buFontTx/>
              <a:buNone/>
              <a:defRPr sz="2000">
                <a:solidFill>
                  <a:schemeClr val="bg2"/>
                </a:solidFill>
                <a:latin typeface="+mj-lt"/>
                <a:ea typeface="+mj-lt"/>
                <a:cs typeface="+mj-lt"/>
              </a:defRPr>
            </a:lvl3pPr>
            <a:lvl4pPr marL="0" indent="0">
              <a:spcAft>
                <a:spcPts val="0"/>
              </a:spcAft>
              <a:buFontTx/>
              <a:buNone/>
              <a:defRPr sz="2000">
                <a:solidFill>
                  <a:schemeClr val="bg2"/>
                </a:solidFill>
                <a:latin typeface="+mj-lt"/>
                <a:ea typeface="+mj-lt"/>
                <a:cs typeface="+mj-lt"/>
              </a:defRPr>
            </a:lvl4pPr>
            <a:lvl5pPr marL="0" indent="0">
              <a:spcAft>
                <a:spcPts val="0"/>
              </a:spcAft>
              <a:buFontTx/>
              <a:buNone/>
              <a:defRPr sz="2000">
                <a:solidFill>
                  <a:schemeClr val="bg2"/>
                </a:solidFill>
                <a:latin typeface="+mj-lt"/>
                <a:ea typeface="+mj-lt"/>
                <a:cs typeface="+mj-lt"/>
              </a:defRPr>
            </a:lvl5pPr>
            <a:lvl6pPr marL="0" indent="0">
              <a:spcAft>
                <a:spcPts val="0"/>
              </a:spcAft>
              <a:buFontTx/>
              <a:buNone/>
              <a:defRPr sz="2000">
                <a:solidFill>
                  <a:schemeClr val="bg2"/>
                </a:solidFill>
                <a:latin typeface="+mj-lt"/>
                <a:ea typeface="+mj-lt"/>
                <a:cs typeface="+mj-lt"/>
              </a:defRPr>
            </a:lvl6pPr>
            <a:lvl7pPr marL="0" indent="0">
              <a:spcAft>
                <a:spcPts val="0"/>
              </a:spcAft>
              <a:buFontTx/>
              <a:buNone/>
              <a:defRPr sz="2000">
                <a:solidFill>
                  <a:schemeClr val="bg2"/>
                </a:solidFill>
                <a:latin typeface="+mj-lt"/>
                <a:ea typeface="+mj-lt"/>
                <a:cs typeface="+mj-lt"/>
              </a:defRPr>
            </a:lvl7pPr>
            <a:lvl8pPr marL="0" indent="0">
              <a:spcAft>
                <a:spcPts val="0"/>
              </a:spcAft>
              <a:buFontTx/>
              <a:buNone/>
              <a:defRPr sz="2000">
                <a:solidFill>
                  <a:schemeClr val="bg2"/>
                </a:solidFill>
                <a:latin typeface="+mj-lt"/>
                <a:ea typeface="+mj-lt"/>
                <a:cs typeface="+mj-lt"/>
              </a:defRPr>
            </a:lvl8pPr>
            <a:lvl9pPr marL="0" indent="0">
              <a:spcAft>
                <a:spcPts val="0"/>
              </a:spcAft>
              <a:buFontTx/>
              <a:buNone/>
              <a:defRPr sz="2000">
                <a:solidFill>
                  <a:schemeClr val="bg2"/>
                </a:solidFill>
                <a:latin typeface="+mj-lt"/>
                <a:ea typeface="+mj-lt"/>
                <a:cs typeface="+mj-lt"/>
              </a:defRPr>
            </a:lvl9pPr>
          </a:lstStyle>
          <a:p xmlns:a="http://schemas.openxmlformats.org/drawingml/2006/main">
            <a:pPr lvl="0">
              <a:buNone/>
            </a:pPr>
            <a:r>
              <a:t>Optionale </a:t>
            </a:r>
            <a:r>
              <a:t>Subline</a:t>
            </a:r>
            <a:r>
              <a:t> hinzufügen</a:t>
            </a:r>
          </a:p>
        </p:txBody>
      </p:sp>
      <p:sp>
        <p:nvSpPr>
          <p:cNvPr id="18" name="Inhaltsplatzhalter 16">
            <a:extLst xmlns:a="http://schemas.openxmlformats.org/drawingml/2006/main">
              <a:ext uri="{FF2B5EF4-FFF2-40B4-BE49-F238E27FC236}">
                <a16:creationId xmlns:a16="http://schemas.microsoft.com/office/drawing/2014/main" id="{835F97C9-1A71-4B7B-B0FD-2161E9E9E0B2}"/>
              </a:ext>
            </a:extLst>
          </p:cNvPr>
          <p:cNvSpPr>
            <a:spLocks xmlns:a="http://schemas.openxmlformats.org/drawingml/2006/main" noGrp="1"/>
          </p:cNvSpPr>
          <p:nvPr>
            <p:ph idx="20"/>
          </p:nvPr>
        </p:nvSpPr>
        <p:spPr>
          <a:xfrm xmlns:a="http://schemas.openxmlformats.org/drawingml/2006/main">
            <a:off x="695325" y="2205038"/>
            <a:ext cx="6192838" cy="4103687"/>
          </a:xfrm>
        </p:spPr>
        <p:txBody>
          <a:bodyPr xmlns:a="http://schemas.openxmlformats.org/drawingml/2006/main"/>
          <a:lstStyle xmlns:a="http://schemas.openxmlformats.org/drawingml/2006/main">
            <a:lvl1pPr>
              <a:buNone/>
              <a:defRPr/>
            </a:lvl1pPr>
          </a:lstStyle>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endParaRPr/>
          </a:p>
        </p:txBody>
      </p:sp>
      <p:sp>
        <p:nvSpPr>
          <p:cNvPr id="33" name="Rechteck: abgerundete Ecken 32">
            <a:extLst xmlns:a="http://schemas.openxmlformats.org/drawingml/2006/main">
              <a:ext uri="{FF2B5EF4-FFF2-40B4-BE49-F238E27FC236}">
                <a16:creationId xmlns:a16="http://schemas.microsoft.com/office/drawing/2014/main" id="{30591EB9-417C-2BD8-2F53-40A99DE888D2}"/>
              </a:ext>
            </a:extLst>
          </p:cNvPr>
          <p:cNvSpPr>
            <a:spLocks xmlns:a="http://schemas.openxmlformats.org/drawingml/2006/main" noGrp="1"/>
          </p:cNvSpPr>
          <p:nvPr/>
        </p:nvSpPr>
        <p:spPr>
          <a:xfrm xmlns:a="http://schemas.openxmlformats.org/drawingml/2006/main" rot="0" flipH="0" flipV="0">
            <a:off x="7860196" y="713962"/>
            <a:ext cx="2592288" cy="5508612"/>
          </a:xfrm>
          <a:prstGeom xmlns:a="http://schemas.openxmlformats.org/drawingml/2006/main" prst="roundRect">
            <a:avLst>
              <a:gd name="adj" fmla="val 11335"/>
            </a:avLst>
          </a:prstGeom>
          <a:solidFill xmlns:a="http://schemas.openxmlformats.org/drawingml/2006/main">
            <a:srgbClr val="DDE0E3"/>
          </a:soli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300"/>
              </a:spcBef>
              <a:spcAft>
                <a:spcPts val="300"/>
              </a:spcAft>
              <a:buNone/>
            </a:pPr>
            <a:endParaRPr sz="2000">
              <a:solidFill>
                <a:schemeClr val="tx1"/>
              </a:solidFill>
            </a:endParaRPr>
          </a:p>
        </p:txBody>
      </p:sp>
      <p:pic>
        <p:nvPicPr>
          <p:cNvPr id="42" name="!!_Smartphone_03"/>
          <p:cNvPicPr>
            <a:picLocks xmlns:a="http://schemas.openxmlformats.org/drawingml/2006/main" noChangeAspect="1"/>
          </p:cNvPicPr>
          <p:nvPr/>
        </p:nvPicPr>
        <p:blipFill>
          <a:blip xmlns:r="http://schemas.openxmlformats.org/officeDocument/2006/relationships" xmlns:a="http://schemas.openxmlformats.org/drawingml/2006/main" r:embed="R1bed89315e0d4b32"/>
          <a:srcRect xmlns:a="http://schemas.openxmlformats.org/drawingml/2006/main" l="0" t="0" r="0" b="0"/>
          <a:stretch xmlns:a="http://schemas.openxmlformats.org/drawingml/2006/main">
            <a:fillRect l="0" t="0" r="0" b="0"/>
          </a:stretch>
        </p:blipFill>
        <p:spPr>
          <a:xfrm xmlns:a="http://schemas.openxmlformats.org/drawingml/2006/main" rot="0" flipH="0" flipV="0">
            <a:off x="7752403" y="622355"/>
            <a:ext cx="2808093" cy="5686965"/>
          </a:xfrm>
        </p:spPr>
      </p:pic>
      <p:sp>
        <p:nvSpPr>
          <p:cNvPr id="32" name="Bildplatzhalter 31">
            <a:extLst xmlns:a="http://schemas.openxmlformats.org/drawingml/2006/main">
              <a:ext uri="{FF2B5EF4-FFF2-40B4-BE49-F238E27FC236}">
                <a16:creationId xmlns:a16="http://schemas.microsoft.com/office/drawing/2014/main" id="{2276208B-1D93-2B6C-FDA5-8AAE4B01720D}"/>
              </a:ext>
            </a:extLst>
          </p:cNvPr>
          <p:cNvSpPr>
            <a:spLocks xmlns:a="http://schemas.openxmlformats.org/drawingml/2006/main" noGrp="1"/>
          </p:cNvSpPr>
          <p:nvPr>
            <p:ph type="pic" idx="32"/>
          </p:nvPr>
        </p:nvSpPr>
        <p:spPr>
          <a:xfrm xmlns:a="http://schemas.openxmlformats.org/drawingml/2006/main">
            <a:off x="7903871" y="764704"/>
            <a:ext cx="2520000" cy="5400352"/>
          </a:xfrm>
          <a:custGeom xmlns:a="http://schemas.openxmlformats.org/drawingml/2006/main">
            <a:gdLst>
              <a:gd name="connsiteX0" fmla="*/ 1021588 w 2520000"/>
              <a:gd name="connsiteY0" fmla="*/ 140496 h 5400352"/>
              <a:gd name="connsiteX1" fmla="*/ 1005424 w 2520000"/>
              <a:gd name="connsiteY1" fmla="*/ 147192 h 5400352"/>
              <a:gd name="connsiteX2" fmla="*/ 998728 w 2520000"/>
              <a:gd name="connsiteY2" fmla="*/ 163356 h 5400352"/>
              <a:gd name="connsiteX3" fmla="*/ 998728 w 2520000"/>
              <a:gd name="connsiteY3" fmla="*/ 163355 h 5400352"/>
              <a:gd name="connsiteX4" fmla="*/ 998728 w 2520000"/>
              <a:gd name="connsiteY4" fmla="*/ 163356 h 5400352"/>
              <a:gd name="connsiteX5" fmla="*/ 998728 w 2520000"/>
              <a:gd name="connsiteY5" fmla="*/ 163356 h 5400352"/>
              <a:gd name="connsiteX6" fmla="*/ 1005424 w 2520000"/>
              <a:gd name="connsiteY6" fmla="*/ 179520 h 5400352"/>
              <a:gd name="connsiteX7" fmla="*/ 1021588 w 2520000"/>
              <a:gd name="connsiteY7" fmla="*/ 186215 h 5400352"/>
              <a:gd name="connsiteX8" fmla="*/ 1325068 w 2520000"/>
              <a:gd name="connsiteY8" fmla="*/ 186216 h 5400352"/>
              <a:gd name="connsiteX9" fmla="*/ 1347928 w 2520000"/>
              <a:gd name="connsiteY9" fmla="*/ 163356 h 5400352"/>
              <a:gd name="connsiteX10" fmla="*/ 1347929 w 2520000"/>
              <a:gd name="connsiteY10" fmla="*/ 163356 h 5400352"/>
              <a:gd name="connsiteX11" fmla="*/ 1325069 w 2520000"/>
              <a:gd name="connsiteY11" fmla="*/ 140496 h 5400352"/>
              <a:gd name="connsiteX12" fmla="*/ 1468205 w 2520000"/>
              <a:gd name="connsiteY12" fmla="*/ 127355 h 5400352"/>
              <a:gd name="connsiteX13" fmla="*/ 1432205 w 2520000"/>
              <a:gd name="connsiteY13" fmla="*/ 163355 h 5400352"/>
              <a:gd name="connsiteX14" fmla="*/ 1468205 w 2520000"/>
              <a:gd name="connsiteY14" fmla="*/ 199355 h 5400352"/>
              <a:gd name="connsiteX15" fmla="*/ 1504205 w 2520000"/>
              <a:gd name="connsiteY15" fmla="*/ 163355 h 5400352"/>
              <a:gd name="connsiteX16" fmla="*/ 1468205 w 2520000"/>
              <a:gd name="connsiteY16" fmla="*/ 127355 h 5400352"/>
              <a:gd name="connsiteX17" fmla="*/ 275058 w 2520000"/>
              <a:gd name="connsiteY17" fmla="*/ 0 h 5400352"/>
              <a:gd name="connsiteX18" fmla="*/ 2244942 w 2520000"/>
              <a:gd name="connsiteY18" fmla="*/ 0 h 5400352"/>
              <a:gd name="connsiteX19" fmla="*/ 2520000 w 2520000"/>
              <a:gd name="connsiteY19" fmla="*/ 275058 h 5400352"/>
              <a:gd name="connsiteX20" fmla="*/ 2520000 w 2520000"/>
              <a:gd name="connsiteY20" fmla="*/ 5125294 h 5400352"/>
              <a:gd name="connsiteX21" fmla="*/ 2244942 w 2520000"/>
              <a:gd name="connsiteY21" fmla="*/ 5400352 h 5400352"/>
              <a:gd name="connsiteX22" fmla="*/ 275058 w 2520000"/>
              <a:gd name="connsiteY22" fmla="*/ 5400352 h 5400352"/>
              <a:gd name="connsiteX23" fmla="*/ 0 w 2520000"/>
              <a:gd name="connsiteY23" fmla="*/ 5125294 h 5400352"/>
              <a:gd name="connsiteX24" fmla="*/ 0 w 2520000"/>
              <a:gd name="connsiteY24" fmla="*/ 275058 h 5400352"/>
              <a:gd name="connsiteX25" fmla="*/ 275058 w 2520000"/>
              <a:gd name="connsiteY25" fmla="*/ 0 h 5400352"/>
            </a:gdLst>
            <a:rect l="l" t="t" r="r" b="b"/>
            <a:pathLst>
              <a:path w="2520000" h="5400352">
                <a:moveTo>
                  <a:pt x="1021588" y="140496"/>
                </a:moveTo>
                <a:cubicBezTo>
                  <a:pt x="1015276" y="140496"/>
                  <a:pt x="1009561" y="143055"/>
                  <a:pt x="1005424" y="147192"/>
                </a:cubicBezTo>
                <a:lnTo>
                  <a:pt x="998728" y="163356"/>
                </a:lnTo>
                <a:lnTo>
                  <a:pt x="998728" y="163355"/>
                </a:lnTo>
                <a:lnTo>
                  <a:pt x="998728" y="163356"/>
                </a:lnTo>
                <a:lnTo>
                  <a:pt x="998728" y="163356"/>
                </a:lnTo>
                <a:lnTo>
                  <a:pt x="1005424" y="179520"/>
                </a:lnTo>
                <a:cubicBezTo>
                  <a:pt x="1009561" y="183656"/>
                  <a:pt x="1015276" y="186215"/>
                  <a:pt x="1021588" y="186215"/>
                </a:cubicBezTo>
                <a:lnTo>
                  <a:pt x="1325068" y="186216"/>
                </a:lnTo>
                <a:cubicBezTo>
                  <a:pt x="1337693" y="186216"/>
                  <a:pt x="1347928" y="175981"/>
                  <a:pt x="1347928" y="163356"/>
                </a:cubicBezTo>
                <a:lnTo>
                  <a:pt x="1347929" y="163356"/>
                </a:lnTo>
                <a:cubicBezTo>
                  <a:pt x="1347929" y="150731"/>
                  <a:pt x="1337694" y="140496"/>
                  <a:pt x="1325069" y="140496"/>
                </a:cubicBezTo>
                <a:close/>
                <a:moveTo>
                  <a:pt x="1468205" y="127355"/>
                </a:moveTo>
                <a:cubicBezTo>
                  <a:pt x="1448323" y="127355"/>
                  <a:pt x="1432205" y="143473"/>
                  <a:pt x="1432205" y="163355"/>
                </a:cubicBezTo>
                <a:cubicBezTo>
                  <a:pt x="1432205" y="183237"/>
                  <a:pt x="1448323" y="199355"/>
                  <a:pt x="1468205" y="199355"/>
                </a:cubicBezTo>
                <a:cubicBezTo>
                  <a:pt x="1488087" y="199355"/>
                  <a:pt x="1504205" y="183237"/>
                  <a:pt x="1504205" y="163355"/>
                </a:cubicBezTo>
                <a:cubicBezTo>
                  <a:pt x="1504205" y="143473"/>
                  <a:pt x="1488087" y="127355"/>
                  <a:pt x="1468205" y="127355"/>
                </a:cubicBezTo>
                <a:close/>
                <a:moveTo>
                  <a:pt x="275058" y="0"/>
                </a:moveTo>
                <a:lnTo>
                  <a:pt x="2244942" y="0"/>
                </a:lnTo>
                <a:cubicBezTo>
                  <a:pt x="2396852" y="0"/>
                  <a:pt x="2520000" y="123148"/>
                  <a:pt x="2520000" y="275058"/>
                </a:cubicBezTo>
                <a:lnTo>
                  <a:pt x="2520000" y="5125294"/>
                </a:lnTo>
                <a:cubicBezTo>
                  <a:pt x="2520000" y="5277204"/>
                  <a:pt x="2396852" y="5400352"/>
                  <a:pt x="2244942" y="5400352"/>
                </a:cubicBezTo>
                <a:lnTo>
                  <a:pt x="275058" y="5400352"/>
                </a:lnTo>
                <a:cubicBezTo>
                  <a:pt x="123148" y="5400352"/>
                  <a:pt x="0" y="5277204"/>
                  <a:pt x="0" y="5125294"/>
                </a:cubicBezTo>
                <a:lnTo>
                  <a:pt x="0" y="275058"/>
                </a:lnTo>
                <a:cubicBezTo>
                  <a:pt x="0" y="123148"/>
                  <a:pt x="123148" y="0"/>
                  <a:pt x="275058" y="0"/>
                </a:cubicBezTo>
                <a:close/>
              </a:path>
            </a:pathLst>
          </a:custGeom>
          <a:solidFill xmlns:a="http://schemas.openxmlformats.org/drawingml/2006/main">
            <a:srgbClr val="A1A9B1"/>
          </a:solidFill>
        </p:spPr>
        <p:txBody>
          <a:bodyPr xmlns:a="http://schemas.openxmlformats.org/drawingml/2006/main" wrap="square">
            <a:noAutofit/>
          </a:bodyPr>
          <a:lstStyle xmlns:a="http://schemas.openxmlformats.org/drawingml/2006/main">
            <a:lvl1pPr>
              <a:buNone/>
              <a:defRPr>
                <a:noFill/>
              </a:defRPr>
            </a:lvl1pPr>
          </a:lstStyle>
          <a:p xmlns:a="http://schemas.openxmlformats.org/drawingml/2006/main">
            <a:r>
              <a:t>Bild durch Klicken auf Symbol hinzufügen</a:t>
            </a:r>
            <a:endParaRPr/>
          </a:p>
        </p:txBody>
      </p:sp>
      <p:sp>
        <p:nvSpPr>
          <p:cNvPr id="12" name="Datumsplatzhalter 11">
            <a:extLst xmlns:a="http://schemas.openxmlformats.org/drawingml/2006/main">
              <a:ext uri="{FF2B5EF4-FFF2-40B4-BE49-F238E27FC236}">
                <a16:creationId xmlns:a16="http://schemas.microsoft.com/office/drawing/2014/main" id="{B931DE31-3217-6E24-038A-561ECED8431B}"/>
              </a:ext>
            </a:extLst>
          </p:cNvPr>
          <p:cNvSpPr>
            <a:spLocks xmlns:a="http://schemas.openxmlformats.org/drawingml/2006/main" noGrp="1"/>
          </p:cNvSpPr>
          <p:nvPr>
            <p:ph type="dt" idx="33"/>
          </p:nvPr>
        </p:nvSpPr>
        <p:spPr/>
        <p:txBody>
          <a:bodyPr xmlns:a="http://schemas.openxmlformats.org/drawingml/2006/main"/>
          <a:lstStyle xmlns:a="http://schemas.openxmlformats.org/drawingml/2006/main"/>
          <a:p xmlns:a="http://schemas.openxmlformats.org/drawingml/2006/main">
            <a:r>
              <a:t>Intern, TT.MM.JJJJ</a:t>
            </a:r>
            <a:endParaRPr sz="800"/>
          </a:p>
        </p:txBody>
      </p:sp>
      <p:sp>
        <p:nvSpPr>
          <p:cNvPr id="14" name="Foliennummernplatzhalter 13">
            <a:extLst xmlns:a="http://schemas.openxmlformats.org/drawingml/2006/main">
              <a:ext uri="{FF2B5EF4-FFF2-40B4-BE49-F238E27FC236}">
                <a16:creationId xmlns:a16="http://schemas.microsoft.com/office/drawing/2014/main" id="{C24BF9E5-7070-A6D0-7518-07A41E169EA0}"/>
              </a:ext>
            </a:extLst>
          </p:cNvPr>
          <p:cNvSpPr>
            <a:spLocks xmlns:a="http://schemas.openxmlformats.org/drawingml/2006/main" noGrp="1"/>
          </p:cNvSpPr>
          <p:nvPr>
            <p:ph type="sldNum" idx="35"/>
          </p:nvPr>
        </p:nvSpPr>
        <p:spPr/>
        <p:txBody>
          <a:bodyPr xmlns:a="http://schemas.openxmlformats.org/drawingml/2006/main"/>
          <a:lstStyle xmlns:a="http://schemas.openxmlformats.org/drawingml/2006/main"/>
          <a:p xmlns:a="http://schemas.openxmlformats.org/drawingml/2006/main">
            <a:r>
              <a:t>Seite </a:t>
            </a:r>
            <a:fld id="{DC907883-A228-4E41-A7BF-33DDF6A01B2A}" type="slidenum">
              <a:t>‹Nr.›</a:t>
            </a:fld>
            <a:endParaRPr/>
          </a:p>
        </p:txBody>
      </p:sp>
    </p:spTree>
  </p:cSld>
</p:sldLayout>
</file>

<file path=ppt/slideLayouts/slideLayout19.xml><?xml version="1.0" encoding="utf-8"?>
<p:sldLayout xmlns:p="http://schemas.openxmlformats.org/presentationml/2006/main" preserve="1" userDrawn="1">
  <p:cSld name="Inhalt und Mockup Tablet">
    <p:spTree>
      <p:nvGrpSpPr>
        <p:cNvPr id="1" name=""/>
        <p:cNvGrpSpPr/>
        <p:nvPr/>
      </p:nvGrpSpPr>
      <p:grpSpPr>
        <a:xfrm xmlns:a="http://schemas.openxmlformats.org/drawingml/2006/main"/>
      </p:grpSpPr>
      <p:sp>
        <p:nvSpPr>
          <p:cNvPr id="7" name="Freihandform: Form 6">
            <a:extLst xmlns:a="http://schemas.openxmlformats.org/drawingml/2006/main">
              <a:ext uri="{FF2B5EF4-FFF2-40B4-BE49-F238E27FC236}">
                <a16:creationId xmlns:a16="http://schemas.microsoft.com/office/drawing/2014/main" id="{D6716302-F223-D28D-01C0-20731F7C372B}"/>
              </a:ext>
            </a:extLst>
          </p:cNvPr>
          <p:cNvSpPr>
            <a:spLocks xmlns:a="http://schemas.openxmlformats.org/drawingml/2006/main" noGrp="1"/>
          </p:cNvSpPr>
          <p:nvPr/>
        </p:nvSpPr>
        <p:spPr>
          <a:xfrm xmlns:a="http://schemas.openxmlformats.org/drawingml/2006/main">
            <a:off x="6305025" y="979200"/>
            <a:ext cx="5886975" cy="5878800"/>
          </a:xfrm>
          <a:custGeom xmlns:a="http://schemas.openxmlformats.org/drawingml/2006/main">
            <a:gdLst>
              <a:gd name="connsiteX0" fmla="*/ 920646 w 5886975"/>
              <a:gd name="connsiteY0" fmla="*/ 0 h 5878800"/>
              <a:gd name="connsiteX1" fmla="*/ 1864821 w 5886975"/>
              <a:gd name="connsiteY1" fmla="*/ 0 h 5878800"/>
              <a:gd name="connsiteX2" fmla="*/ 4942800 w 5886975"/>
              <a:gd name="connsiteY2" fmla="*/ 0 h 5878800"/>
              <a:gd name="connsiteX3" fmla="*/ 5886975 w 5886975"/>
              <a:gd name="connsiteY3" fmla="*/ 0 h 5878800"/>
              <a:gd name="connsiteX4" fmla="*/ 5886975 w 5886975"/>
              <a:gd name="connsiteY4" fmla="*/ 5878800 h 5878800"/>
              <a:gd name="connsiteX5" fmla="*/ 4942800 w 5886975"/>
              <a:gd name="connsiteY5" fmla="*/ 5878800 h 5878800"/>
              <a:gd name="connsiteX6" fmla="*/ 944175 w 5886975"/>
              <a:gd name="connsiteY6" fmla="*/ 5878800 h 5878800"/>
              <a:gd name="connsiteX7" fmla="*/ 0 w 5886975"/>
              <a:gd name="connsiteY7" fmla="*/ 5878800 h 5878800"/>
              <a:gd name="connsiteX8" fmla="*/ 0 w 5886975"/>
              <a:gd name="connsiteY8" fmla="*/ 920646 h 5878800"/>
              <a:gd name="connsiteX9" fmla="*/ 920646 w 5886975"/>
              <a:gd name="connsiteY9" fmla="*/ 0 h 5878800"/>
            </a:gdLst>
            <a:rect l="l" t="t" r="r" b="b"/>
            <a:pathLst>
              <a:path w="5886975" h="5878800">
                <a:moveTo>
                  <a:pt x="920646" y="0"/>
                </a:moveTo>
                <a:lnTo>
                  <a:pt x="1864821" y="0"/>
                </a:lnTo>
                <a:lnTo>
                  <a:pt x="4942800" y="0"/>
                </a:lnTo>
                <a:lnTo>
                  <a:pt x="5886975" y="0"/>
                </a:lnTo>
                <a:lnTo>
                  <a:pt x="5886975" y="5878800"/>
                </a:lnTo>
                <a:lnTo>
                  <a:pt x="4942800" y="5878800"/>
                </a:lnTo>
                <a:lnTo>
                  <a:pt x="944175" y="5878800"/>
                </a:lnTo>
                <a:lnTo>
                  <a:pt x="0" y="5878800"/>
                </a:lnTo>
                <a:lnTo>
                  <a:pt x="0" y="920646"/>
                </a:lnTo>
                <a:cubicBezTo>
                  <a:pt x="0" y="412187"/>
                  <a:pt x="412187" y="0"/>
                  <a:pt x="920646" y="0"/>
                </a:cubicBezTo>
                <a:close/>
              </a:path>
            </a:pathLst>
          </a:custGeom>
          <a:gradFill xmlns:a="http://schemas.openxmlformats.org/drawingml/2006/main">
            <a:gsLst>
              <a:gs pos="0">
                <a:srgbClr val="FFFFFF"/>
              </a:gs>
              <a:gs pos="93000">
                <a:srgbClr val="DDE0E3"/>
              </a:gs>
              <a:gs pos="33000">
                <a:srgbClr val="DDE0E3"/>
              </a:gs>
            </a:gsLst>
            <a:lin ang="8400000" scaled="0"/>
          </a:gra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spcBef>
                <a:spcPts val="300"/>
              </a:spcBef>
              <a:spcAft>
                <a:spcPts val="300"/>
              </a:spcAft>
              <a:buNone/>
            </a:pPr>
            <a:endParaRPr sz="2000">
              <a:solidFill>
                <a:schemeClr val="tx1"/>
              </a:solidFill>
            </a:endParaRPr>
          </a:p>
        </p:txBody>
      </p:sp>
      <p:sp>
        <p:nvSpPr>
          <p:cNvPr id="8" name="Textfeld 7">
            <a:extLst xmlns:a="http://schemas.openxmlformats.org/drawingml/2006/main">
              <a:ext uri="{FF2B5EF4-FFF2-40B4-BE49-F238E27FC236}">
                <a16:creationId xmlns:a16="http://schemas.microsoft.com/office/drawing/2014/main" id="{418BB640-0AC8-728D-A225-4786C533CD1F}"/>
              </a:ext>
            </a:extLst>
          </p:cNvPr>
          <p:cNvSpPr>
            <a:spLocks xmlns:a="http://schemas.openxmlformats.org/drawingml/2006/main" noGrp="1"/>
          </p:cNvSpPr>
          <p:nvPr/>
        </p:nvSpPr>
        <p:spPr>
          <a:xfrm xmlns:a="http://schemas.openxmlformats.org/drawingml/2006/main" rot="16200000" flipH="1" flipV="1">
            <a:off x="-2964522" y="3224871"/>
            <a:ext cx="6048378" cy="119334"/>
          </a:xfrm>
          <a:custGeom xmlns:a="http://schemas.openxmlformats.org/drawingml/2006/main">
            <a:gdLst>
              <a:gd name="connsiteX0" fmla="*/ 0 w 6048378"/>
              <a:gd name="connsiteY0" fmla="*/ 118800 h 119334"/>
              <a:gd name="connsiteX1" fmla="*/ 118800 w 6048378"/>
              <a:gd name="connsiteY1" fmla="*/ 0 h 119334"/>
              <a:gd name="connsiteX2" fmla="*/ 5929578 w 6048378"/>
              <a:gd name="connsiteY2" fmla="*/ 0 h 119334"/>
              <a:gd name="connsiteX3" fmla="*/ 6048378 w 6048378"/>
              <a:gd name="connsiteY3" fmla="*/ 118800 h 119334"/>
              <a:gd name="connsiteX4" fmla="*/ 6048270 w 6048378"/>
              <a:gd name="connsiteY4" fmla="*/ 119334 h 119334"/>
              <a:gd name="connsiteX5" fmla="*/ 108 w 6048378"/>
              <a:gd name="connsiteY5" fmla="*/ 119334 h 119334"/>
            </a:gdLst>
            <a:rect l="l" t="t" r="r" b="b"/>
            <a:pathLst>
              <a:path w="6048378" h="119334">
                <a:moveTo>
                  <a:pt x="0" y="118800"/>
                </a:moveTo>
                <a:cubicBezTo>
                  <a:pt x="0" y="53189"/>
                  <a:pt x="53189" y="0"/>
                  <a:pt x="118800" y="0"/>
                </a:cubicBezTo>
                <a:lnTo>
                  <a:pt x="5929578" y="0"/>
                </a:lnTo>
                <a:cubicBezTo>
                  <a:pt x="5995189" y="0"/>
                  <a:pt x="6048378" y="53189"/>
                  <a:pt x="6048378" y="118800"/>
                </a:cubicBezTo>
                <a:lnTo>
                  <a:pt x="6048270" y="119334"/>
                </a:lnTo>
                <a:lnTo>
                  <a:pt x="108" y="119334"/>
                </a:lnTo>
                <a:close/>
              </a:path>
            </a:pathLst>
          </a:custGeom>
          <a:gradFill xmlns:a="http://schemas.openxmlformats.org/drawingml/2006/main">
            <a:gsLst>
              <a:gs pos="10000">
                <a:srgbClr val="9B348E"/>
              </a:gs>
              <a:gs pos="33000">
                <a:schemeClr val="bg2"/>
              </a:gs>
            </a:gsLst>
            <a:lin ang="12600000" scaled="0"/>
          </a:gradFill>
          <a:ln xmlns:a="http://schemas.openxmlformats.org/drawingml/2006/main">
            <a:no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9" name="Topline">
            <a:extLst xmlns:a="http://schemas.openxmlformats.org/drawingml/2006/main">
              <a:ext uri="{FF2B5EF4-FFF2-40B4-BE49-F238E27FC236}">
                <a16:creationId xmlns:a16="http://schemas.microsoft.com/office/drawing/2014/main" id="{A368F05E-AA87-2C42-5067-6EADF11D89DF}"/>
              </a:ext>
            </a:extLst>
          </p:cNvPr>
          <p:cNvSpPr>
            <a:spLocks xmlns:a="http://schemas.openxmlformats.org/drawingml/2006/main" noGrp="1"/>
          </p:cNvSpPr>
          <p:nvPr>
            <p:ph type="body" idx="26" hasCustomPrompt="1"/>
          </p:nvPr>
        </p:nvSpPr>
        <p:spPr>
          <a:xfrm xmlns:a="http://schemas.openxmlformats.org/drawingml/2006/main">
            <a:off x="695401" y="548680"/>
            <a:ext cx="5256137" cy="288000"/>
          </a:xfrm>
        </p:spPr>
        <p:txBody>
          <a:bodyPr xmlns:a="http://schemas.openxmlformats.org/drawingml/2006/main" anchor="b"/>
          <a:lstStyle xmlns:a="http://schemas.openxmlformats.org/drawingml/2006/main">
            <a:lvl1pPr marL="0" indent="0">
              <a:spcAft>
                <a:spcPts val="0"/>
              </a:spcAft>
              <a:buFontTx/>
              <a:buNone/>
              <a:defRPr sz="1400">
                <a:solidFill>
                  <a:schemeClr val="bg2"/>
                </a:solidFill>
                <a:latin typeface="+mn-lt"/>
                <a:ea typeface="+mn-lt"/>
                <a:cs typeface="+mn-lt"/>
              </a:defRPr>
            </a:lvl1pPr>
            <a:lvl2pPr marL="0" indent="0">
              <a:spcAft>
                <a:spcPts val="0"/>
              </a:spcAft>
              <a:buFontTx/>
              <a:buNone/>
              <a:defRPr sz="1400">
                <a:solidFill>
                  <a:schemeClr val="bg2"/>
                </a:solidFill>
                <a:latin typeface="+mn-lt"/>
                <a:ea typeface="+mn-lt"/>
                <a:cs typeface="+mn-lt"/>
              </a:defRPr>
            </a:lvl2pPr>
            <a:lvl3pPr marL="0" indent="0">
              <a:spcAft>
                <a:spcPts val="0"/>
              </a:spcAft>
              <a:buFontTx/>
              <a:buNone/>
              <a:defRPr sz="1400">
                <a:solidFill>
                  <a:schemeClr val="bg2"/>
                </a:solidFill>
                <a:latin typeface="+mn-lt"/>
                <a:ea typeface="+mn-lt"/>
                <a:cs typeface="+mn-lt"/>
              </a:defRPr>
            </a:lvl3pPr>
            <a:lvl4pPr marL="0" indent="0">
              <a:spcAft>
                <a:spcPts val="0"/>
              </a:spcAft>
              <a:buFontTx/>
              <a:buNone/>
              <a:defRPr sz="1400">
                <a:solidFill>
                  <a:schemeClr val="bg2"/>
                </a:solidFill>
                <a:latin typeface="+mn-lt"/>
                <a:ea typeface="+mn-lt"/>
                <a:cs typeface="+mn-lt"/>
              </a:defRPr>
            </a:lvl4pPr>
            <a:lvl5pPr marL="0" indent="0">
              <a:spcAft>
                <a:spcPts val="0"/>
              </a:spcAft>
              <a:buFontTx/>
              <a:buNone/>
              <a:defRPr sz="1400">
                <a:solidFill>
                  <a:schemeClr val="bg2"/>
                </a:solidFill>
                <a:latin typeface="+mn-lt"/>
                <a:ea typeface="+mn-lt"/>
                <a:cs typeface="+mn-lt"/>
              </a:defRPr>
            </a:lvl5pPr>
            <a:lvl6pPr marL="0" indent="0">
              <a:spcAft>
                <a:spcPts val="0"/>
              </a:spcAft>
              <a:buFontTx/>
              <a:buNone/>
              <a:defRPr sz="1400">
                <a:solidFill>
                  <a:schemeClr val="bg2"/>
                </a:solidFill>
                <a:latin typeface="+mn-lt"/>
                <a:ea typeface="+mn-lt"/>
                <a:cs typeface="+mn-lt"/>
              </a:defRPr>
            </a:lvl6pPr>
            <a:lvl7pPr marL="0" indent="0">
              <a:spcAft>
                <a:spcPts val="0"/>
              </a:spcAft>
              <a:buFontTx/>
              <a:buNone/>
              <a:defRPr sz="1400">
                <a:solidFill>
                  <a:schemeClr val="bg2"/>
                </a:solidFill>
                <a:latin typeface="+mn-lt"/>
                <a:ea typeface="+mn-lt"/>
                <a:cs typeface="+mn-lt"/>
              </a:defRPr>
            </a:lvl7pPr>
            <a:lvl8pPr marL="0" indent="0">
              <a:spcAft>
                <a:spcPts val="0"/>
              </a:spcAft>
              <a:buFontTx/>
              <a:buNone/>
              <a:defRPr sz="1400">
                <a:solidFill>
                  <a:schemeClr val="bg2"/>
                </a:solidFill>
                <a:latin typeface="+mn-lt"/>
                <a:ea typeface="+mn-lt"/>
                <a:cs typeface="+mn-lt"/>
              </a:defRPr>
            </a:lvl8pPr>
            <a:lvl9pPr marL="0" indent="0">
              <a:spcAft>
                <a:spcPts val="0"/>
              </a:spcAft>
              <a:buFontTx/>
              <a:buNone/>
              <a:defRPr sz="1400">
                <a:solidFill>
                  <a:schemeClr val="bg2"/>
                </a:solidFill>
                <a:latin typeface="+mn-lt"/>
                <a:ea typeface="+mn-lt"/>
                <a:cs typeface="+mn-lt"/>
              </a:defRPr>
            </a:lvl9pPr>
          </a:lstStyle>
          <a:p xmlns:a="http://schemas.openxmlformats.org/drawingml/2006/main">
            <a:pPr lvl="0">
              <a:buNone/>
            </a:pPr>
            <a:r>
              <a:t>Optionale </a:t>
            </a:r>
            <a:r>
              <a:t>Topline</a:t>
            </a:r>
            <a:r>
              <a:t> hinzufügen</a:t>
            </a:r>
          </a:p>
        </p:txBody>
      </p:sp>
      <p:sp>
        <p:nvSpPr>
          <p:cNvPr id="3" name="Titel 2">
            <a:extLst xmlns:a="http://schemas.openxmlformats.org/drawingml/2006/main">
              <a:ext uri="{FF2B5EF4-FFF2-40B4-BE49-F238E27FC236}">
                <a16:creationId xmlns:a16="http://schemas.microsoft.com/office/drawing/2014/main" id="{DD97BBC6-5B8B-0978-EE9F-469CC55B3CA0}"/>
              </a:ext>
            </a:extLst>
          </p:cNvPr>
          <p:cNvSpPr>
            <a:spLocks xmlns:a="http://schemas.openxmlformats.org/drawingml/2006/main" noGrp="1"/>
          </p:cNvSpPr>
          <p:nvPr>
            <p:ph type="title" idx="0"/>
          </p:nvPr>
        </p:nvSpPr>
        <p:spPr>
          <a:xfrm xmlns:a="http://schemas.openxmlformats.org/drawingml/2006/main">
            <a:off x="695325" y="908720"/>
            <a:ext cx="5256213" cy="576000"/>
          </a:xfrm>
        </p:spPr>
        <p:txBody>
          <a:bodyPr xmlns:a="http://schemas.openxmlformats.org/drawingml/2006/main" bIns="0"/>
          <a:lstStyle xmlns:a="http://schemas.openxmlformats.org/drawingml/2006/main">
            <a:lvl1pPr>
              <a:lnSpc>
                <a:spcPct val="95000"/>
              </a:lnSpc>
              <a:buNone/>
              <a:defRPr/>
            </a:lvl1pPr>
          </a:lstStyle>
          <a:p xmlns:a="http://schemas.openxmlformats.org/drawingml/2006/main">
            <a:r>
              <a:t>Mastertitelformat bearbeiten</a:t>
            </a:r>
            <a:endParaRPr/>
          </a:p>
        </p:txBody>
      </p:sp>
      <p:sp>
        <p:nvSpPr>
          <p:cNvPr id="10" name="Subline">
            <a:extLst xmlns:a="http://schemas.openxmlformats.org/drawingml/2006/main">
              <a:ext uri="{FF2B5EF4-FFF2-40B4-BE49-F238E27FC236}">
                <a16:creationId xmlns:a16="http://schemas.microsoft.com/office/drawing/2014/main" id="{E4D47092-765D-6561-AD03-5FB0453B8AAE}"/>
              </a:ext>
            </a:extLst>
          </p:cNvPr>
          <p:cNvSpPr>
            <a:spLocks xmlns:a="http://schemas.openxmlformats.org/drawingml/2006/main" noGrp="1"/>
          </p:cNvSpPr>
          <p:nvPr>
            <p:ph type="body" idx="27" hasCustomPrompt="1"/>
          </p:nvPr>
        </p:nvSpPr>
        <p:spPr>
          <a:xfrm xmlns:a="http://schemas.openxmlformats.org/drawingml/2006/main">
            <a:off x="695401" y="1484784"/>
            <a:ext cx="5256137" cy="504000"/>
          </a:xfrm>
        </p:spPr>
        <p:txBody>
          <a:bodyPr xmlns:a="http://schemas.openxmlformats.org/drawingml/2006/main" anchor="t"/>
          <a:lstStyle xmlns:a="http://schemas.openxmlformats.org/drawingml/2006/main">
            <a:lvl1pPr marL="0" indent="0">
              <a:spcAft>
                <a:spcPts val="0"/>
              </a:spcAft>
              <a:buFontTx/>
              <a:buNone/>
              <a:defRPr sz="2000">
                <a:solidFill>
                  <a:schemeClr val="bg2"/>
                </a:solidFill>
                <a:latin typeface="+mj-lt"/>
                <a:ea typeface="+mj-lt"/>
                <a:cs typeface="+mj-lt"/>
              </a:defRPr>
            </a:lvl1pPr>
            <a:lvl2pPr marL="0" indent="0">
              <a:spcAft>
                <a:spcPts val="0"/>
              </a:spcAft>
              <a:buFontTx/>
              <a:buNone/>
              <a:defRPr sz="2000">
                <a:solidFill>
                  <a:schemeClr val="bg2"/>
                </a:solidFill>
                <a:latin typeface="+mj-lt"/>
                <a:ea typeface="+mj-lt"/>
                <a:cs typeface="+mj-lt"/>
              </a:defRPr>
            </a:lvl2pPr>
            <a:lvl3pPr marL="0" indent="0">
              <a:spcAft>
                <a:spcPts val="0"/>
              </a:spcAft>
              <a:buFontTx/>
              <a:buNone/>
              <a:defRPr sz="2000">
                <a:solidFill>
                  <a:schemeClr val="bg2"/>
                </a:solidFill>
                <a:latin typeface="+mj-lt"/>
                <a:ea typeface="+mj-lt"/>
                <a:cs typeface="+mj-lt"/>
              </a:defRPr>
            </a:lvl3pPr>
            <a:lvl4pPr marL="0" indent="0">
              <a:spcAft>
                <a:spcPts val="0"/>
              </a:spcAft>
              <a:buFontTx/>
              <a:buNone/>
              <a:defRPr sz="2000">
                <a:solidFill>
                  <a:schemeClr val="bg2"/>
                </a:solidFill>
                <a:latin typeface="+mj-lt"/>
                <a:ea typeface="+mj-lt"/>
                <a:cs typeface="+mj-lt"/>
              </a:defRPr>
            </a:lvl4pPr>
            <a:lvl5pPr marL="0" indent="0">
              <a:spcAft>
                <a:spcPts val="0"/>
              </a:spcAft>
              <a:buFontTx/>
              <a:buNone/>
              <a:defRPr sz="2000">
                <a:solidFill>
                  <a:schemeClr val="bg2"/>
                </a:solidFill>
                <a:latin typeface="+mj-lt"/>
                <a:ea typeface="+mj-lt"/>
                <a:cs typeface="+mj-lt"/>
              </a:defRPr>
            </a:lvl5pPr>
            <a:lvl6pPr marL="0" indent="0">
              <a:spcAft>
                <a:spcPts val="0"/>
              </a:spcAft>
              <a:buFontTx/>
              <a:buNone/>
              <a:defRPr sz="2000">
                <a:solidFill>
                  <a:schemeClr val="bg2"/>
                </a:solidFill>
                <a:latin typeface="+mj-lt"/>
                <a:ea typeface="+mj-lt"/>
                <a:cs typeface="+mj-lt"/>
              </a:defRPr>
            </a:lvl6pPr>
            <a:lvl7pPr marL="0" indent="0">
              <a:spcAft>
                <a:spcPts val="0"/>
              </a:spcAft>
              <a:buFontTx/>
              <a:buNone/>
              <a:defRPr sz="2000">
                <a:solidFill>
                  <a:schemeClr val="bg2"/>
                </a:solidFill>
                <a:latin typeface="+mj-lt"/>
                <a:ea typeface="+mj-lt"/>
                <a:cs typeface="+mj-lt"/>
              </a:defRPr>
            </a:lvl7pPr>
            <a:lvl8pPr marL="0" indent="0">
              <a:spcAft>
                <a:spcPts val="0"/>
              </a:spcAft>
              <a:buFontTx/>
              <a:buNone/>
              <a:defRPr sz="2000">
                <a:solidFill>
                  <a:schemeClr val="bg2"/>
                </a:solidFill>
                <a:latin typeface="+mj-lt"/>
                <a:ea typeface="+mj-lt"/>
                <a:cs typeface="+mj-lt"/>
              </a:defRPr>
            </a:lvl8pPr>
            <a:lvl9pPr marL="0" indent="0">
              <a:spcAft>
                <a:spcPts val="0"/>
              </a:spcAft>
              <a:buFontTx/>
              <a:buNone/>
              <a:defRPr sz="2000">
                <a:solidFill>
                  <a:schemeClr val="bg2"/>
                </a:solidFill>
                <a:latin typeface="+mj-lt"/>
                <a:ea typeface="+mj-lt"/>
                <a:cs typeface="+mj-lt"/>
              </a:defRPr>
            </a:lvl9pPr>
          </a:lstStyle>
          <a:p xmlns:a="http://schemas.openxmlformats.org/drawingml/2006/main">
            <a:pPr lvl="0">
              <a:buNone/>
            </a:pPr>
            <a:r>
              <a:t>Optionale </a:t>
            </a:r>
            <a:r>
              <a:t>Subline</a:t>
            </a:r>
            <a:r>
              <a:t> hinzufügen</a:t>
            </a:r>
          </a:p>
        </p:txBody>
      </p:sp>
      <p:sp>
        <p:nvSpPr>
          <p:cNvPr id="18" name="Inhaltsplatzhalter 16">
            <a:extLst xmlns:a="http://schemas.openxmlformats.org/drawingml/2006/main">
              <a:ext uri="{FF2B5EF4-FFF2-40B4-BE49-F238E27FC236}">
                <a16:creationId xmlns:a16="http://schemas.microsoft.com/office/drawing/2014/main" id="{835F97C9-1A71-4B7B-B0FD-2161E9E9E0B2}"/>
              </a:ext>
            </a:extLst>
          </p:cNvPr>
          <p:cNvSpPr>
            <a:spLocks xmlns:a="http://schemas.openxmlformats.org/drawingml/2006/main" noGrp="1"/>
          </p:cNvSpPr>
          <p:nvPr>
            <p:ph idx="20"/>
          </p:nvPr>
        </p:nvSpPr>
        <p:spPr>
          <a:xfrm xmlns:a="http://schemas.openxmlformats.org/drawingml/2006/main">
            <a:off x="695325" y="2205038"/>
            <a:ext cx="5256213" cy="4103687"/>
          </a:xfrm>
        </p:spPr>
        <p:txBody>
          <a:bodyPr xmlns:a="http://schemas.openxmlformats.org/drawingml/2006/main"/>
          <a:lstStyle xmlns:a="http://schemas.openxmlformats.org/drawingml/2006/main">
            <a:lvl1pPr>
              <a:buNone/>
              <a:defRPr/>
            </a:lvl1pPr>
          </a:lstStyle>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endParaRPr/>
          </a:p>
        </p:txBody>
      </p:sp>
      <p:pic>
        <p:nvPicPr>
          <p:cNvPr id="30" name="Tablet_04"/>
          <p:cNvPicPr>
            <a:picLocks xmlns:a="http://schemas.openxmlformats.org/drawingml/2006/main" noChangeAspect="1"/>
          </p:cNvPicPr>
          <p:nvPr/>
        </p:nvPicPr>
        <p:blipFill>
          <a:blip xmlns:r="http://schemas.openxmlformats.org/officeDocument/2006/relationships" xmlns:a="http://schemas.openxmlformats.org/drawingml/2006/main" r:embed="R12be2a9be2fd4d34"/>
          <a:srcRect xmlns:a="http://schemas.openxmlformats.org/drawingml/2006/main" l="0" t="0" r="0" b="0"/>
          <a:stretch xmlns:a="http://schemas.openxmlformats.org/drawingml/2006/main">
            <a:fillRect l="0" t="0" r="0" b="0"/>
          </a:stretch>
        </p:blipFill>
        <p:spPr>
          <a:xfrm xmlns:a="http://schemas.openxmlformats.org/drawingml/2006/main">
            <a:off x="7156829" y="512676"/>
            <a:ext cx="3852000" cy="5808885"/>
          </a:xfrm>
        </p:spPr>
      </p:pic>
      <p:sp>
        <p:nvSpPr>
          <p:cNvPr id="22" name="Bildplatzhalter 21">
            <a:extLst xmlns:a="http://schemas.openxmlformats.org/drawingml/2006/main">
              <a:ext uri="{FF2B5EF4-FFF2-40B4-BE49-F238E27FC236}">
                <a16:creationId xmlns:a16="http://schemas.microsoft.com/office/drawing/2014/main" id="{78770D99-F3DA-4073-8385-C3A3E0CE5656}"/>
              </a:ext>
            </a:extLst>
          </p:cNvPr>
          <p:cNvSpPr>
            <a:spLocks xmlns:a="http://schemas.openxmlformats.org/drawingml/2006/main" noGrp="1"/>
          </p:cNvSpPr>
          <p:nvPr>
            <p:ph type="pic" idx="32"/>
          </p:nvPr>
        </p:nvSpPr>
        <p:spPr>
          <a:xfrm xmlns:a="http://schemas.openxmlformats.org/drawingml/2006/main">
            <a:off x="7243548" y="593763"/>
            <a:ext cx="3678563" cy="5638596"/>
          </a:xfrm>
          <a:custGeom xmlns:a="http://schemas.openxmlformats.org/drawingml/2006/main">
            <a:gdLst>
              <a:gd name="connsiteX0" fmla="*/ 183303 w 3678563"/>
              <a:gd name="connsiteY0" fmla="*/ 0 h 5638596"/>
              <a:gd name="connsiteX1" fmla="*/ 1243694 w 3678563"/>
              <a:gd name="connsiteY1" fmla="*/ 0 h 5638596"/>
              <a:gd name="connsiteX2" fmla="*/ 1243694 w 3678563"/>
              <a:gd name="connsiteY2" fmla="*/ 7913 h 5638596"/>
              <a:gd name="connsiteX3" fmla="*/ 1329868 w 3678563"/>
              <a:gd name="connsiteY3" fmla="*/ 7913 h 5638596"/>
              <a:gd name="connsiteX4" fmla="*/ 1385106 w 3678563"/>
              <a:gd name="connsiteY4" fmla="*/ 63151 h 5638596"/>
              <a:gd name="connsiteX5" fmla="*/ 1385106 w 3678563"/>
              <a:gd name="connsiteY5" fmla="*/ 60611 h 5638596"/>
              <a:gd name="connsiteX6" fmla="*/ 1473682 w 3678563"/>
              <a:gd name="connsiteY6" fmla="*/ 149187 h 5638596"/>
              <a:gd name="connsiteX7" fmla="*/ 2163304 w 3678563"/>
              <a:gd name="connsiteY7" fmla="*/ 149187 h 5638596"/>
              <a:gd name="connsiteX8" fmla="*/ 2251880 w 3678563"/>
              <a:gd name="connsiteY8" fmla="*/ 60611 h 5638596"/>
              <a:gd name="connsiteX9" fmla="*/ 2251880 w 3678563"/>
              <a:gd name="connsiteY9" fmla="*/ 63151 h 5638596"/>
              <a:gd name="connsiteX10" fmla="*/ 2307118 w 3678563"/>
              <a:gd name="connsiteY10" fmla="*/ 7913 h 5638596"/>
              <a:gd name="connsiteX11" fmla="*/ 2393292 w 3678563"/>
              <a:gd name="connsiteY11" fmla="*/ 7913 h 5638596"/>
              <a:gd name="connsiteX12" fmla="*/ 2393292 w 3678563"/>
              <a:gd name="connsiteY12" fmla="*/ 0 h 5638596"/>
              <a:gd name="connsiteX13" fmla="*/ 3495260 w 3678563"/>
              <a:gd name="connsiteY13" fmla="*/ 0 h 5638596"/>
              <a:gd name="connsiteX14" fmla="*/ 3678563 w 3678563"/>
              <a:gd name="connsiteY14" fmla="*/ 183303 h 5638596"/>
              <a:gd name="connsiteX15" fmla="*/ 3678563 w 3678563"/>
              <a:gd name="connsiteY15" fmla="*/ 5455293 h 5638596"/>
              <a:gd name="connsiteX16" fmla="*/ 3495260 w 3678563"/>
              <a:gd name="connsiteY16" fmla="*/ 5638596 h 5638596"/>
              <a:gd name="connsiteX17" fmla="*/ 183303 w 3678563"/>
              <a:gd name="connsiteY17" fmla="*/ 5638596 h 5638596"/>
              <a:gd name="connsiteX18" fmla="*/ 0 w 3678563"/>
              <a:gd name="connsiteY18" fmla="*/ 5455293 h 5638596"/>
              <a:gd name="connsiteX19" fmla="*/ 0 w 3678563"/>
              <a:gd name="connsiteY19" fmla="*/ 183303 h 5638596"/>
              <a:gd name="connsiteX20" fmla="*/ 183303 w 3678563"/>
              <a:gd name="connsiteY20" fmla="*/ 0 h 5638596"/>
              <a:gd name="connsiteX0" fmla="*/ 183303 w 3678563"/>
              <a:gd name="connsiteY0" fmla="*/ 0 h 5638596"/>
              <a:gd name="connsiteX1" fmla="*/ 1243694 w 3678563"/>
              <a:gd name="connsiteY1" fmla="*/ 0 h 5638596"/>
              <a:gd name="connsiteX2" fmla="*/ 1329868 w 3678563"/>
              <a:gd name="connsiteY2" fmla="*/ 7913 h 5638596"/>
              <a:gd name="connsiteX3" fmla="*/ 1385106 w 3678563"/>
              <a:gd name="connsiteY3" fmla="*/ 63151 h 5638596"/>
              <a:gd name="connsiteX4" fmla="*/ 1385106 w 3678563"/>
              <a:gd name="connsiteY4" fmla="*/ 60611 h 5638596"/>
              <a:gd name="connsiteX5" fmla="*/ 1473682 w 3678563"/>
              <a:gd name="connsiteY5" fmla="*/ 149187 h 5638596"/>
              <a:gd name="connsiteX6" fmla="*/ 2163304 w 3678563"/>
              <a:gd name="connsiteY6" fmla="*/ 149187 h 5638596"/>
              <a:gd name="connsiteX7" fmla="*/ 2251880 w 3678563"/>
              <a:gd name="connsiteY7" fmla="*/ 60611 h 5638596"/>
              <a:gd name="connsiteX8" fmla="*/ 2251880 w 3678563"/>
              <a:gd name="connsiteY8" fmla="*/ 63151 h 5638596"/>
              <a:gd name="connsiteX9" fmla="*/ 2307118 w 3678563"/>
              <a:gd name="connsiteY9" fmla="*/ 7913 h 5638596"/>
              <a:gd name="connsiteX10" fmla="*/ 2393292 w 3678563"/>
              <a:gd name="connsiteY10" fmla="*/ 7913 h 5638596"/>
              <a:gd name="connsiteX11" fmla="*/ 2393292 w 3678563"/>
              <a:gd name="connsiteY11" fmla="*/ 0 h 5638596"/>
              <a:gd name="connsiteX12" fmla="*/ 3495260 w 3678563"/>
              <a:gd name="connsiteY12" fmla="*/ 0 h 5638596"/>
              <a:gd name="connsiteX13" fmla="*/ 3678563 w 3678563"/>
              <a:gd name="connsiteY13" fmla="*/ 183303 h 5638596"/>
              <a:gd name="connsiteX14" fmla="*/ 3678563 w 3678563"/>
              <a:gd name="connsiteY14" fmla="*/ 5455293 h 5638596"/>
              <a:gd name="connsiteX15" fmla="*/ 3495260 w 3678563"/>
              <a:gd name="connsiteY15" fmla="*/ 5638596 h 5638596"/>
              <a:gd name="connsiteX16" fmla="*/ 183303 w 3678563"/>
              <a:gd name="connsiteY16" fmla="*/ 5638596 h 5638596"/>
              <a:gd name="connsiteX17" fmla="*/ 0 w 3678563"/>
              <a:gd name="connsiteY17" fmla="*/ 5455293 h 5638596"/>
              <a:gd name="connsiteX18" fmla="*/ 0 w 3678563"/>
              <a:gd name="connsiteY18" fmla="*/ 183303 h 5638596"/>
              <a:gd name="connsiteX19" fmla="*/ 183303 w 3678563"/>
              <a:gd name="connsiteY19" fmla="*/ 0 h 5638596"/>
              <a:gd name="connsiteX0" fmla="*/ 183303 w 3678563"/>
              <a:gd name="connsiteY0" fmla="*/ 0 h 5638596"/>
              <a:gd name="connsiteX1" fmla="*/ 1329868 w 3678563"/>
              <a:gd name="connsiteY1" fmla="*/ 7913 h 5638596"/>
              <a:gd name="connsiteX2" fmla="*/ 1385106 w 3678563"/>
              <a:gd name="connsiteY2" fmla="*/ 63151 h 5638596"/>
              <a:gd name="connsiteX3" fmla="*/ 1385106 w 3678563"/>
              <a:gd name="connsiteY3" fmla="*/ 60611 h 5638596"/>
              <a:gd name="connsiteX4" fmla="*/ 1473682 w 3678563"/>
              <a:gd name="connsiteY4" fmla="*/ 149187 h 5638596"/>
              <a:gd name="connsiteX5" fmla="*/ 2163304 w 3678563"/>
              <a:gd name="connsiteY5" fmla="*/ 149187 h 5638596"/>
              <a:gd name="connsiteX6" fmla="*/ 2251880 w 3678563"/>
              <a:gd name="connsiteY6" fmla="*/ 60611 h 5638596"/>
              <a:gd name="connsiteX7" fmla="*/ 2251880 w 3678563"/>
              <a:gd name="connsiteY7" fmla="*/ 63151 h 5638596"/>
              <a:gd name="connsiteX8" fmla="*/ 2307118 w 3678563"/>
              <a:gd name="connsiteY8" fmla="*/ 7913 h 5638596"/>
              <a:gd name="connsiteX9" fmla="*/ 2393292 w 3678563"/>
              <a:gd name="connsiteY9" fmla="*/ 7913 h 5638596"/>
              <a:gd name="connsiteX10" fmla="*/ 2393292 w 3678563"/>
              <a:gd name="connsiteY10" fmla="*/ 0 h 5638596"/>
              <a:gd name="connsiteX11" fmla="*/ 3495260 w 3678563"/>
              <a:gd name="connsiteY11" fmla="*/ 0 h 5638596"/>
              <a:gd name="connsiteX12" fmla="*/ 3678563 w 3678563"/>
              <a:gd name="connsiteY12" fmla="*/ 183303 h 5638596"/>
              <a:gd name="connsiteX13" fmla="*/ 3678563 w 3678563"/>
              <a:gd name="connsiteY13" fmla="*/ 5455293 h 5638596"/>
              <a:gd name="connsiteX14" fmla="*/ 3495260 w 3678563"/>
              <a:gd name="connsiteY14" fmla="*/ 5638596 h 5638596"/>
              <a:gd name="connsiteX15" fmla="*/ 183303 w 3678563"/>
              <a:gd name="connsiteY15" fmla="*/ 5638596 h 5638596"/>
              <a:gd name="connsiteX16" fmla="*/ 0 w 3678563"/>
              <a:gd name="connsiteY16" fmla="*/ 5455293 h 5638596"/>
              <a:gd name="connsiteX17" fmla="*/ 0 w 3678563"/>
              <a:gd name="connsiteY17" fmla="*/ 183303 h 5638596"/>
              <a:gd name="connsiteX18" fmla="*/ 183303 w 3678563"/>
              <a:gd name="connsiteY18" fmla="*/ 0 h 5638596"/>
              <a:gd name="connsiteX0" fmla="*/ 183303 w 3678563"/>
              <a:gd name="connsiteY0" fmla="*/ 0 h 5638596"/>
              <a:gd name="connsiteX1" fmla="*/ 1329868 w 3678563"/>
              <a:gd name="connsiteY1" fmla="*/ 7913 h 5638596"/>
              <a:gd name="connsiteX2" fmla="*/ 1385106 w 3678563"/>
              <a:gd name="connsiteY2" fmla="*/ 63151 h 5638596"/>
              <a:gd name="connsiteX3" fmla="*/ 1385106 w 3678563"/>
              <a:gd name="connsiteY3" fmla="*/ 60611 h 5638596"/>
              <a:gd name="connsiteX4" fmla="*/ 1473682 w 3678563"/>
              <a:gd name="connsiteY4" fmla="*/ 149187 h 5638596"/>
              <a:gd name="connsiteX5" fmla="*/ 2163304 w 3678563"/>
              <a:gd name="connsiteY5" fmla="*/ 149187 h 5638596"/>
              <a:gd name="connsiteX6" fmla="*/ 2251880 w 3678563"/>
              <a:gd name="connsiteY6" fmla="*/ 60611 h 5638596"/>
              <a:gd name="connsiteX7" fmla="*/ 2251880 w 3678563"/>
              <a:gd name="connsiteY7" fmla="*/ 63151 h 5638596"/>
              <a:gd name="connsiteX8" fmla="*/ 2307118 w 3678563"/>
              <a:gd name="connsiteY8" fmla="*/ 7913 h 5638596"/>
              <a:gd name="connsiteX9" fmla="*/ 2393292 w 3678563"/>
              <a:gd name="connsiteY9" fmla="*/ 7913 h 5638596"/>
              <a:gd name="connsiteX10" fmla="*/ 3495260 w 3678563"/>
              <a:gd name="connsiteY10" fmla="*/ 0 h 5638596"/>
              <a:gd name="connsiteX11" fmla="*/ 3678563 w 3678563"/>
              <a:gd name="connsiteY11" fmla="*/ 183303 h 5638596"/>
              <a:gd name="connsiteX12" fmla="*/ 3678563 w 3678563"/>
              <a:gd name="connsiteY12" fmla="*/ 5455293 h 5638596"/>
              <a:gd name="connsiteX13" fmla="*/ 3495260 w 3678563"/>
              <a:gd name="connsiteY13" fmla="*/ 5638596 h 5638596"/>
              <a:gd name="connsiteX14" fmla="*/ 183303 w 3678563"/>
              <a:gd name="connsiteY14" fmla="*/ 5638596 h 5638596"/>
              <a:gd name="connsiteX15" fmla="*/ 0 w 3678563"/>
              <a:gd name="connsiteY15" fmla="*/ 5455293 h 5638596"/>
              <a:gd name="connsiteX16" fmla="*/ 0 w 3678563"/>
              <a:gd name="connsiteY16" fmla="*/ 183303 h 5638596"/>
              <a:gd name="connsiteX17" fmla="*/ 183303 w 3678563"/>
              <a:gd name="connsiteY17" fmla="*/ 0 h 5638596"/>
              <a:gd name="connsiteX0" fmla="*/ 183303 w 3678563"/>
              <a:gd name="connsiteY0" fmla="*/ 0 h 5638596"/>
              <a:gd name="connsiteX1" fmla="*/ 1329868 w 3678563"/>
              <a:gd name="connsiteY1" fmla="*/ 7913 h 5638596"/>
              <a:gd name="connsiteX2" fmla="*/ 1385106 w 3678563"/>
              <a:gd name="connsiteY2" fmla="*/ 63151 h 5638596"/>
              <a:gd name="connsiteX3" fmla="*/ 1385106 w 3678563"/>
              <a:gd name="connsiteY3" fmla="*/ 60611 h 5638596"/>
              <a:gd name="connsiteX4" fmla="*/ 1473682 w 3678563"/>
              <a:gd name="connsiteY4" fmla="*/ 149187 h 5638596"/>
              <a:gd name="connsiteX5" fmla="*/ 2163304 w 3678563"/>
              <a:gd name="connsiteY5" fmla="*/ 149187 h 5638596"/>
              <a:gd name="connsiteX6" fmla="*/ 2251880 w 3678563"/>
              <a:gd name="connsiteY6" fmla="*/ 60611 h 5638596"/>
              <a:gd name="connsiteX7" fmla="*/ 2251880 w 3678563"/>
              <a:gd name="connsiteY7" fmla="*/ 63151 h 5638596"/>
              <a:gd name="connsiteX8" fmla="*/ 2307118 w 3678563"/>
              <a:gd name="connsiteY8" fmla="*/ 7913 h 5638596"/>
              <a:gd name="connsiteX9" fmla="*/ 3495260 w 3678563"/>
              <a:gd name="connsiteY9" fmla="*/ 0 h 5638596"/>
              <a:gd name="connsiteX10" fmla="*/ 3678563 w 3678563"/>
              <a:gd name="connsiteY10" fmla="*/ 183303 h 5638596"/>
              <a:gd name="connsiteX11" fmla="*/ 3678563 w 3678563"/>
              <a:gd name="connsiteY11" fmla="*/ 5455293 h 5638596"/>
              <a:gd name="connsiteX12" fmla="*/ 3495260 w 3678563"/>
              <a:gd name="connsiteY12" fmla="*/ 5638596 h 5638596"/>
              <a:gd name="connsiteX13" fmla="*/ 183303 w 3678563"/>
              <a:gd name="connsiteY13" fmla="*/ 5638596 h 5638596"/>
              <a:gd name="connsiteX14" fmla="*/ 0 w 3678563"/>
              <a:gd name="connsiteY14" fmla="*/ 5455293 h 5638596"/>
              <a:gd name="connsiteX15" fmla="*/ 0 w 3678563"/>
              <a:gd name="connsiteY15" fmla="*/ 183303 h 5638596"/>
              <a:gd name="connsiteX16" fmla="*/ 183303 w 3678563"/>
              <a:gd name="connsiteY16" fmla="*/ 0 h 5638596"/>
            </a:gdLst>
            <a:rect l="l" t="t" r="r" b="b"/>
            <a:pathLst>
              <a:path w="3678563" h="5638596">
                <a:moveTo>
                  <a:pt x="183303" y="0"/>
                </a:moveTo>
                <a:lnTo>
                  <a:pt x="1329868" y="7913"/>
                </a:lnTo>
                <a:cubicBezTo>
                  <a:pt x="1360375" y="7913"/>
                  <a:pt x="1385106" y="32644"/>
                  <a:pt x="1385106" y="63151"/>
                </a:cubicBezTo>
                <a:lnTo>
                  <a:pt x="1385106" y="60611"/>
                </a:lnTo>
                <a:cubicBezTo>
                  <a:pt x="1385106" y="109530"/>
                  <a:pt x="1424763" y="149187"/>
                  <a:pt x="1473682" y="149187"/>
                </a:cubicBezTo>
                <a:lnTo>
                  <a:pt x="2163304" y="149187"/>
                </a:lnTo>
                <a:cubicBezTo>
                  <a:pt x="2212223" y="149187"/>
                  <a:pt x="2251880" y="109530"/>
                  <a:pt x="2251880" y="60611"/>
                </a:cubicBezTo>
                <a:lnTo>
                  <a:pt x="2251880" y="63151"/>
                </a:lnTo>
                <a:cubicBezTo>
                  <a:pt x="2251880" y="32644"/>
                  <a:pt x="2276611" y="7913"/>
                  <a:pt x="2307118" y="7913"/>
                </a:cubicBezTo>
                <a:lnTo>
                  <a:pt x="3495260" y="0"/>
                </a:lnTo>
                <a:cubicBezTo>
                  <a:pt x="3596495" y="0"/>
                  <a:pt x="3678563" y="82068"/>
                  <a:pt x="3678563" y="183303"/>
                </a:cubicBezTo>
                <a:lnTo>
                  <a:pt x="3678563" y="5455293"/>
                </a:lnTo>
                <a:cubicBezTo>
                  <a:pt x="3678563" y="5556528"/>
                  <a:pt x="3596495" y="5638596"/>
                  <a:pt x="3495260" y="5638596"/>
                </a:cubicBezTo>
                <a:lnTo>
                  <a:pt x="183303" y="5638596"/>
                </a:lnTo>
                <a:cubicBezTo>
                  <a:pt x="82068" y="5638596"/>
                  <a:pt x="0" y="5556528"/>
                  <a:pt x="0" y="5455293"/>
                </a:cubicBezTo>
                <a:lnTo>
                  <a:pt x="0" y="183303"/>
                </a:lnTo>
                <a:cubicBezTo>
                  <a:pt x="0" y="82068"/>
                  <a:pt x="82068" y="0"/>
                  <a:pt x="183303" y="0"/>
                </a:cubicBezTo>
                <a:close/>
              </a:path>
            </a:pathLst>
          </a:custGeom>
          <a:solidFill xmlns:a="http://schemas.openxmlformats.org/drawingml/2006/main">
            <a:srgbClr val="A1A9B1"/>
          </a:solidFill>
        </p:spPr>
        <p:txBody>
          <a:bodyPr xmlns:a="http://schemas.openxmlformats.org/drawingml/2006/main" wrap="square">
            <a:noAutofit/>
          </a:bodyPr>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4" name="Datumsplatzhalter 3">
            <a:extLst xmlns:a="http://schemas.openxmlformats.org/drawingml/2006/main">
              <a:ext uri="{FF2B5EF4-FFF2-40B4-BE49-F238E27FC236}">
                <a16:creationId xmlns:a16="http://schemas.microsoft.com/office/drawing/2014/main" id="{582805AA-152C-90A2-F504-A2C03BA78140}"/>
              </a:ext>
            </a:extLst>
          </p:cNvPr>
          <p:cNvSpPr>
            <a:spLocks xmlns:a="http://schemas.openxmlformats.org/drawingml/2006/main" noGrp="1"/>
          </p:cNvSpPr>
          <p:nvPr>
            <p:ph type="dt" idx="33"/>
          </p:nvPr>
        </p:nvSpPr>
        <p:spPr/>
        <p:txBody>
          <a:bodyPr xmlns:a="http://schemas.openxmlformats.org/drawingml/2006/main"/>
          <a:lstStyle xmlns:a="http://schemas.openxmlformats.org/drawingml/2006/main"/>
          <a:p xmlns:a="http://schemas.openxmlformats.org/drawingml/2006/main">
            <a:r>
              <a:t>Intern, TT.MM.JJJJ</a:t>
            </a:r>
            <a:endParaRPr sz="800"/>
          </a:p>
        </p:txBody>
      </p:sp>
      <p:sp>
        <p:nvSpPr>
          <p:cNvPr id="11" name="Foliennummernplatzhalter 10">
            <a:extLst xmlns:a="http://schemas.openxmlformats.org/drawingml/2006/main">
              <a:ext uri="{FF2B5EF4-FFF2-40B4-BE49-F238E27FC236}">
                <a16:creationId xmlns:a16="http://schemas.microsoft.com/office/drawing/2014/main" id="{EC99D96C-9CF0-F8BE-F6D3-EE2DBFA9DF55}"/>
              </a:ext>
            </a:extLst>
          </p:cNvPr>
          <p:cNvSpPr>
            <a:spLocks xmlns:a="http://schemas.openxmlformats.org/drawingml/2006/main" noGrp="1"/>
          </p:cNvSpPr>
          <p:nvPr>
            <p:ph type="sldNum" idx="35"/>
          </p:nvPr>
        </p:nvSpPr>
        <p:spPr/>
        <p:txBody>
          <a:bodyPr xmlns:a="http://schemas.openxmlformats.org/drawingml/2006/main"/>
          <a:lstStyle xmlns:a="http://schemas.openxmlformats.org/drawingml/2006/main"/>
          <a:p xmlns:a="http://schemas.openxmlformats.org/drawingml/2006/main">
            <a:r>
              <a:t>Seite </a:t>
            </a:r>
            <a:fld id="{DC907883-A228-4E41-A7BF-33DDF6A01B2A}" type="slidenum">
              <a:t>‹Nr.›</a:t>
            </a:fld>
            <a:endParaRPr/>
          </a:p>
        </p:txBody>
      </p:sp>
    </p:spTree>
  </p:cSld>
</p:sldLayout>
</file>

<file path=ppt/slideLayouts/slideLayout20.xml><?xml version="1.0" encoding="utf-8"?>
<p:sldLayout xmlns:p="http://schemas.openxmlformats.org/presentationml/2006/main" preserve="1" userDrawn="1">
  <p:cSld name="Inhalt und Mockup Laptop">
    <p:spTree>
      <p:nvGrpSpPr>
        <p:cNvPr id="1" name=""/>
        <p:cNvGrpSpPr/>
        <p:nvPr/>
      </p:nvGrpSpPr>
      <p:grpSpPr>
        <a:xfrm xmlns:a="http://schemas.openxmlformats.org/drawingml/2006/main"/>
      </p:grpSpPr>
      <p:sp>
        <p:nvSpPr>
          <p:cNvPr id="7" name="Freihandform: Form 6">
            <a:extLst xmlns:a="http://schemas.openxmlformats.org/drawingml/2006/main">
              <a:ext uri="{FF2B5EF4-FFF2-40B4-BE49-F238E27FC236}">
                <a16:creationId xmlns:a16="http://schemas.microsoft.com/office/drawing/2014/main" id="{D6716302-F223-D28D-01C0-20731F7C372B}"/>
              </a:ext>
            </a:extLst>
          </p:cNvPr>
          <p:cNvSpPr>
            <a:spLocks xmlns:a="http://schemas.openxmlformats.org/drawingml/2006/main" noGrp="1"/>
          </p:cNvSpPr>
          <p:nvPr/>
        </p:nvSpPr>
        <p:spPr>
          <a:xfrm xmlns:a="http://schemas.openxmlformats.org/drawingml/2006/main">
            <a:off x="6305025" y="979200"/>
            <a:ext cx="5886975" cy="5878800"/>
          </a:xfrm>
          <a:custGeom xmlns:a="http://schemas.openxmlformats.org/drawingml/2006/main">
            <a:gdLst>
              <a:gd name="connsiteX0" fmla="*/ 920646 w 5886975"/>
              <a:gd name="connsiteY0" fmla="*/ 0 h 5878800"/>
              <a:gd name="connsiteX1" fmla="*/ 1864821 w 5886975"/>
              <a:gd name="connsiteY1" fmla="*/ 0 h 5878800"/>
              <a:gd name="connsiteX2" fmla="*/ 4942800 w 5886975"/>
              <a:gd name="connsiteY2" fmla="*/ 0 h 5878800"/>
              <a:gd name="connsiteX3" fmla="*/ 5886975 w 5886975"/>
              <a:gd name="connsiteY3" fmla="*/ 0 h 5878800"/>
              <a:gd name="connsiteX4" fmla="*/ 5886975 w 5886975"/>
              <a:gd name="connsiteY4" fmla="*/ 5878800 h 5878800"/>
              <a:gd name="connsiteX5" fmla="*/ 4942800 w 5886975"/>
              <a:gd name="connsiteY5" fmla="*/ 5878800 h 5878800"/>
              <a:gd name="connsiteX6" fmla="*/ 944175 w 5886975"/>
              <a:gd name="connsiteY6" fmla="*/ 5878800 h 5878800"/>
              <a:gd name="connsiteX7" fmla="*/ 0 w 5886975"/>
              <a:gd name="connsiteY7" fmla="*/ 5878800 h 5878800"/>
              <a:gd name="connsiteX8" fmla="*/ 0 w 5886975"/>
              <a:gd name="connsiteY8" fmla="*/ 920646 h 5878800"/>
              <a:gd name="connsiteX9" fmla="*/ 920646 w 5886975"/>
              <a:gd name="connsiteY9" fmla="*/ 0 h 5878800"/>
            </a:gdLst>
            <a:rect l="l" t="t" r="r" b="b"/>
            <a:pathLst>
              <a:path w="5886975" h="5878800">
                <a:moveTo>
                  <a:pt x="920646" y="0"/>
                </a:moveTo>
                <a:lnTo>
                  <a:pt x="1864821" y="0"/>
                </a:lnTo>
                <a:lnTo>
                  <a:pt x="4942800" y="0"/>
                </a:lnTo>
                <a:lnTo>
                  <a:pt x="5886975" y="0"/>
                </a:lnTo>
                <a:lnTo>
                  <a:pt x="5886975" y="5878800"/>
                </a:lnTo>
                <a:lnTo>
                  <a:pt x="4942800" y="5878800"/>
                </a:lnTo>
                <a:lnTo>
                  <a:pt x="944175" y="5878800"/>
                </a:lnTo>
                <a:lnTo>
                  <a:pt x="0" y="5878800"/>
                </a:lnTo>
                <a:lnTo>
                  <a:pt x="0" y="920646"/>
                </a:lnTo>
                <a:cubicBezTo>
                  <a:pt x="0" y="412187"/>
                  <a:pt x="412187" y="0"/>
                  <a:pt x="920646" y="0"/>
                </a:cubicBezTo>
                <a:close/>
              </a:path>
            </a:pathLst>
          </a:custGeom>
          <a:gradFill xmlns:a="http://schemas.openxmlformats.org/drawingml/2006/main">
            <a:gsLst>
              <a:gs pos="0">
                <a:srgbClr val="FFFFFF"/>
              </a:gs>
              <a:gs pos="93000">
                <a:srgbClr val="DDE0E3"/>
              </a:gs>
              <a:gs pos="33000">
                <a:srgbClr val="DDE0E3"/>
              </a:gs>
            </a:gsLst>
            <a:lin ang="8400000" scaled="0"/>
          </a:gra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spcBef>
                <a:spcPts val="300"/>
              </a:spcBef>
              <a:spcAft>
                <a:spcPts val="300"/>
              </a:spcAft>
              <a:buNone/>
            </a:pPr>
            <a:endParaRPr sz="2000">
              <a:solidFill>
                <a:schemeClr val="tx1"/>
              </a:solidFill>
            </a:endParaRPr>
          </a:p>
        </p:txBody>
      </p:sp>
      <p:sp>
        <p:nvSpPr>
          <p:cNvPr id="8" name="Textfeld 7">
            <a:extLst xmlns:a="http://schemas.openxmlformats.org/drawingml/2006/main">
              <a:ext uri="{FF2B5EF4-FFF2-40B4-BE49-F238E27FC236}">
                <a16:creationId xmlns:a16="http://schemas.microsoft.com/office/drawing/2014/main" id="{418BB640-0AC8-728D-A225-4786C533CD1F}"/>
              </a:ext>
            </a:extLst>
          </p:cNvPr>
          <p:cNvSpPr>
            <a:spLocks xmlns:a="http://schemas.openxmlformats.org/drawingml/2006/main" noGrp="1"/>
          </p:cNvSpPr>
          <p:nvPr/>
        </p:nvSpPr>
        <p:spPr>
          <a:xfrm xmlns:a="http://schemas.openxmlformats.org/drawingml/2006/main" rot="16200000" flipH="1" flipV="1">
            <a:off x="-2964522" y="3224871"/>
            <a:ext cx="6048378" cy="119334"/>
          </a:xfrm>
          <a:custGeom xmlns:a="http://schemas.openxmlformats.org/drawingml/2006/main">
            <a:gdLst>
              <a:gd name="connsiteX0" fmla="*/ 0 w 6048378"/>
              <a:gd name="connsiteY0" fmla="*/ 118800 h 119334"/>
              <a:gd name="connsiteX1" fmla="*/ 118800 w 6048378"/>
              <a:gd name="connsiteY1" fmla="*/ 0 h 119334"/>
              <a:gd name="connsiteX2" fmla="*/ 5929578 w 6048378"/>
              <a:gd name="connsiteY2" fmla="*/ 0 h 119334"/>
              <a:gd name="connsiteX3" fmla="*/ 6048378 w 6048378"/>
              <a:gd name="connsiteY3" fmla="*/ 118800 h 119334"/>
              <a:gd name="connsiteX4" fmla="*/ 6048270 w 6048378"/>
              <a:gd name="connsiteY4" fmla="*/ 119334 h 119334"/>
              <a:gd name="connsiteX5" fmla="*/ 108 w 6048378"/>
              <a:gd name="connsiteY5" fmla="*/ 119334 h 119334"/>
            </a:gdLst>
            <a:rect l="l" t="t" r="r" b="b"/>
            <a:pathLst>
              <a:path w="6048378" h="119334">
                <a:moveTo>
                  <a:pt x="0" y="118800"/>
                </a:moveTo>
                <a:cubicBezTo>
                  <a:pt x="0" y="53189"/>
                  <a:pt x="53189" y="0"/>
                  <a:pt x="118800" y="0"/>
                </a:cubicBezTo>
                <a:lnTo>
                  <a:pt x="5929578" y="0"/>
                </a:lnTo>
                <a:cubicBezTo>
                  <a:pt x="5995189" y="0"/>
                  <a:pt x="6048378" y="53189"/>
                  <a:pt x="6048378" y="118800"/>
                </a:cubicBezTo>
                <a:lnTo>
                  <a:pt x="6048270" y="119334"/>
                </a:lnTo>
                <a:lnTo>
                  <a:pt x="108" y="119334"/>
                </a:lnTo>
                <a:close/>
              </a:path>
            </a:pathLst>
          </a:custGeom>
          <a:gradFill xmlns:a="http://schemas.openxmlformats.org/drawingml/2006/main">
            <a:gsLst>
              <a:gs pos="10000">
                <a:srgbClr val="9B348E"/>
              </a:gs>
              <a:gs pos="33000">
                <a:schemeClr val="bg2"/>
              </a:gs>
            </a:gsLst>
            <a:lin ang="12600000" scaled="0"/>
          </a:gradFill>
          <a:ln xmlns:a="http://schemas.openxmlformats.org/drawingml/2006/main">
            <a:no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pic>
        <p:nvPicPr>
          <p:cNvPr id="22" name="!!MacBook_1"/>
          <p:cNvPicPr>
            <a:picLocks xmlns:a="http://schemas.openxmlformats.org/drawingml/2006/main" noChangeAspect="1"/>
          </p:cNvPicPr>
          <p:nvPr/>
        </p:nvPicPr>
        <p:blipFill>
          <a:blip xmlns:r="http://schemas.openxmlformats.org/officeDocument/2006/relationships" xmlns:a="http://schemas.openxmlformats.org/drawingml/2006/main" r:embed="Rb2196adabd0f4c30"/>
          <a:srcRect xmlns:a="http://schemas.openxmlformats.org/drawingml/2006/main" l="0" t="0" r="0" b="0"/>
          <a:stretch xmlns:a="http://schemas.openxmlformats.org/drawingml/2006/main">
            <a:fillRect l="0" t="0" r="0" b="0"/>
          </a:stretch>
        </p:blipFill>
        <p:spPr>
          <a:xfrm xmlns:a="http://schemas.openxmlformats.org/drawingml/2006/main">
            <a:off x="4431370" y="1887805"/>
            <a:ext cx="8561976" cy="4763438"/>
          </a:xfrm>
        </p:spPr>
      </p:pic>
      <p:sp>
        <p:nvSpPr>
          <p:cNvPr id="13" name="Bildplatzhalter">
            <a:extLst xmlns:a="http://schemas.openxmlformats.org/drawingml/2006/main">
              <a:ext uri="{FF2B5EF4-FFF2-40B4-BE49-F238E27FC236}">
                <a16:creationId xmlns:a16="http://schemas.microsoft.com/office/drawing/2014/main" id="{236798F5-1748-EF4E-6D4C-141314EE8C5E}"/>
              </a:ext>
            </a:extLst>
          </p:cNvPr>
          <p:cNvSpPr>
            <a:spLocks xmlns:a="http://schemas.openxmlformats.org/drawingml/2006/main" noGrp="1"/>
          </p:cNvSpPr>
          <p:nvPr>
            <p:ph type="pic" idx="32"/>
          </p:nvPr>
        </p:nvSpPr>
        <p:spPr>
          <a:xfrm xmlns:a="http://schemas.openxmlformats.org/drawingml/2006/main">
            <a:off x="5854863" y="2194310"/>
            <a:ext cx="5713250" cy="3425440"/>
          </a:xfrm>
          <a:prstGeom xmlns:a="http://schemas.openxmlformats.org/drawingml/2006/main" prst="roundRect">
            <a:avLst>
              <a:gd name="adj" fmla="val 458"/>
            </a:avLst>
          </a:prstGeom>
          <a:solidFill xmlns:a="http://schemas.openxmlformats.org/drawingml/2006/main">
            <a:srgbClr val="A1A9B1"/>
          </a:solidFill>
        </p:spPr>
        <p:txBody>
          <a:bodyPr xmlns:a="http://schemas.openxmlformats.org/drawingml/2006/main" wrap="square">
            <a:noAutofit/>
          </a:bodyPr>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9" name="Topline">
            <a:extLst xmlns:a="http://schemas.openxmlformats.org/drawingml/2006/main">
              <a:ext uri="{FF2B5EF4-FFF2-40B4-BE49-F238E27FC236}">
                <a16:creationId xmlns:a16="http://schemas.microsoft.com/office/drawing/2014/main" id="{A368F05E-AA87-2C42-5067-6EADF11D89DF}"/>
              </a:ext>
            </a:extLst>
          </p:cNvPr>
          <p:cNvSpPr>
            <a:spLocks xmlns:a="http://schemas.openxmlformats.org/drawingml/2006/main" noGrp="1"/>
          </p:cNvSpPr>
          <p:nvPr>
            <p:ph type="body" idx="26" hasCustomPrompt="1"/>
          </p:nvPr>
        </p:nvSpPr>
        <p:spPr>
          <a:xfrm xmlns:a="http://schemas.openxmlformats.org/drawingml/2006/main">
            <a:off x="695401" y="548680"/>
            <a:ext cx="4321099" cy="288000"/>
          </a:xfrm>
        </p:spPr>
        <p:txBody>
          <a:bodyPr xmlns:a="http://schemas.openxmlformats.org/drawingml/2006/main" anchor="b"/>
          <a:lstStyle xmlns:a="http://schemas.openxmlformats.org/drawingml/2006/main">
            <a:lvl1pPr marL="0" indent="0">
              <a:spcAft>
                <a:spcPts val="0"/>
              </a:spcAft>
              <a:buFontTx/>
              <a:buNone/>
              <a:defRPr sz="1400">
                <a:solidFill>
                  <a:schemeClr val="bg2"/>
                </a:solidFill>
                <a:latin typeface="+mn-lt"/>
                <a:ea typeface="+mn-lt"/>
                <a:cs typeface="+mn-lt"/>
              </a:defRPr>
            </a:lvl1pPr>
            <a:lvl2pPr marL="0" indent="0">
              <a:spcAft>
                <a:spcPts val="0"/>
              </a:spcAft>
              <a:buFontTx/>
              <a:buNone/>
              <a:defRPr sz="1400">
                <a:solidFill>
                  <a:schemeClr val="bg2"/>
                </a:solidFill>
                <a:latin typeface="+mn-lt"/>
                <a:ea typeface="+mn-lt"/>
                <a:cs typeface="+mn-lt"/>
              </a:defRPr>
            </a:lvl2pPr>
            <a:lvl3pPr marL="0" indent="0">
              <a:spcAft>
                <a:spcPts val="0"/>
              </a:spcAft>
              <a:buFontTx/>
              <a:buNone/>
              <a:defRPr sz="1400">
                <a:solidFill>
                  <a:schemeClr val="bg2"/>
                </a:solidFill>
                <a:latin typeface="+mn-lt"/>
                <a:ea typeface="+mn-lt"/>
                <a:cs typeface="+mn-lt"/>
              </a:defRPr>
            </a:lvl3pPr>
            <a:lvl4pPr marL="0" indent="0">
              <a:spcAft>
                <a:spcPts val="0"/>
              </a:spcAft>
              <a:buFontTx/>
              <a:buNone/>
              <a:defRPr sz="1400">
                <a:solidFill>
                  <a:schemeClr val="bg2"/>
                </a:solidFill>
                <a:latin typeface="+mn-lt"/>
                <a:ea typeface="+mn-lt"/>
                <a:cs typeface="+mn-lt"/>
              </a:defRPr>
            </a:lvl4pPr>
            <a:lvl5pPr marL="0" indent="0">
              <a:spcAft>
                <a:spcPts val="0"/>
              </a:spcAft>
              <a:buFontTx/>
              <a:buNone/>
              <a:defRPr sz="1400">
                <a:solidFill>
                  <a:schemeClr val="bg2"/>
                </a:solidFill>
                <a:latin typeface="+mn-lt"/>
                <a:ea typeface="+mn-lt"/>
                <a:cs typeface="+mn-lt"/>
              </a:defRPr>
            </a:lvl5pPr>
            <a:lvl6pPr marL="0" indent="0">
              <a:spcAft>
                <a:spcPts val="0"/>
              </a:spcAft>
              <a:buFontTx/>
              <a:buNone/>
              <a:defRPr sz="1400">
                <a:solidFill>
                  <a:schemeClr val="bg2"/>
                </a:solidFill>
                <a:latin typeface="+mn-lt"/>
                <a:ea typeface="+mn-lt"/>
                <a:cs typeface="+mn-lt"/>
              </a:defRPr>
            </a:lvl6pPr>
            <a:lvl7pPr marL="0" indent="0">
              <a:spcAft>
                <a:spcPts val="0"/>
              </a:spcAft>
              <a:buFontTx/>
              <a:buNone/>
              <a:defRPr sz="1400">
                <a:solidFill>
                  <a:schemeClr val="bg2"/>
                </a:solidFill>
                <a:latin typeface="+mn-lt"/>
                <a:ea typeface="+mn-lt"/>
                <a:cs typeface="+mn-lt"/>
              </a:defRPr>
            </a:lvl7pPr>
            <a:lvl8pPr marL="0" indent="0">
              <a:spcAft>
                <a:spcPts val="0"/>
              </a:spcAft>
              <a:buFontTx/>
              <a:buNone/>
              <a:defRPr sz="1400">
                <a:solidFill>
                  <a:schemeClr val="bg2"/>
                </a:solidFill>
                <a:latin typeface="+mn-lt"/>
                <a:ea typeface="+mn-lt"/>
                <a:cs typeface="+mn-lt"/>
              </a:defRPr>
            </a:lvl8pPr>
            <a:lvl9pPr marL="0" indent="0">
              <a:spcAft>
                <a:spcPts val="0"/>
              </a:spcAft>
              <a:buFontTx/>
              <a:buNone/>
              <a:defRPr sz="1400">
                <a:solidFill>
                  <a:schemeClr val="bg2"/>
                </a:solidFill>
                <a:latin typeface="+mn-lt"/>
                <a:ea typeface="+mn-lt"/>
                <a:cs typeface="+mn-lt"/>
              </a:defRPr>
            </a:lvl9pPr>
          </a:lstStyle>
          <a:p xmlns:a="http://schemas.openxmlformats.org/drawingml/2006/main">
            <a:pPr lvl="0">
              <a:buNone/>
            </a:pPr>
            <a:r>
              <a:t>Optionale </a:t>
            </a:r>
            <a:r>
              <a:t>Topline</a:t>
            </a:r>
            <a:r>
              <a:t> hinzufügen</a:t>
            </a:r>
          </a:p>
        </p:txBody>
      </p:sp>
      <p:sp>
        <p:nvSpPr>
          <p:cNvPr id="3" name="Titel 2">
            <a:extLst xmlns:a="http://schemas.openxmlformats.org/drawingml/2006/main">
              <a:ext uri="{FF2B5EF4-FFF2-40B4-BE49-F238E27FC236}">
                <a16:creationId xmlns:a16="http://schemas.microsoft.com/office/drawing/2014/main" id="{DD97BBC6-5B8B-0978-EE9F-469CC55B3CA0}"/>
              </a:ext>
            </a:extLst>
          </p:cNvPr>
          <p:cNvSpPr>
            <a:spLocks xmlns:a="http://schemas.openxmlformats.org/drawingml/2006/main" noGrp="1"/>
          </p:cNvSpPr>
          <p:nvPr>
            <p:ph type="title" idx="0"/>
          </p:nvPr>
        </p:nvSpPr>
        <p:spPr>
          <a:xfrm xmlns:a="http://schemas.openxmlformats.org/drawingml/2006/main">
            <a:off x="695325" y="908720"/>
            <a:ext cx="4321175" cy="576000"/>
          </a:xfrm>
        </p:spPr>
        <p:txBody>
          <a:bodyPr xmlns:a="http://schemas.openxmlformats.org/drawingml/2006/main" bIns="0"/>
          <a:lstStyle xmlns:a="http://schemas.openxmlformats.org/drawingml/2006/main">
            <a:lvl1pPr>
              <a:lnSpc>
                <a:spcPct val="95000"/>
              </a:lnSpc>
              <a:buNone/>
              <a:defRPr/>
            </a:lvl1pPr>
          </a:lstStyle>
          <a:p xmlns:a="http://schemas.openxmlformats.org/drawingml/2006/main">
            <a:r>
              <a:t>Mastertitelformat bearbeiten</a:t>
            </a:r>
            <a:endParaRPr/>
          </a:p>
        </p:txBody>
      </p:sp>
      <p:sp>
        <p:nvSpPr>
          <p:cNvPr id="10" name="Subline">
            <a:extLst xmlns:a="http://schemas.openxmlformats.org/drawingml/2006/main">
              <a:ext uri="{FF2B5EF4-FFF2-40B4-BE49-F238E27FC236}">
                <a16:creationId xmlns:a16="http://schemas.microsoft.com/office/drawing/2014/main" id="{E4D47092-765D-6561-AD03-5FB0453B8AAE}"/>
              </a:ext>
            </a:extLst>
          </p:cNvPr>
          <p:cNvSpPr>
            <a:spLocks xmlns:a="http://schemas.openxmlformats.org/drawingml/2006/main" noGrp="1"/>
          </p:cNvSpPr>
          <p:nvPr>
            <p:ph type="body" idx="27" hasCustomPrompt="1"/>
          </p:nvPr>
        </p:nvSpPr>
        <p:spPr>
          <a:xfrm xmlns:a="http://schemas.openxmlformats.org/drawingml/2006/main">
            <a:off x="695401" y="1484784"/>
            <a:ext cx="4321099" cy="504000"/>
          </a:xfrm>
        </p:spPr>
        <p:txBody>
          <a:bodyPr xmlns:a="http://schemas.openxmlformats.org/drawingml/2006/main" anchor="t"/>
          <a:lstStyle xmlns:a="http://schemas.openxmlformats.org/drawingml/2006/main">
            <a:lvl1pPr marL="0" indent="0">
              <a:spcAft>
                <a:spcPts val="0"/>
              </a:spcAft>
              <a:buFontTx/>
              <a:buNone/>
              <a:defRPr sz="2000">
                <a:solidFill>
                  <a:schemeClr val="bg2"/>
                </a:solidFill>
                <a:latin typeface="+mj-lt"/>
                <a:ea typeface="+mj-lt"/>
                <a:cs typeface="+mj-lt"/>
              </a:defRPr>
            </a:lvl1pPr>
            <a:lvl2pPr marL="0" indent="0">
              <a:spcAft>
                <a:spcPts val="0"/>
              </a:spcAft>
              <a:buFontTx/>
              <a:buNone/>
              <a:defRPr sz="2000">
                <a:solidFill>
                  <a:schemeClr val="bg2"/>
                </a:solidFill>
                <a:latin typeface="+mj-lt"/>
                <a:ea typeface="+mj-lt"/>
                <a:cs typeface="+mj-lt"/>
              </a:defRPr>
            </a:lvl2pPr>
            <a:lvl3pPr marL="0" indent="0">
              <a:spcAft>
                <a:spcPts val="0"/>
              </a:spcAft>
              <a:buFontTx/>
              <a:buNone/>
              <a:defRPr sz="2000">
                <a:solidFill>
                  <a:schemeClr val="bg2"/>
                </a:solidFill>
                <a:latin typeface="+mj-lt"/>
                <a:ea typeface="+mj-lt"/>
                <a:cs typeface="+mj-lt"/>
              </a:defRPr>
            </a:lvl3pPr>
            <a:lvl4pPr marL="0" indent="0">
              <a:spcAft>
                <a:spcPts val="0"/>
              </a:spcAft>
              <a:buFontTx/>
              <a:buNone/>
              <a:defRPr sz="2000">
                <a:solidFill>
                  <a:schemeClr val="bg2"/>
                </a:solidFill>
                <a:latin typeface="+mj-lt"/>
                <a:ea typeface="+mj-lt"/>
                <a:cs typeface="+mj-lt"/>
              </a:defRPr>
            </a:lvl4pPr>
            <a:lvl5pPr marL="0" indent="0">
              <a:spcAft>
                <a:spcPts val="0"/>
              </a:spcAft>
              <a:buFontTx/>
              <a:buNone/>
              <a:defRPr sz="2000">
                <a:solidFill>
                  <a:schemeClr val="bg2"/>
                </a:solidFill>
                <a:latin typeface="+mj-lt"/>
                <a:ea typeface="+mj-lt"/>
                <a:cs typeface="+mj-lt"/>
              </a:defRPr>
            </a:lvl5pPr>
            <a:lvl6pPr marL="0" indent="0">
              <a:spcAft>
                <a:spcPts val="0"/>
              </a:spcAft>
              <a:buFontTx/>
              <a:buNone/>
              <a:defRPr sz="2000">
                <a:solidFill>
                  <a:schemeClr val="bg2"/>
                </a:solidFill>
                <a:latin typeface="+mj-lt"/>
                <a:ea typeface="+mj-lt"/>
                <a:cs typeface="+mj-lt"/>
              </a:defRPr>
            </a:lvl6pPr>
            <a:lvl7pPr marL="0" indent="0">
              <a:spcAft>
                <a:spcPts val="0"/>
              </a:spcAft>
              <a:buFontTx/>
              <a:buNone/>
              <a:defRPr sz="2000">
                <a:solidFill>
                  <a:schemeClr val="bg2"/>
                </a:solidFill>
                <a:latin typeface="+mj-lt"/>
                <a:ea typeface="+mj-lt"/>
                <a:cs typeface="+mj-lt"/>
              </a:defRPr>
            </a:lvl7pPr>
            <a:lvl8pPr marL="0" indent="0">
              <a:spcAft>
                <a:spcPts val="0"/>
              </a:spcAft>
              <a:buFontTx/>
              <a:buNone/>
              <a:defRPr sz="2000">
                <a:solidFill>
                  <a:schemeClr val="bg2"/>
                </a:solidFill>
                <a:latin typeface="+mj-lt"/>
                <a:ea typeface="+mj-lt"/>
                <a:cs typeface="+mj-lt"/>
              </a:defRPr>
            </a:lvl8pPr>
            <a:lvl9pPr marL="0" indent="0">
              <a:spcAft>
                <a:spcPts val="0"/>
              </a:spcAft>
              <a:buFontTx/>
              <a:buNone/>
              <a:defRPr sz="2000">
                <a:solidFill>
                  <a:schemeClr val="bg2"/>
                </a:solidFill>
                <a:latin typeface="+mj-lt"/>
                <a:ea typeface="+mj-lt"/>
                <a:cs typeface="+mj-lt"/>
              </a:defRPr>
            </a:lvl9pPr>
          </a:lstStyle>
          <a:p xmlns:a="http://schemas.openxmlformats.org/drawingml/2006/main">
            <a:pPr lvl="0">
              <a:buNone/>
            </a:pPr>
            <a:r>
              <a:t>Optionale </a:t>
            </a:r>
            <a:r>
              <a:t>Subline</a:t>
            </a:r>
            <a:r>
              <a:t> hinzufügen</a:t>
            </a:r>
          </a:p>
        </p:txBody>
      </p:sp>
      <p:sp>
        <p:nvSpPr>
          <p:cNvPr id="18" name="Inhaltsplatzhalter 16">
            <a:extLst xmlns:a="http://schemas.openxmlformats.org/drawingml/2006/main">
              <a:ext uri="{FF2B5EF4-FFF2-40B4-BE49-F238E27FC236}">
                <a16:creationId xmlns:a16="http://schemas.microsoft.com/office/drawing/2014/main" id="{835F97C9-1A71-4B7B-B0FD-2161E9E9E0B2}"/>
              </a:ext>
            </a:extLst>
          </p:cNvPr>
          <p:cNvSpPr>
            <a:spLocks xmlns:a="http://schemas.openxmlformats.org/drawingml/2006/main" noGrp="1"/>
          </p:cNvSpPr>
          <p:nvPr>
            <p:ph idx="20"/>
          </p:nvPr>
        </p:nvSpPr>
        <p:spPr>
          <a:xfrm xmlns:a="http://schemas.openxmlformats.org/drawingml/2006/main">
            <a:off x="695325" y="2205038"/>
            <a:ext cx="4321175" cy="4103687"/>
          </a:xfrm>
        </p:spPr>
        <p:txBody>
          <a:bodyPr xmlns:a="http://schemas.openxmlformats.org/drawingml/2006/main"/>
          <a:lstStyle xmlns:a="http://schemas.openxmlformats.org/drawingml/2006/main">
            <a:lvl1pPr>
              <a:buNone/>
              <a:defRPr/>
            </a:lvl1pPr>
          </a:lstStyle>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endParaRPr/>
          </a:p>
        </p:txBody>
      </p:sp>
      <p:sp>
        <p:nvSpPr>
          <p:cNvPr id="4" name="Datumsplatzhalter 3">
            <a:extLst xmlns:a="http://schemas.openxmlformats.org/drawingml/2006/main">
              <a:ext uri="{FF2B5EF4-FFF2-40B4-BE49-F238E27FC236}">
                <a16:creationId xmlns:a16="http://schemas.microsoft.com/office/drawing/2014/main" id="{4FBADA15-1561-028C-8CAD-5BAC3C7CA85F}"/>
              </a:ext>
            </a:extLst>
          </p:cNvPr>
          <p:cNvSpPr>
            <a:spLocks xmlns:a="http://schemas.openxmlformats.org/drawingml/2006/main" noGrp="1"/>
          </p:cNvSpPr>
          <p:nvPr>
            <p:ph type="dt" idx="33"/>
          </p:nvPr>
        </p:nvSpPr>
        <p:spPr/>
        <p:txBody>
          <a:bodyPr xmlns:a="http://schemas.openxmlformats.org/drawingml/2006/main"/>
          <a:lstStyle xmlns:a="http://schemas.openxmlformats.org/drawingml/2006/main"/>
          <a:p xmlns:a="http://schemas.openxmlformats.org/drawingml/2006/main">
            <a:r>
              <a:t>Intern, TT.MM.JJJJ</a:t>
            </a:r>
            <a:endParaRPr sz="800"/>
          </a:p>
        </p:txBody>
      </p:sp>
      <p:sp>
        <p:nvSpPr>
          <p:cNvPr id="11" name="Foliennummernplatzhalter 10">
            <a:extLst xmlns:a="http://schemas.openxmlformats.org/drawingml/2006/main">
              <a:ext uri="{FF2B5EF4-FFF2-40B4-BE49-F238E27FC236}">
                <a16:creationId xmlns:a16="http://schemas.microsoft.com/office/drawing/2014/main" id="{AC4B28D1-ACB9-CB70-CA5B-973E00204CB2}"/>
              </a:ext>
            </a:extLst>
          </p:cNvPr>
          <p:cNvSpPr>
            <a:spLocks xmlns:a="http://schemas.openxmlformats.org/drawingml/2006/main" noGrp="1"/>
          </p:cNvSpPr>
          <p:nvPr>
            <p:ph type="sldNum" idx="35"/>
          </p:nvPr>
        </p:nvSpPr>
        <p:spPr/>
        <p:txBody>
          <a:bodyPr xmlns:a="http://schemas.openxmlformats.org/drawingml/2006/main"/>
          <a:lstStyle xmlns:a="http://schemas.openxmlformats.org/drawingml/2006/main"/>
          <a:p xmlns:a="http://schemas.openxmlformats.org/drawingml/2006/main">
            <a:r>
              <a:t>Seite </a:t>
            </a:r>
            <a:fld id="{DC907883-A228-4E41-A7BF-33DDF6A01B2A}" type="slidenum">
              <a:t>‹Nr.›</a:t>
            </a:fld>
            <a:endParaRPr/>
          </a:p>
        </p:txBody>
      </p:sp>
    </p:spTree>
  </p:cSld>
</p:sldLayout>
</file>

<file path=ppt/slideLayouts/slideLayout21.xml><?xml version="1.0" encoding="utf-8"?>
<p:sldLayout xmlns:p="http://schemas.openxmlformats.org/presentationml/2006/main" preserve="1" userDrawn="1">
  <p:cSld name="Leer">
    <p:spTree>
      <p:nvGrpSpPr>
        <p:cNvPr id="1" name=""/>
        <p:cNvGrpSpPr/>
        <p:nvPr/>
      </p:nvGrpSpPr>
      <p:grpSpPr>
        <a:xfrm xmlns:a="http://schemas.openxmlformats.org/drawingml/2006/main"/>
      </p:grpSpPr>
      <p:sp>
        <p:nvSpPr>
          <p:cNvPr id="2" name="Topline">
            <a:extLst xmlns:a="http://schemas.openxmlformats.org/drawingml/2006/main">
              <a:ext uri="{FF2B5EF4-FFF2-40B4-BE49-F238E27FC236}">
                <a16:creationId xmlns:a16="http://schemas.microsoft.com/office/drawing/2014/main" id="{E3DB0CCF-816F-7F48-42BF-5F0B319A5D40}"/>
              </a:ext>
            </a:extLst>
          </p:cNvPr>
          <p:cNvSpPr>
            <a:spLocks xmlns:a="http://schemas.openxmlformats.org/drawingml/2006/main" noGrp="1"/>
          </p:cNvSpPr>
          <p:nvPr>
            <p:ph type="body" idx="26" hasCustomPrompt="1"/>
          </p:nvPr>
        </p:nvSpPr>
        <p:spPr>
          <a:xfrm xmlns:a="http://schemas.openxmlformats.org/drawingml/2006/main">
            <a:off x="695401" y="548680"/>
            <a:ext cx="10296000" cy="288000"/>
          </a:xfrm>
        </p:spPr>
        <p:txBody>
          <a:bodyPr xmlns:a="http://schemas.openxmlformats.org/drawingml/2006/main" anchor="b"/>
          <a:lstStyle xmlns:a="http://schemas.openxmlformats.org/drawingml/2006/main">
            <a:lvl1pPr marL="0" indent="0">
              <a:spcAft>
                <a:spcPts val="0"/>
              </a:spcAft>
              <a:buFontTx/>
              <a:buNone/>
              <a:defRPr sz="1400">
                <a:solidFill>
                  <a:schemeClr val="bg2"/>
                </a:solidFill>
                <a:latin typeface="+mn-lt"/>
                <a:ea typeface="+mn-lt"/>
                <a:cs typeface="+mn-lt"/>
              </a:defRPr>
            </a:lvl1pPr>
            <a:lvl2pPr marL="0" indent="0">
              <a:spcAft>
                <a:spcPts val="0"/>
              </a:spcAft>
              <a:buFontTx/>
              <a:buNone/>
              <a:defRPr sz="1400">
                <a:solidFill>
                  <a:schemeClr val="bg2"/>
                </a:solidFill>
                <a:latin typeface="+mn-lt"/>
                <a:ea typeface="+mn-lt"/>
                <a:cs typeface="+mn-lt"/>
              </a:defRPr>
            </a:lvl2pPr>
            <a:lvl3pPr marL="0" indent="0">
              <a:spcAft>
                <a:spcPts val="0"/>
              </a:spcAft>
              <a:buFontTx/>
              <a:buNone/>
              <a:defRPr sz="1400">
                <a:solidFill>
                  <a:schemeClr val="bg2"/>
                </a:solidFill>
                <a:latin typeface="+mn-lt"/>
                <a:ea typeface="+mn-lt"/>
                <a:cs typeface="+mn-lt"/>
              </a:defRPr>
            </a:lvl3pPr>
            <a:lvl4pPr marL="0" indent="0">
              <a:spcAft>
                <a:spcPts val="0"/>
              </a:spcAft>
              <a:buFontTx/>
              <a:buNone/>
              <a:defRPr sz="1400">
                <a:solidFill>
                  <a:schemeClr val="bg2"/>
                </a:solidFill>
                <a:latin typeface="+mn-lt"/>
                <a:ea typeface="+mn-lt"/>
                <a:cs typeface="+mn-lt"/>
              </a:defRPr>
            </a:lvl4pPr>
            <a:lvl5pPr marL="0" indent="0">
              <a:spcAft>
                <a:spcPts val="0"/>
              </a:spcAft>
              <a:buFontTx/>
              <a:buNone/>
              <a:defRPr sz="1400">
                <a:solidFill>
                  <a:schemeClr val="bg2"/>
                </a:solidFill>
                <a:latin typeface="+mn-lt"/>
                <a:ea typeface="+mn-lt"/>
                <a:cs typeface="+mn-lt"/>
              </a:defRPr>
            </a:lvl5pPr>
            <a:lvl6pPr marL="0" indent="0">
              <a:spcAft>
                <a:spcPts val="0"/>
              </a:spcAft>
              <a:buFontTx/>
              <a:buNone/>
              <a:defRPr sz="1400">
                <a:solidFill>
                  <a:schemeClr val="bg2"/>
                </a:solidFill>
                <a:latin typeface="+mn-lt"/>
                <a:ea typeface="+mn-lt"/>
                <a:cs typeface="+mn-lt"/>
              </a:defRPr>
            </a:lvl6pPr>
            <a:lvl7pPr marL="0" indent="0">
              <a:spcAft>
                <a:spcPts val="0"/>
              </a:spcAft>
              <a:buFontTx/>
              <a:buNone/>
              <a:defRPr sz="1400">
                <a:solidFill>
                  <a:schemeClr val="bg2"/>
                </a:solidFill>
                <a:latin typeface="+mn-lt"/>
                <a:ea typeface="+mn-lt"/>
                <a:cs typeface="+mn-lt"/>
              </a:defRPr>
            </a:lvl7pPr>
            <a:lvl8pPr marL="0" indent="0">
              <a:spcAft>
                <a:spcPts val="0"/>
              </a:spcAft>
              <a:buFontTx/>
              <a:buNone/>
              <a:defRPr sz="1400">
                <a:solidFill>
                  <a:schemeClr val="bg2"/>
                </a:solidFill>
                <a:latin typeface="+mn-lt"/>
                <a:ea typeface="+mn-lt"/>
                <a:cs typeface="+mn-lt"/>
              </a:defRPr>
            </a:lvl8pPr>
            <a:lvl9pPr marL="0" indent="0">
              <a:spcAft>
                <a:spcPts val="0"/>
              </a:spcAft>
              <a:buFontTx/>
              <a:buNone/>
              <a:defRPr sz="1400">
                <a:solidFill>
                  <a:schemeClr val="bg2"/>
                </a:solidFill>
                <a:latin typeface="+mn-lt"/>
                <a:ea typeface="+mn-lt"/>
                <a:cs typeface="+mn-lt"/>
              </a:defRPr>
            </a:lvl9pPr>
          </a:lstStyle>
          <a:p xmlns:a="http://schemas.openxmlformats.org/drawingml/2006/main">
            <a:pPr lvl="0">
              <a:buNone/>
            </a:pPr>
            <a:r>
              <a:t>Optionale </a:t>
            </a:r>
            <a:r>
              <a:t>Topline</a:t>
            </a:r>
            <a:r>
              <a:t> hinzufügen</a:t>
            </a:r>
          </a:p>
        </p:txBody>
      </p:sp>
      <p:sp>
        <p:nvSpPr>
          <p:cNvPr id="5" name="Textfeld 4">
            <a:extLst xmlns:a="http://schemas.openxmlformats.org/drawingml/2006/main">
              <a:ext uri="{FF2B5EF4-FFF2-40B4-BE49-F238E27FC236}">
                <a16:creationId xmlns:a16="http://schemas.microsoft.com/office/drawing/2014/main" id="{020A7B7B-3C0B-82C3-1A40-47183584B6E9}"/>
              </a:ext>
            </a:extLst>
          </p:cNvPr>
          <p:cNvSpPr>
            <a:spLocks xmlns:a="http://schemas.openxmlformats.org/drawingml/2006/main" noGrp="1"/>
          </p:cNvSpPr>
          <p:nvPr/>
        </p:nvSpPr>
        <p:spPr>
          <a:xfrm xmlns:a="http://schemas.openxmlformats.org/drawingml/2006/main" rot="16200000" flipH="1" flipV="1">
            <a:off x="-2964522" y="3224871"/>
            <a:ext cx="6048378" cy="119334"/>
          </a:xfrm>
          <a:custGeom xmlns:a="http://schemas.openxmlformats.org/drawingml/2006/main">
            <a:gdLst>
              <a:gd name="connsiteX0" fmla="*/ 0 w 6048378"/>
              <a:gd name="connsiteY0" fmla="*/ 118800 h 119334"/>
              <a:gd name="connsiteX1" fmla="*/ 118800 w 6048378"/>
              <a:gd name="connsiteY1" fmla="*/ 0 h 119334"/>
              <a:gd name="connsiteX2" fmla="*/ 5929578 w 6048378"/>
              <a:gd name="connsiteY2" fmla="*/ 0 h 119334"/>
              <a:gd name="connsiteX3" fmla="*/ 6048378 w 6048378"/>
              <a:gd name="connsiteY3" fmla="*/ 118800 h 119334"/>
              <a:gd name="connsiteX4" fmla="*/ 6048270 w 6048378"/>
              <a:gd name="connsiteY4" fmla="*/ 119334 h 119334"/>
              <a:gd name="connsiteX5" fmla="*/ 108 w 6048378"/>
              <a:gd name="connsiteY5" fmla="*/ 119334 h 119334"/>
            </a:gdLst>
            <a:rect l="l" t="t" r="r" b="b"/>
            <a:pathLst>
              <a:path w="6048378" h="119334">
                <a:moveTo>
                  <a:pt x="0" y="118800"/>
                </a:moveTo>
                <a:cubicBezTo>
                  <a:pt x="0" y="53189"/>
                  <a:pt x="53189" y="0"/>
                  <a:pt x="118800" y="0"/>
                </a:cubicBezTo>
                <a:lnTo>
                  <a:pt x="5929578" y="0"/>
                </a:lnTo>
                <a:cubicBezTo>
                  <a:pt x="5995189" y="0"/>
                  <a:pt x="6048378" y="53189"/>
                  <a:pt x="6048378" y="118800"/>
                </a:cubicBezTo>
                <a:lnTo>
                  <a:pt x="6048270" y="119334"/>
                </a:lnTo>
                <a:lnTo>
                  <a:pt x="108" y="119334"/>
                </a:lnTo>
                <a:close/>
              </a:path>
            </a:pathLst>
          </a:custGeom>
          <a:gradFill xmlns:a="http://schemas.openxmlformats.org/drawingml/2006/main">
            <a:gsLst>
              <a:gs pos="10000">
                <a:srgbClr val="9B348E"/>
              </a:gs>
              <a:gs pos="33000">
                <a:schemeClr val="bg2"/>
              </a:gs>
            </a:gsLst>
            <a:lin ang="12600000" scaled="0"/>
          </a:gradFill>
          <a:ln xmlns:a="http://schemas.openxmlformats.org/drawingml/2006/main">
            <a:no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7" name="Datumsplatzhalter 6">
            <a:extLst xmlns:a="http://schemas.openxmlformats.org/drawingml/2006/main">
              <a:ext uri="{FF2B5EF4-FFF2-40B4-BE49-F238E27FC236}">
                <a16:creationId xmlns:a16="http://schemas.microsoft.com/office/drawing/2014/main" id="{A09FE2FC-630B-498F-5010-81AFCAA49D96}"/>
              </a:ext>
            </a:extLst>
          </p:cNvPr>
          <p:cNvSpPr>
            <a:spLocks xmlns:a="http://schemas.openxmlformats.org/drawingml/2006/main" noGrp="1"/>
          </p:cNvSpPr>
          <p:nvPr>
            <p:ph type="dt" idx="27"/>
          </p:nvPr>
        </p:nvSpPr>
        <p:spPr/>
        <p:txBody>
          <a:bodyPr xmlns:a="http://schemas.openxmlformats.org/drawingml/2006/main"/>
          <a:lstStyle xmlns:a="http://schemas.openxmlformats.org/drawingml/2006/main"/>
          <a:p xmlns:a="http://schemas.openxmlformats.org/drawingml/2006/main">
            <a:r>
              <a:t>Intern, TT.MM.JJJJ</a:t>
            </a:r>
            <a:endParaRPr sz="800"/>
          </a:p>
        </p:txBody>
      </p:sp>
      <p:sp>
        <p:nvSpPr>
          <p:cNvPr id="9" name="Foliennummernplatzhalter 8">
            <a:extLst xmlns:a="http://schemas.openxmlformats.org/drawingml/2006/main">
              <a:ext uri="{FF2B5EF4-FFF2-40B4-BE49-F238E27FC236}">
                <a16:creationId xmlns:a16="http://schemas.microsoft.com/office/drawing/2014/main" id="{DFA606D3-864F-8605-64CD-E9EE1A338E21}"/>
              </a:ext>
            </a:extLst>
          </p:cNvPr>
          <p:cNvSpPr>
            <a:spLocks xmlns:a="http://schemas.openxmlformats.org/drawingml/2006/main" noGrp="1"/>
          </p:cNvSpPr>
          <p:nvPr>
            <p:ph type="sldNum" idx="29"/>
          </p:nvPr>
        </p:nvSpPr>
        <p:spPr/>
        <p:txBody>
          <a:bodyPr xmlns:a="http://schemas.openxmlformats.org/drawingml/2006/main"/>
          <a:lstStyle xmlns:a="http://schemas.openxmlformats.org/drawingml/2006/main"/>
          <a:p xmlns:a="http://schemas.openxmlformats.org/drawingml/2006/main">
            <a:r>
              <a:t>Seite </a:t>
            </a:r>
            <a:fld id="{DC907883-A228-4E41-A7BF-33DDF6A01B2A}" type="slidenum">
              <a:t>‹Nr.›</a:t>
            </a:fld>
            <a:endParaRPr/>
          </a:p>
        </p:txBody>
      </p:sp>
    </p:spTree>
  </p:cSld>
</p:sldLayout>
</file>

<file path=ppt/slideLayouts/slideLayout22.xml><?xml version="1.0" encoding="utf-8"?>
<p:sldLayout xmlns:p="http://schemas.openxmlformats.org/presentationml/2006/main" preserve="1" userDrawn="1">
  <p:cSld name="Textbalken auf dunklem Bild">
    <p:bg>
      <p:bgPr>
        <a:solidFill xmlns:a="http://schemas.openxmlformats.org/drawingml/2006/main">
          <a:schemeClr val="bg1"/>
        </a:solidFill>
      </p:bgPr>
    </p:bg>
    <p:spTree>
      <p:nvGrpSpPr>
        <p:cNvPr id="1" name=""/>
        <p:cNvGrpSpPr/>
        <p:nvPr/>
      </p:nvGrpSpPr>
      <p:grpSpPr>
        <a:xfrm xmlns:a="http://schemas.openxmlformats.org/drawingml/2006/main"/>
      </p:grpSpPr>
      <p:sp>
        <p:nvSpPr>
          <p:cNvPr id="10" name="Rechteck 9">
            <a:extLst xmlns:a="http://schemas.openxmlformats.org/drawingml/2006/main">
              <a:ext uri="{FF2B5EF4-FFF2-40B4-BE49-F238E27FC236}">
                <a16:creationId xmlns:a16="http://schemas.microsoft.com/office/drawing/2014/main" id="{69E47341-34D3-D52F-9A69-85627A3E9039}"/>
              </a:ext>
            </a:extLst>
          </p:cNvPr>
          <p:cNvSpPr>
            <a:spLocks xmlns:a="http://schemas.openxmlformats.org/drawingml/2006/main" noGrp="1"/>
          </p:cNvSpPr>
          <p:nvPr/>
        </p:nvSpPr>
        <p:spPr>
          <a:xfrm xmlns:a="http://schemas.openxmlformats.org/drawingml/2006/main">
            <a:off x="0" y="-1"/>
            <a:ext cx="12188453" cy="6453189"/>
          </a:xfrm>
          <a:prstGeom xmlns:a="http://schemas.openxmlformats.org/drawingml/2006/main" prst="rect">
            <a:avLst/>
          </a:prstGeom>
          <a:solidFill xmlns:a="http://schemas.openxmlformats.org/drawingml/2006/main">
            <a:schemeClr val="tx1"/>
          </a:soli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91440" tIns="45720" rIns="91440" bIns="45720" anchor="t">
            <a:noAutofit/>
          </a:bodyPr>
          <a:lstStyle xmlns:a="http://schemas.openxmlformats.org/drawingml/2006/main"/>
          <a:p xmlns:a="http://schemas.openxmlformats.org/drawingml/2006/main">
            <a:pPr algn="l">
              <a:buClr>
                <a:schemeClr val="bg1"/>
              </a:buClr>
              <a:buNone/>
            </a:pPr>
            <a:endParaRPr>
              <a:solidFill>
                <a:schemeClr val="bg1"/>
              </a:solidFill>
            </a:endParaRPr>
          </a:p>
        </p:txBody>
      </p:sp>
      <p:sp>
        <p:nvSpPr>
          <p:cNvPr id="8" name="Hinweis">
            <a:extLst xmlns:a="http://schemas.openxmlformats.org/drawingml/2006/main">
              <a:ext uri="{FF2B5EF4-FFF2-40B4-BE49-F238E27FC236}">
                <a16:creationId xmlns:a16="http://schemas.microsoft.com/office/drawing/2014/main" id="{D23684D8-7F42-EF2A-EAA8-F269083804CD}"/>
              </a:ext>
            </a:extLst>
          </p:cNvPr>
          <p:cNvSpPr>
            <a:spLocks xmlns:a="http://schemas.openxmlformats.org/drawingml/2006/main" noGrp="1"/>
          </p:cNvSpPr>
          <p:nvPr/>
        </p:nvSpPr>
        <p:spPr>
          <a:xfrm xmlns:a="http://schemas.openxmlformats.org/drawingml/2006/main" rot="0" flipH="0" flipV="0">
            <a:off x="12284204" y="0"/>
            <a:ext cx="1944216" cy="3204000"/>
          </a:xfrm>
          <a:prstGeom xmlns:a="http://schemas.openxmlformats.org/drawingml/2006/main" prst="rect">
            <a:avLst/>
          </a:prstGeom>
          <a:solidFill xmlns:a="http://schemas.openxmlformats.org/drawingml/2006/main">
            <a:schemeClr val="bg1"/>
          </a:soli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bIns="108000" anchor="b">
            <a:spAutoFit/>
          </a:bodyPr>
          <a:lstStyle xmlns:a="http://schemas.openxmlformats.org/drawingml/2006/main"/>
          <a:p xmlns:a="http://schemas.openxmlformats.org/drawingml/2006/main">
            <a:pPr marL="0" marR="0" lvl="0" indent="0" algn="l" defTabSz="914115">
              <a:lnSpc>
                <a:spcPct val="110000"/>
              </a:lnSpc>
              <a:spcBef>
                <a:spcPts val="0"/>
              </a:spcBef>
              <a:spcAft>
                <a:spcPts val="600"/>
              </a:spcAft>
              <a:buClrTx/>
              <a:buSzTx/>
              <a:buFont typeface="Arial"/>
              <a:buNone/>
            </a:pPr>
            <a:r>
              <a:rPr sz="1200" b="0" i="0" u="none" cap="none">
                <a:ln>
                  <a:noFill/>
                </a:ln>
                <a:solidFill>
                  <a:srgbClr val="000000"/>
                </a:solidFill>
                <a:latin typeface="Sparkasse Head"/>
                <a:ea typeface="Sparkasse Head"/>
                <a:cs typeface="Sparkasse Head"/>
              </a:rPr>
              <a:t>Bitte beachten:</a:t>
            </a:r>
          </a:p>
          <a:p xmlns:a="http://schemas.openxmlformats.org/drawingml/2006/main">
            <a:pPr marL="0" marR="0" lvl="1" indent="0" algn="l" defTabSz="914115">
              <a:lnSpc>
                <a:spcPct val="110000"/>
              </a:lnSpc>
              <a:spcBef>
                <a:spcPts val="0"/>
              </a:spcBef>
              <a:spcAft>
                <a:spcPts val="600"/>
              </a:spcAft>
              <a:buClrTx/>
              <a:buSzTx/>
              <a:buFont typeface="Arial"/>
              <a:buNone/>
            </a:pPr>
            <a:r>
              <a:rPr sz="1100" b="0" i="0" u="none" cap="none">
                <a:ln>
                  <a:noFill/>
                </a:ln>
                <a:solidFill>
                  <a:srgbClr val="000000"/>
                </a:solidFill>
                <a:latin typeface="Sparkasse Lt"/>
                <a:ea typeface="Sparkasse Lt"/>
                <a:cs typeface="Sparkasse Lt"/>
              </a:rPr>
              <a:t>Damit der Bildplatzhalter </a:t>
            </a:r>
            <a:br/>
            <a:r>
              <a:rPr sz="1100" b="0" i="0" u="none" cap="none">
                <a:ln>
                  <a:noFill/>
                </a:ln>
                <a:solidFill>
                  <a:srgbClr val="000000"/>
                </a:solidFill>
                <a:latin typeface="Sparkasse Lt"/>
                <a:ea typeface="Sparkasse Lt"/>
                <a:cs typeface="Sparkasse Lt"/>
              </a:rPr>
              <a:t>für das Hintergrundbild einfacher </a:t>
            </a:r>
            <a:r>
              <a:rPr sz="1100" b="0" i="0" u="none" cap="none">
                <a:ln>
                  <a:noFill/>
                </a:ln>
                <a:solidFill>
                  <a:srgbClr val="000000"/>
                </a:solidFill>
                <a:latin typeface="Sparkasse Lt"/>
                <a:ea typeface="Sparkasse Lt"/>
                <a:cs typeface="Sparkasse Lt"/>
              </a:rPr>
              <a:t>mithilfe</a:t>
            </a:r>
            <a:r>
              <a:rPr sz="1100" b="0" i="0" u="none" cap="none">
                <a:ln>
                  <a:noFill/>
                </a:ln>
                <a:solidFill>
                  <a:srgbClr val="000000"/>
                </a:solidFill>
                <a:latin typeface="Sparkasse Lt"/>
                <a:ea typeface="Sparkasse Lt"/>
                <a:cs typeface="Sparkasse Lt"/>
              </a:rPr>
              <a:t> des Symbols befüllt werden kann, liegt dieser im Vordergrund der Folie. Wenn Sie das Bild eingesetzt haben, müssen Sie dieses </a:t>
            </a:r>
            <a:r>
              <a:rPr sz="1100" b="0" i="0" u="none" cap="none">
                <a:ln>
                  <a:noFill/>
                </a:ln>
                <a:solidFill>
                  <a:srgbClr val="000000"/>
                </a:solidFill>
                <a:latin typeface="+mj-lt"/>
                <a:ea typeface="+mj-lt"/>
                <a:cs typeface="+mj-lt"/>
              </a:rPr>
              <a:t>in den Hintergrund </a:t>
            </a:r>
            <a:r>
              <a:rPr sz="1100" b="0" i="0" u="none" cap="none">
                <a:ln>
                  <a:noFill/>
                </a:ln>
                <a:solidFill>
                  <a:srgbClr val="000000"/>
                </a:solidFill>
                <a:latin typeface="Sparkasse Lt"/>
                <a:ea typeface="Sparkasse Lt"/>
                <a:cs typeface="Sparkasse Lt"/>
              </a:rPr>
              <a:t>der Folie setzen, damit  die übrigen Elemente sicht- und editierbar werden. Das geht ganz einfach: Bild markieren, Menü „Start“ &gt;  „Anordnen“ &gt; „In den Hintergrund“).</a:t>
            </a:r>
          </a:p>
        </p:txBody>
      </p:sp>
      <p:pic>
        <p:nvPicPr>
          <p:cNvPr id="27" name="Grafik 13"/>
          <p:cNvPicPr>
            <a:picLocks xmlns:a="http://schemas.openxmlformats.org/drawingml/2006/main" noChangeAspect="1"/>
          </p:cNvPicPr>
          <p:nvPr/>
        </p:nvPicPr>
        <p:blipFill>
          <a:blip xmlns:r="http://schemas.openxmlformats.org/officeDocument/2006/relationships" xmlns:a="http://schemas.openxmlformats.org/drawingml/2006/main" r:embed="R4023248b7716413a"/>
          <a:stretch xmlns:a="http://schemas.openxmlformats.org/drawingml/2006/main">
            <a:fillRect l="0" t="0" r="0" b="0"/>
          </a:stretch>
        </p:blipFill>
        <p:spPr>
          <a:xfrm xmlns:a="http://schemas.openxmlformats.org/drawingml/2006/main" rot="0" flipH="0" flipV="0">
            <a:off x="12284420" y="3182801"/>
            <a:ext cx="1944000" cy="2044867"/>
          </a:xfrm>
          <a:prstGeom xmlns:a="http://schemas.openxmlformats.org/drawingml/2006/main" prst="rect">
            <a:avLst/>
          </a:prstGeom>
        </p:spPr>
      </p:pic>
      <p:sp>
        <p:nvSpPr>
          <p:cNvPr id="16" name="Rechteck 15">
            <a:extLst xmlns:a="http://schemas.openxmlformats.org/drawingml/2006/main">
              <a:ext uri="{FF2B5EF4-FFF2-40B4-BE49-F238E27FC236}">
                <a16:creationId xmlns:a16="http://schemas.microsoft.com/office/drawing/2014/main" id="{251AA809-7C4B-0FC7-72D1-6D4406B82041}"/>
              </a:ext>
            </a:extLst>
          </p:cNvPr>
          <p:cNvSpPr>
            <a:spLocks xmlns:a="http://schemas.openxmlformats.org/drawingml/2006/main" noGrp="1"/>
          </p:cNvSpPr>
          <p:nvPr/>
        </p:nvSpPr>
        <p:spPr>
          <a:xfrm xmlns:a="http://schemas.openxmlformats.org/drawingml/2006/main" rot="0" flipH="0" flipV="0">
            <a:off x="12265536" y="4450561"/>
            <a:ext cx="1967368" cy="280236"/>
          </a:xfrm>
          <a:prstGeom xmlns:a="http://schemas.openxmlformats.org/drawingml/2006/main" prst="rect">
            <a:avLst/>
          </a:prstGeom>
          <a:solidFill xmlns:a="http://schemas.openxmlformats.org/drawingml/2006/main">
            <a:schemeClr val="tx2">
              <a:alpha val="0"/>
            </a:schemeClr>
          </a:solidFill>
          <a:ln xmlns:a="http://schemas.openxmlformats.org/drawingml/2006/main" w="19050">
            <a:solidFill>
              <a:schemeClr val="bg2"/>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300"/>
              </a:spcBef>
              <a:spcAft>
                <a:spcPts val="300"/>
              </a:spcAft>
              <a:buNone/>
            </a:pPr>
            <a:endParaRPr sz="2000">
              <a:solidFill>
                <a:schemeClr val="tx1"/>
              </a:solidFill>
            </a:endParaRPr>
          </a:p>
        </p:txBody>
      </p:sp>
      <p:sp>
        <p:nvSpPr>
          <p:cNvPr id="13" name="Bildplatzhalter 12">
            <a:extLst xmlns:a="http://schemas.openxmlformats.org/drawingml/2006/main">
              <a:ext uri="{FF2B5EF4-FFF2-40B4-BE49-F238E27FC236}">
                <a16:creationId xmlns:a16="http://schemas.microsoft.com/office/drawing/2014/main" id="{30D00D3A-2F34-D350-3EE4-26133069E9EA}"/>
              </a:ext>
            </a:extLst>
          </p:cNvPr>
          <p:cNvSpPr>
            <a:spLocks xmlns:a="http://schemas.openxmlformats.org/drawingml/2006/main" noGrp="1"/>
          </p:cNvSpPr>
          <p:nvPr>
            <p:ph type="pic" idx="30"/>
          </p:nvPr>
        </p:nvSpPr>
        <p:spPr>
          <a:xfrm xmlns:a="http://schemas.openxmlformats.org/drawingml/2006/main">
            <a:off x="0" y="260727"/>
            <a:ext cx="171450" cy="6048000"/>
          </a:xfrm>
          <a:prstGeom xmlns:a="http://schemas.openxmlformats.org/drawingml/2006/main" prst="rect">
            <a:avLst/>
          </a:prstGeom>
          <a:blipFill xmlns:a="http://schemas.openxmlformats.org/drawingml/2006/main">
            <a:blip xmlns:r="http://schemas.openxmlformats.org/officeDocument/2006/relationships" r:embed="R594d25b72a004175">
              <a:lum bright="100000"/>
              <a:extLst>
                <a:ext uri="{96DAC541-7B7A-43D3-8B79-37D633B846F1}">
                  <asvg:svgBlip xmlns:asvg="http://schemas.microsoft.com/office/drawing/2016/SVG/main" r:embed="R60acfc8d2139444b"/>
                </a:ext>
              </a:extLst>
            </a:blip>
            <a:srcRect l="0" t="0" r="0" b="0"/>
            <a:stretch>
              <a:fillRect l="-4179" t="0" r="26528" b="0"/>
            </a:stretch>
          </a:blipFill>
        </p:spPr>
        <p:txBody>
          <a:bodyPr xmlns:a="http://schemas.openxmlformats.org/drawingml/2006/main"/>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12" name="Logo">
            <a:extLst xmlns:a="http://schemas.openxmlformats.org/drawingml/2006/main">
              <a:ext uri="{FF2B5EF4-FFF2-40B4-BE49-F238E27FC236}">
                <a16:creationId xmlns:a16="http://schemas.microsoft.com/office/drawing/2014/main" id="{60923FCE-88B9-AC0B-D1DF-EC0497DD10F4}"/>
              </a:ext>
            </a:extLst>
          </p:cNvPr>
          <p:cNvSpPr>
            <a:spLocks xmlns:a="http://schemas.openxmlformats.org/drawingml/2006/main" noGrp="1"/>
          </p:cNvSpPr>
          <p:nvPr>
            <p:ph type="pic" idx="17"/>
          </p:nvPr>
        </p:nvSpPr>
        <p:spPr>
          <a:xfrm xmlns:a="http://schemas.openxmlformats.org/drawingml/2006/main">
            <a:off x="11570400" y="259200"/>
            <a:ext cx="360000" cy="360000"/>
          </a:xfrm>
          <a:prstGeom xmlns:a="http://schemas.openxmlformats.org/drawingml/2006/main" prst="rect">
            <a:avLst/>
          </a:prstGeom>
          <a:blipFill xmlns:a="http://schemas.openxmlformats.org/drawingml/2006/main">
            <a:blip xmlns:r="http://schemas.openxmlformats.org/officeDocument/2006/relationships" r:embed="Rf9e8aea3a5c44c36">
              <a:extLst>
                <a:ext uri="{96DAC541-7B7A-43D3-8B79-37D633B846F1}">
                  <asvg:svgBlip xmlns:asvg="http://schemas.microsoft.com/office/drawing/2016/SVG/main" r:embed="R48e000655af14839"/>
                </a:ext>
              </a:extLst>
            </a:blip>
            <a:srcRect l="0" t="0" r="0" b="0"/>
            <a:stretch>
              <a:fillRect l="0" t="-1352" r="0" b="-1352"/>
            </a:stretch>
          </a:blipFill>
        </p:spPr>
        <p:txBody>
          <a:bodyPr xmlns:a="http://schemas.openxmlformats.org/drawingml/2006/main" vert="horz" lIns="0" tIns="0" rIns="0" bIns="0">
            <a:noAutofit/>
          </a:bodyPr>
          <a:lstStyle xmlns:a="http://schemas.openxmlformats.org/drawingml/2006/main">
            <a:lvl1pPr>
              <a:buNone/>
              <a:defRPr sz="800">
                <a:noFill/>
              </a:defRPr>
            </a:lvl1pPr>
          </a:lstStyle>
          <a:p xmlns:a="http://schemas.openxmlformats.org/drawingml/2006/main">
            <a:pPr lvl="0">
              <a:buNone/>
            </a:pPr>
            <a:r>
              <a:t>Bild durch Klicken auf Symbol hinzufügen</a:t>
            </a:r>
            <a:endParaRPr/>
          </a:p>
        </p:txBody>
      </p:sp>
      <p:sp>
        <p:nvSpPr>
          <p:cNvPr id="4" name="Textplatzhalter 8">
            <a:extLst xmlns:a="http://schemas.openxmlformats.org/drawingml/2006/main">
              <a:ext uri="{FF2B5EF4-FFF2-40B4-BE49-F238E27FC236}">
                <a16:creationId xmlns:a16="http://schemas.microsoft.com/office/drawing/2014/main" id="{D2756035-617A-8345-5881-80E7F3C81083}"/>
              </a:ext>
            </a:extLst>
          </p:cNvPr>
          <p:cNvSpPr>
            <a:spLocks xmlns:a="http://schemas.openxmlformats.org/drawingml/2006/main" noGrp="1"/>
          </p:cNvSpPr>
          <p:nvPr>
            <p:ph type="body" idx="26" hasCustomPrompt="1"/>
          </p:nvPr>
        </p:nvSpPr>
        <p:spPr>
          <a:xfrm xmlns:a="http://schemas.openxmlformats.org/drawingml/2006/main">
            <a:off x="695401" y="548680"/>
            <a:ext cx="10296000" cy="288000"/>
          </a:xfrm>
        </p:spPr>
        <p:txBody>
          <a:bodyPr xmlns:a="http://schemas.openxmlformats.org/drawingml/2006/main" anchor="b"/>
          <a:lstStyle xmlns:a="http://schemas.openxmlformats.org/drawingml/2006/main">
            <a:lvl1pPr marL="0" indent="0">
              <a:spcAft>
                <a:spcPts val="0"/>
              </a:spcAft>
              <a:buFontTx/>
              <a:buNone/>
              <a:defRPr sz="1400">
                <a:solidFill>
                  <a:schemeClr val="bg1"/>
                </a:solidFill>
                <a:latin typeface="+mn-lt"/>
                <a:ea typeface="+mn-lt"/>
                <a:cs typeface="+mn-lt"/>
              </a:defRPr>
            </a:lvl1pPr>
            <a:lvl2pPr marL="0" indent="0">
              <a:spcAft>
                <a:spcPts val="0"/>
              </a:spcAft>
              <a:buFontTx/>
              <a:buNone/>
              <a:defRPr sz="1400">
                <a:solidFill>
                  <a:schemeClr val="bg1"/>
                </a:solidFill>
                <a:latin typeface="+mn-lt"/>
                <a:ea typeface="+mn-lt"/>
                <a:cs typeface="+mn-lt"/>
              </a:defRPr>
            </a:lvl2pPr>
            <a:lvl3pPr marL="0" indent="0">
              <a:spcAft>
                <a:spcPts val="0"/>
              </a:spcAft>
              <a:buFontTx/>
              <a:buNone/>
              <a:defRPr sz="1400">
                <a:solidFill>
                  <a:schemeClr val="bg1"/>
                </a:solidFill>
                <a:latin typeface="+mn-lt"/>
                <a:ea typeface="+mn-lt"/>
                <a:cs typeface="+mn-lt"/>
              </a:defRPr>
            </a:lvl3pPr>
            <a:lvl4pPr marL="0" indent="0">
              <a:spcAft>
                <a:spcPts val="0"/>
              </a:spcAft>
              <a:buFontTx/>
              <a:buNone/>
              <a:defRPr sz="1400">
                <a:solidFill>
                  <a:schemeClr val="bg1"/>
                </a:solidFill>
                <a:latin typeface="+mn-lt"/>
                <a:ea typeface="+mn-lt"/>
                <a:cs typeface="+mn-lt"/>
              </a:defRPr>
            </a:lvl4pPr>
            <a:lvl5pPr marL="0" indent="0">
              <a:spcAft>
                <a:spcPts val="0"/>
              </a:spcAft>
              <a:buFontTx/>
              <a:buNone/>
              <a:defRPr sz="1400">
                <a:solidFill>
                  <a:schemeClr val="bg1"/>
                </a:solidFill>
                <a:latin typeface="+mn-lt"/>
                <a:ea typeface="+mn-lt"/>
                <a:cs typeface="+mn-lt"/>
              </a:defRPr>
            </a:lvl5pPr>
            <a:lvl6pPr marL="0" indent="0">
              <a:spcAft>
                <a:spcPts val="0"/>
              </a:spcAft>
              <a:buFontTx/>
              <a:buNone/>
              <a:defRPr sz="1400">
                <a:solidFill>
                  <a:schemeClr val="bg1"/>
                </a:solidFill>
                <a:latin typeface="+mn-lt"/>
                <a:ea typeface="+mn-lt"/>
                <a:cs typeface="+mn-lt"/>
              </a:defRPr>
            </a:lvl6pPr>
            <a:lvl7pPr marL="0" indent="0">
              <a:spcAft>
                <a:spcPts val="0"/>
              </a:spcAft>
              <a:buFontTx/>
              <a:buNone/>
              <a:defRPr sz="1400">
                <a:solidFill>
                  <a:schemeClr val="bg1"/>
                </a:solidFill>
                <a:latin typeface="+mn-lt"/>
                <a:ea typeface="+mn-lt"/>
                <a:cs typeface="+mn-lt"/>
              </a:defRPr>
            </a:lvl7pPr>
            <a:lvl8pPr marL="0" indent="0">
              <a:spcAft>
                <a:spcPts val="0"/>
              </a:spcAft>
              <a:buFontTx/>
              <a:buNone/>
              <a:defRPr sz="1400">
                <a:solidFill>
                  <a:schemeClr val="bg1"/>
                </a:solidFill>
                <a:latin typeface="+mn-lt"/>
                <a:ea typeface="+mn-lt"/>
                <a:cs typeface="+mn-lt"/>
              </a:defRPr>
            </a:lvl8pPr>
            <a:lvl9pPr marL="0" indent="0">
              <a:spcAft>
                <a:spcPts val="0"/>
              </a:spcAft>
              <a:buFontTx/>
              <a:buNone/>
              <a:defRPr sz="1400">
                <a:solidFill>
                  <a:schemeClr val="bg1"/>
                </a:solidFill>
                <a:latin typeface="+mn-lt"/>
                <a:ea typeface="+mn-lt"/>
                <a:cs typeface="+mn-lt"/>
              </a:defRPr>
            </a:lvl9pPr>
          </a:lstStyle>
          <a:p xmlns:a="http://schemas.openxmlformats.org/drawingml/2006/main">
            <a:pPr lvl="0">
              <a:buNone/>
            </a:pPr>
            <a:r>
              <a:t>Optionale </a:t>
            </a:r>
            <a:r>
              <a:t>Topline</a:t>
            </a:r>
            <a:r>
              <a:t> hinzufügen</a:t>
            </a:r>
          </a:p>
        </p:txBody>
      </p:sp>
      <p:sp>
        <p:nvSpPr>
          <p:cNvPr id="7" name="Titel 6">
            <a:extLst xmlns:a="http://schemas.openxmlformats.org/drawingml/2006/main">
              <a:ext uri="{FF2B5EF4-FFF2-40B4-BE49-F238E27FC236}">
                <a16:creationId xmlns:a16="http://schemas.microsoft.com/office/drawing/2014/main" id="{48347A0D-1277-35FE-8A9F-6D89651F885B}"/>
              </a:ext>
            </a:extLst>
          </p:cNvPr>
          <p:cNvSpPr>
            <a:spLocks xmlns:a="http://schemas.openxmlformats.org/drawingml/2006/main" noGrp="1"/>
          </p:cNvSpPr>
          <p:nvPr>
            <p:ph type="title" idx="0"/>
          </p:nvPr>
        </p:nvSpPr>
        <p:spPr>
          <a:xfrm xmlns:a="http://schemas.openxmlformats.org/drawingml/2006/main">
            <a:off x="695325" y="908720"/>
            <a:ext cx="10872788" cy="576064"/>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Mastertitelformat bearbeiten</a:t>
            </a:r>
            <a:endParaRPr/>
          </a:p>
        </p:txBody>
      </p:sp>
      <p:sp>
        <p:nvSpPr>
          <p:cNvPr id="6" name="Textplatzhalter 8">
            <a:extLst xmlns:a="http://schemas.openxmlformats.org/drawingml/2006/main">
              <a:ext uri="{FF2B5EF4-FFF2-40B4-BE49-F238E27FC236}">
                <a16:creationId xmlns:a16="http://schemas.microsoft.com/office/drawing/2014/main" id="{1CBA895F-BF09-30E8-EA6A-0F19CD247233}"/>
              </a:ext>
            </a:extLst>
          </p:cNvPr>
          <p:cNvSpPr>
            <a:spLocks xmlns:a="http://schemas.openxmlformats.org/drawingml/2006/main" noGrp="1"/>
          </p:cNvSpPr>
          <p:nvPr>
            <p:ph type="body" idx="27" hasCustomPrompt="1"/>
          </p:nvPr>
        </p:nvSpPr>
        <p:spPr>
          <a:xfrm xmlns:a="http://schemas.openxmlformats.org/drawingml/2006/main">
            <a:off x="695401" y="1484784"/>
            <a:ext cx="10872712" cy="504000"/>
          </a:xfrm>
        </p:spPr>
        <p:txBody>
          <a:bodyPr xmlns:a="http://schemas.openxmlformats.org/drawingml/2006/main" anchor="t"/>
          <a:lstStyle xmlns:a="http://schemas.openxmlformats.org/drawingml/2006/main">
            <a:lvl1pPr marL="0" indent="0">
              <a:spcAft>
                <a:spcPts val="0"/>
              </a:spcAft>
              <a:buFontTx/>
              <a:buNone/>
              <a:defRPr sz="2000">
                <a:solidFill>
                  <a:schemeClr val="bg1"/>
                </a:solidFill>
                <a:latin typeface="+mj-lt"/>
                <a:ea typeface="+mj-lt"/>
                <a:cs typeface="+mj-lt"/>
              </a:defRPr>
            </a:lvl1pPr>
            <a:lvl2pPr marL="0" indent="0">
              <a:spcAft>
                <a:spcPts val="0"/>
              </a:spcAft>
              <a:buFontTx/>
              <a:buNone/>
              <a:defRPr sz="2000">
                <a:solidFill>
                  <a:schemeClr val="bg1"/>
                </a:solidFill>
                <a:latin typeface="+mj-lt"/>
                <a:ea typeface="+mj-lt"/>
                <a:cs typeface="+mj-lt"/>
              </a:defRPr>
            </a:lvl2pPr>
            <a:lvl3pPr marL="0" indent="0">
              <a:spcAft>
                <a:spcPts val="0"/>
              </a:spcAft>
              <a:buFontTx/>
              <a:buNone/>
              <a:defRPr sz="2000">
                <a:solidFill>
                  <a:schemeClr val="bg1"/>
                </a:solidFill>
                <a:latin typeface="+mj-lt"/>
                <a:ea typeface="+mj-lt"/>
                <a:cs typeface="+mj-lt"/>
              </a:defRPr>
            </a:lvl3pPr>
            <a:lvl4pPr marL="0" indent="0">
              <a:spcAft>
                <a:spcPts val="0"/>
              </a:spcAft>
              <a:buFontTx/>
              <a:buNone/>
              <a:defRPr sz="2000">
                <a:solidFill>
                  <a:schemeClr val="bg1"/>
                </a:solidFill>
                <a:latin typeface="+mj-lt"/>
                <a:ea typeface="+mj-lt"/>
                <a:cs typeface="+mj-lt"/>
              </a:defRPr>
            </a:lvl4pPr>
            <a:lvl5pPr marL="0" indent="0">
              <a:spcAft>
                <a:spcPts val="0"/>
              </a:spcAft>
              <a:buFontTx/>
              <a:buNone/>
              <a:defRPr sz="2000">
                <a:solidFill>
                  <a:schemeClr val="bg1"/>
                </a:solidFill>
                <a:latin typeface="+mj-lt"/>
                <a:ea typeface="+mj-lt"/>
                <a:cs typeface="+mj-lt"/>
              </a:defRPr>
            </a:lvl5pPr>
            <a:lvl6pPr marL="0" indent="0">
              <a:spcAft>
                <a:spcPts val="0"/>
              </a:spcAft>
              <a:buFontTx/>
              <a:buNone/>
              <a:defRPr sz="2000">
                <a:solidFill>
                  <a:schemeClr val="bg1"/>
                </a:solidFill>
                <a:latin typeface="+mj-lt"/>
                <a:ea typeface="+mj-lt"/>
                <a:cs typeface="+mj-lt"/>
              </a:defRPr>
            </a:lvl6pPr>
            <a:lvl7pPr marL="0" indent="0">
              <a:spcAft>
                <a:spcPts val="0"/>
              </a:spcAft>
              <a:buFontTx/>
              <a:buNone/>
              <a:defRPr sz="2000">
                <a:solidFill>
                  <a:schemeClr val="bg1"/>
                </a:solidFill>
                <a:latin typeface="+mj-lt"/>
                <a:ea typeface="+mj-lt"/>
                <a:cs typeface="+mj-lt"/>
              </a:defRPr>
            </a:lvl7pPr>
            <a:lvl8pPr marL="0" indent="0">
              <a:spcAft>
                <a:spcPts val="0"/>
              </a:spcAft>
              <a:buFontTx/>
              <a:buNone/>
              <a:defRPr sz="2000">
                <a:solidFill>
                  <a:schemeClr val="bg1"/>
                </a:solidFill>
                <a:latin typeface="+mj-lt"/>
                <a:ea typeface="+mj-lt"/>
                <a:cs typeface="+mj-lt"/>
              </a:defRPr>
            </a:lvl8pPr>
            <a:lvl9pPr marL="0" indent="0">
              <a:spcAft>
                <a:spcPts val="0"/>
              </a:spcAft>
              <a:buFontTx/>
              <a:buNone/>
              <a:defRPr sz="2000">
                <a:solidFill>
                  <a:schemeClr val="bg1"/>
                </a:solidFill>
                <a:latin typeface="+mj-lt"/>
                <a:ea typeface="+mj-lt"/>
                <a:cs typeface="+mj-lt"/>
              </a:defRPr>
            </a:lvl9pPr>
          </a:lstStyle>
          <a:p xmlns:a="http://schemas.openxmlformats.org/drawingml/2006/main">
            <a:pPr lvl="0">
              <a:buNone/>
            </a:pPr>
            <a:r>
              <a:t>Optionale </a:t>
            </a:r>
            <a:r>
              <a:t>Subline</a:t>
            </a:r>
            <a:r>
              <a:t> hinzufügen</a:t>
            </a:r>
          </a:p>
        </p:txBody>
      </p:sp>
      <p:sp>
        <p:nvSpPr>
          <p:cNvPr id="11" name="Banderole">
            <a:extLst xmlns:a="http://schemas.openxmlformats.org/drawingml/2006/main">
              <a:ext uri="{FF2B5EF4-FFF2-40B4-BE49-F238E27FC236}">
                <a16:creationId xmlns:a16="http://schemas.microsoft.com/office/drawing/2014/main" id="{5E08BAA3-55D9-09D4-DB03-68E6870BA818}"/>
              </a:ext>
            </a:extLst>
          </p:cNvPr>
          <p:cNvSpPr>
            <a:spLocks xmlns:a="http://schemas.openxmlformats.org/drawingml/2006/main" noGrp="1"/>
          </p:cNvSpPr>
          <p:nvPr>
            <p:ph type="body" idx="29"/>
          </p:nvPr>
        </p:nvSpPr>
        <p:spPr>
          <a:xfrm xmlns:a="http://schemas.openxmlformats.org/drawingml/2006/main">
            <a:off x="-455496" y="2672916"/>
            <a:ext cx="11447346" cy="2315239"/>
          </a:xfrm>
          <a:prstGeom xmlns:a="http://schemas.openxmlformats.org/drawingml/2006/main" prst="round2DiagRect">
            <a:avLst>
              <a:gd name="adj1" fmla="val 15679"/>
              <a:gd name="adj2" fmla="val 0"/>
            </a:avLst>
          </a:prstGeom>
          <a:gradFill xmlns:a="http://schemas.openxmlformats.org/drawingml/2006/main">
            <a:gsLst>
              <a:gs pos="0">
                <a:schemeClr val="bg1">
                  <a:alpha val="46000"/>
                </a:schemeClr>
              </a:gs>
              <a:gs pos="25000">
                <a:schemeClr val="bg1">
                  <a:alpha val="87000"/>
                </a:schemeClr>
              </a:gs>
            </a:gsLst>
            <a:lin ang="1800000" scaled="0"/>
          </a:gradFill>
        </p:spPr>
        <p:txBody>
          <a:bodyPr xmlns:a="http://schemas.openxmlformats.org/drawingml/2006/main" wrap="square" lIns="1044000" tIns="288000" rIns="252000" bIns="360000" anchor="t">
            <a:spAutoFit/>
          </a:bodyPr>
          <a:lstStyle xmlns:a="http://schemas.openxmlformats.org/drawingml/2006/main">
            <a:lvl1pPr>
              <a:buNone/>
              <a:defRPr>
                <a:solidFill>
                  <a:schemeClr val="bg2"/>
                </a:solidFill>
              </a:defRPr>
            </a:lvl1pPr>
            <a:lvl2pPr>
              <a:buNone/>
              <a:defRPr>
                <a:solidFill>
                  <a:schemeClr val="tx1"/>
                </a:solidFill>
              </a:defRPr>
            </a:lvl2pPr>
            <a:lvl3pPr marL="180000" indent="-180000">
              <a:buClr>
                <a:schemeClr val="bg2"/>
              </a:buClr>
              <a:buFont typeface="Arial"/>
              <a:buChar char="•"/>
              <a:defRPr>
                <a:solidFill>
                  <a:schemeClr val="tx1"/>
                </a:solidFill>
              </a:defRPr>
            </a:lvl3pPr>
            <a:lvl4pPr>
              <a:buClr>
                <a:schemeClr val="bg2"/>
              </a:buClr>
              <a:buNone/>
              <a:defRPr>
                <a:solidFill>
                  <a:schemeClr val="tx1"/>
                </a:solidFill>
              </a:defRPr>
            </a:lvl4pPr>
            <a:lvl5pPr>
              <a:buClr>
                <a:schemeClr val="bg2"/>
              </a:buClr>
              <a:buNone/>
              <a:defRPr>
                <a:solidFill>
                  <a:schemeClr val="tx1"/>
                </a:solidFill>
              </a:defRPr>
            </a:lvl5pPr>
            <a:lvl6pPr>
              <a:buNone/>
              <a:defRPr>
                <a:solidFill>
                  <a:schemeClr val="bg2"/>
                </a:solidFill>
              </a:defRPr>
            </a:lvl6pPr>
            <a:lvl7pPr>
              <a:buNone/>
              <a:defRPr>
                <a:solidFill>
                  <a:schemeClr val="tx1"/>
                </a:solidFill>
              </a:defRPr>
            </a:lvl7pPr>
            <a:lvl8pPr>
              <a:buClr>
                <a:schemeClr val="bg2"/>
              </a:buClr>
              <a:buNone/>
              <a:defRPr>
                <a:solidFill>
                  <a:schemeClr val="tx1"/>
                </a:solidFill>
              </a:defRPr>
            </a:lvl8pPr>
            <a:lvl9pPr>
              <a:buClr>
                <a:schemeClr val="bg2"/>
              </a:buClr>
              <a:buNone/>
              <a:defRPr>
                <a:solidFill>
                  <a:schemeClr val="tx1"/>
                </a:solidFill>
              </a:defRPr>
            </a:lvl9pPr>
          </a:lstStyle>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endParaRPr/>
          </a:p>
        </p:txBody>
      </p:sp>
      <p:sp>
        <p:nvSpPr>
          <p:cNvPr id="15" name="Bildplatzhalter 14">
            <a:extLst xmlns:a="http://schemas.openxmlformats.org/drawingml/2006/main">
              <a:ext uri="{FF2B5EF4-FFF2-40B4-BE49-F238E27FC236}">
                <a16:creationId xmlns:a16="http://schemas.microsoft.com/office/drawing/2014/main" id="{DE862A8C-8289-C0CF-7809-1DB047491227}"/>
              </a:ext>
            </a:extLst>
          </p:cNvPr>
          <p:cNvSpPr>
            <a:spLocks xmlns:a="http://schemas.openxmlformats.org/drawingml/2006/main" noGrp="1"/>
          </p:cNvSpPr>
          <p:nvPr>
            <p:ph type="pic" idx="31"/>
          </p:nvPr>
        </p:nvSpPr>
        <p:spPr>
          <a:xfrm xmlns:a="http://schemas.openxmlformats.org/drawingml/2006/main">
            <a:off x="0" y="0"/>
            <a:ext cx="12196800" cy="6453188"/>
          </a:xfrm>
        </p:spPr>
        <p:txBody>
          <a:bodyPr xmlns:a="http://schemas.openxmlformats.org/drawingml/2006/main"/>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21" name="Datumsplatzhalter 20">
            <a:extLst xmlns:a="http://schemas.openxmlformats.org/drawingml/2006/main">
              <a:ext uri="{FF2B5EF4-FFF2-40B4-BE49-F238E27FC236}">
                <a16:creationId xmlns:a16="http://schemas.microsoft.com/office/drawing/2014/main" id="{9AAF1D32-8EEB-7AA7-F74B-9C962E42A82E}"/>
              </a:ext>
            </a:extLst>
          </p:cNvPr>
          <p:cNvSpPr>
            <a:spLocks xmlns:a="http://schemas.openxmlformats.org/drawingml/2006/main" noGrp="1"/>
          </p:cNvSpPr>
          <p:nvPr>
            <p:ph type="dt" idx="32"/>
          </p:nvPr>
        </p:nvSpPr>
        <p:spPr/>
        <p:txBody>
          <a:bodyPr xmlns:a="http://schemas.openxmlformats.org/drawingml/2006/main"/>
          <a:lstStyle xmlns:a="http://schemas.openxmlformats.org/drawingml/2006/main"/>
          <a:p xmlns:a="http://schemas.openxmlformats.org/drawingml/2006/main">
            <a:r>
              <a:t>Intern, TT.MM.JJJJ</a:t>
            </a:r>
            <a:endParaRPr sz="800"/>
          </a:p>
        </p:txBody>
      </p:sp>
      <p:sp>
        <p:nvSpPr>
          <p:cNvPr id="23" name="Foliennummernplatzhalter 22">
            <a:extLst xmlns:a="http://schemas.openxmlformats.org/drawingml/2006/main">
              <a:ext uri="{FF2B5EF4-FFF2-40B4-BE49-F238E27FC236}">
                <a16:creationId xmlns:a16="http://schemas.microsoft.com/office/drawing/2014/main" id="{E8960202-5772-8680-1F7E-448BA810FBAB}"/>
              </a:ext>
            </a:extLst>
          </p:cNvPr>
          <p:cNvSpPr>
            <a:spLocks xmlns:a="http://schemas.openxmlformats.org/drawingml/2006/main" noGrp="1"/>
          </p:cNvSpPr>
          <p:nvPr>
            <p:ph type="sldNum" idx="34"/>
          </p:nvPr>
        </p:nvSpPr>
        <p:spPr/>
        <p:txBody>
          <a:bodyPr xmlns:a="http://schemas.openxmlformats.org/drawingml/2006/main"/>
          <a:lstStyle xmlns:a="http://schemas.openxmlformats.org/drawingml/2006/main"/>
          <a:p xmlns:a="http://schemas.openxmlformats.org/drawingml/2006/main">
            <a:r>
              <a:t>Seite </a:t>
            </a:r>
            <a:fld id="{DC907883-A228-4E41-A7BF-33DDF6A01B2A}" type="slidenum">
              <a:t>‹Nr.›</a:t>
            </a:fld>
            <a:endParaRPr/>
          </a:p>
        </p:txBody>
      </p:sp>
      <p:sp>
        <p:nvSpPr>
          <p:cNvPr id="2" name="Rechteck 1">
            <a:extLst xmlns:a="http://schemas.openxmlformats.org/drawingml/2006/main">
              <a:ext uri="{FF2B5EF4-FFF2-40B4-BE49-F238E27FC236}">
                <a16:creationId xmlns:a16="http://schemas.microsoft.com/office/drawing/2014/main" id="{6D9733FB-8229-69AA-236C-F126BC75FC07}"/>
              </a:ext>
            </a:extLst>
          </p:cNvPr>
          <p:cNvSpPr>
            <a:spLocks xmlns:a="http://schemas.openxmlformats.org/drawingml/2006/main" noGrp="1"/>
          </p:cNvSpPr>
          <p:nvPr/>
        </p:nvSpPr>
        <p:spPr>
          <a:xfrm xmlns:a="http://schemas.openxmlformats.org/drawingml/2006/main">
            <a:off x="2495600" y="6499122"/>
            <a:ext cx="1008112" cy="325539"/>
          </a:xfrm>
          <a:prstGeom xmlns:a="http://schemas.openxmlformats.org/drawingml/2006/main" prst="rect">
            <a:avLst/>
          </a:prstGeom>
          <a:solidFill xmlns:a="http://schemas.openxmlformats.org/drawingml/2006/main">
            <a:schemeClr val="bg1"/>
          </a:soli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91440" tIns="45720" rIns="91440" bIns="45720" anchor="t">
            <a:noAutofit/>
          </a:bodyPr>
          <a:lstStyle xmlns:a="http://schemas.openxmlformats.org/drawingml/2006/main"/>
          <a:p xmlns:a="http://schemas.openxmlformats.org/drawingml/2006/main">
            <a:pPr algn="l">
              <a:buClr>
                <a:schemeClr val="bg1"/>
              </a:buClr>
              <a:buNone/>
            </a:pPr>
            <a:endParaRPr>
              <a:solidFill>
                <a:schemeClr val="bg1"/>
              </a:solidFill>
            </a:endParaRPr>
          </a:p>
        </p:txBody>
      </p:sp>
    </p:spTree>
  </p:cSld>
</p:sldLayout>
</file>

<file path=ppt/slideLayouts/slideLayout23.xml><?xml version="1.0" encoding="utf-8"?>
<p:sldLayout xmlns:p="http://schemas.openxmlformats.org/presentationml/2006/main" preserve="1" userDrawn="1">
  <p:cSld name="Textbalken auf hellem Bild">
    <p:bg>
      <p:bgPr>
        <a:solidFill xmlns:a="http://schemas.openxmlformats.org/drawingml/2006/main">
          <a:schemeClr val="bg1"/>
        </a:solidFill>
      </p:bgPr>
    </p:bg>
    <p:spTree>
      <p:nvGrpSpPr>
        <p:cNvPr id="1" name=""/>
        <p:cNvGrpSpPr/>
        <p:nvPr/>
      </p:nvGrpSpPr>
      <p:grpSpPr>
        <a:xfrm xmlns:a="http://schemas.openxmlformats.org/drawingml/2006/main"/>
      </p:grpSpPr>
      <p:sp>
        <p:nvSpPr>
          <p:cNvPr id="14" name="Rechteck 13">
            <a:extLst xmlns:a="http://schemas.openxmlformats.org/drawingml/2006/main">
              <a:ext uri="{FF2B5EF4-FFF2-40B4-BE49-F238E27FC236}">
                <a16:creationId xmlns:a16="http://schemas.microsoft.com/office/drawing/2014/main" id="{72345D57-9F14-54D2-FB28-BA1467D8C391}"/>
              </a:ext>
            </a:extLst>
          </p:cNvPr>
          <p:cNvSpPr>
            <a:spLocks xmlns:a="http://schemas.openxmlformats.org/drawingml/2006/main" noGrp="1"/>
          </p:cNvSpPr>
          <p:nvPr/>
        </p:nvSpPr>
        <p:spPr>
          <a:xfrm xmlns:a="http://schemas.openxmlformats.org/drawingml/2006/main">
            <a:off x="0" y="-12531"/>
            <a:ext cx="12192000" cy="6465719"/>
          </a:xfrm>
          <a:prstGeom xmlns:a="http://schemas.openxmlformats.org/drawingml/2006/main" prst="rect">
            <a:avLst/>
          </a:prstGeom>
          <a:solidFill xmlns:a="http://schemas.openxmlformats.org/drawingml/2006/main">
            <a:schemeClr val="tx2"/>
          </a:soli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91440" tIns="45720" rIns="91440" bIns="45720" anchor="t">
            <a:noAutofit/>
          </a:bodyPr>
          <a:lstStyle xmlns:a="http://schemas.openxmlformats.org/drawingml/2006/main"/>
          <a:p xmlns:a="http://schemas.openxmlformats.org/drawingml/2006/main">
            <a:pPr algn="l">
              <a:buClr>
                <a:schemeClr val="bg1"/>
              </a:buClr>
              <a:buNone/>
            </a:pPr>
            <a:endParaRPr>
              <a:solidFill>
                <a:schemeClr val="bg1"/>
              </a:solidFill>
            </a:endParaRPr>
          </a:p>
        </p:txBody>
      </p:sp>
      <p:sp>
        <p:nvSpPr>
          <p:cNvPr id="8" name="Hinweis">
            <a:extLst xmlns:a="http://schemas.openxmlformats.org/drawingml/2006/main">
              <a:ext uri="{FF2B5EF4-FFF2-40B4-BE49-F238E27FC236}">
                <a16:creationId xmlns:a16="http://schemas.microsoft.com/office/drawing/2014/main" id="{9DB5943A-6461-548D-7201-B11324630DBD}"/>
              </a:ext>
            </a:extLst>
          </p:cNvPr>
          <p:cNvSpPr>
            <a:spLocks xmlns:a="http://schemas.openxmlformats.org/drawingml/2006/main" noGrp="1"/>
          </p:cNvSpPr>
          <p:nvPr/>
        </p:nvSpPr>
        <p:spPr>
          <a:xfrm xmlns:a="http://schemas.openxmlformats.org/drawingml/2006/main" rot="0" flipH="0" flipV="0">
            <a:off x="12284204" y="0"/>
            <a:ext cx="1944216" cy="3204000"/>
          </a:xfrm>
          <a:prstGeom xmlns:a="http://schemas.openxmlformats.org/drawingml/2006/main" prst="rect">
            <a:avLst/>
          </a:prstGeom>
          <a:solidFill xmlns:a="http://schemas.openxmlformats.org/drawingml/2006/main">
            <a:schemeClr val="bg1"/>
          </a:soli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bIns="108000" anchor="b">
            <a:spAutoFit/>
          </a:bodyPr>
          <a:lstStyle xmlns:a="http://schemas.openxmlformats.org/drawingml/2006/main"/>
          <a:p xmlns:a="http://schemas.openxmlformats.org/drawingml/2006/main">
            <a:pPr marL="0" marR="0" lvl="0" indent="0" algn="l" defTabSz="914115">
              <a:lnSpc>
                <a:spcPct val="110000"/>
              </a:lnSpc>
              <a:spcBef>
                <a:spcPts val="0"/>
              </a:spcBef>
              <a:spcAft>
                <a:spcPts val="600"/>
              </a:spcAft>
              <a:buClrTx/>
              <a:buSzTx/>
              <a:buFont typeface="Arial"/>
              <a:buNone/>
            </a:pPr>
            <a:r>
              <a:rPr sz="1200" b="0" i="0" u="none" cap="none">
                <a:ln>
                  <a:noFill/>
                </a:ln>
                <a:solidFill>
                  <a:srgbClr val="000000"/>
                </a:solidFill>
                <a:latin typeface="Sparkasse Head"/>
                <a:ea typeface="Sparkasse Head"/>
                <a:cs typeface="Sparkasse Head"/>
              </a:rPr>
              <a:t>Bitte beachten:</a:t>
            </a:r>
          </a:p>
          <a:p xmlns:a="http://schemas.openxmlformats.org/drawingml/2006/main">
            <a:pPr marL="0" marR="0" lvl="1" indent="0" algn="l" defTabSz="914115">
              <a:lnSpc>
                <a:spcPct val="110000"/>
              </a:lnSpc>
              <a:spcBef>
                <a:spcPts val="0"/>
              </a:spcBef>
              <a:spcAft>
                <a:spcPts val="600"/>
              </a:spcAft>
              <a:buClrTx/>
              <a:buSzTx/>
              <a:buFont typeface="Arial"/>
              <a:buNone/>
            </a:pPr>
            <a:r>
              <a:rPr sz="1100" b="0" i="0" u="none" cap="none">
                <a:ln>
                  <a:noFill/>
                </a:ln>
                <a:solidFill>
                  <a:srgbClr val="000000"/>
                </a:solidFill>
                <a:latin typeface="Sparkasse Lt"/>
                <a:ea typeface="Sparkasse Lt"/>
                <a:cs typeface="Sparkasse Lt"/>
              </a:rPr>
              <a:t>Damit der Bildplatzhalter </a:t>
            </a:r>
            <a:br/>
            <a:r>
              <a:rPr sz="1100" b="0" i="0" u="none" cap="none">
                <a:ln>
                  <a:noFill/>
                </a:ln>
                <a:solidFill>
                  <a:srgbClr val="000000"/>
                </a:solidFill>
                <a:latin typeface="Sparkasse Lt"/>
                <a:ea typeface="Sparkasse Lt"/>
                <a:cs typeface="Sparkasse Lt"/>
              </a:rPr>
              <a:t>für das Hintergrundbild einfacher </a:t>
            </a:r>
            <a:r>
              <a:rPr sz="1100" b="0" i="0" u="none" cap="none">
                <a:ln>
                  <a:noFill/>
                </a:ln>
                <a:solidFill>
                  <a:srgbClr val="000000"/>
                </a:solidFill>
                <a:latin typeface="Sparkasse Lt"/>
                <a:ea typeface="Sparkasse Lt"/>
                <a:cs typeface="Sparkasse Lt"/>
              </a:rPr>
              <a:t>mithilfe</a:t>
            </a:r>
            <a:r>
              <a:rPr sz="1100" b="0" i="0" u="none" cap="none">
                <a:ln>
                  <a:noFill/>
                </a:ln>
                <a:solidFill>
                  <a:srgbClr val="000000"/>
                </a:solidFill>
                <a:latin typeface="Sparkasse Lt"/>
                <a:ea typeface="Sparkasse Lt"/>
                <a:cs typeface="Sparkasse Lt"/>
              </a:rPr>
              <a:t> des Symbols befüllt werden kann, liegt dieser im Vordergrund der Folie. Wenn Sie das Bild eingesetzt haben, müssen Sie dieses </a:t>
            </a:r>
            <a:r>
              <a:rPr sz="1100" b="0" i="0" u="none" cap="none">
                <a:ln>
                  <a:noFill/>
                </a:ln>
                <a:solidFill>
                  <a:srgbClr val="000000"/>
                </a:solidFill>
                <a:latin typeface="+mj-lt"/>
                <a:ea typeface="+mj-lt"/>
                <a:cs typeface="+mj-lt"/>
              </a:rPr>
              <a:t>in den Hintergrund </a:t>
            </a:r>
            <a:r>
              <a:rPr sz="1100" b="0" i="0" u="none" cap="none">
                <a:ln>
                  <a:noFill/>
                </a:ln>
                <a:solidFill>
                  <a:srgbClr val="000000"/>
                </a:solidFill>
                <a:latin typeface="Sparkasse Lt"/>
                <a:ea typeface="Sparkasse Lt"/>
                <a:cs typeface="Sparkasse Lt"/>
              </a:rPr>
              <a:t>der Folie setzen, damit  die übrigen Elemente sicht- und editierbar werden. Das geht ganz einfach: Bild markieren, Menü „Start“ &gt;  „Anordnen“ &gt; „In den Hintergrund“).</a:t>
            </a:r>
          </a:p>
        </p:txBody>
      </p:sp>
      <p:pic>
        <p:nvPicPr>
          <p:cNvPr id="28" name="Grafik 8"/>
          <p:cNvPicPr>
            <a:picLocks xmlns:a="http://schemas.openxmlformats.org/drawingml/2006/main" noChangeAspect="1"/>
          </p:cNvPicPr>
          <p:nvPr/>
        </p:nvPicPr>
        <p:blipFill>
          <a:blip xmlns:r="http://schemas.openxmlformats.org/officeDocument/2006/relationships" xmlns:a="http://schemas.openxmlformats.org/drawingml/2006/main" r:embed="Rdafd52521fa44626"/>
          <a:stretch xmlns:a="http://schemas.openxmlformats.org/drawingml/2006/main">
            <a:fillRect l="0" t="0" r="0" b="0"/>
          </a:stretch>
        </p:blipFill>
        <p:spPr>
          <a:xfrm xmlns:a="http://schemas.openxmlformats.org/drawingml/2006/main" rot="0" flipH="0" flipV="0">
            <a:off x="12284420" y="3182801"/>
            <a:ext cx="1944000" cy="2044867"/>
          </a:xfrm>
          <a:prstGeom xmlns:a="http://schemas.openxmlformats.org/drawingml/2006/main" prst="rect">
            <a:avLst/>
          </a:prstGeom>
        </p:spPr>
      </p:pic>
      <p:sp>
        <p:nvSpPr>
          <p:cNvPr id="10" name="Rechteck 9">
            <a:extLst xmlns:a="http://schemas.openxmlformats.org/drawingml/2006/main">
              <a:ext uri="{FF2B5EF4-FFF2-40B4-BE49-F238E27FC236}">
                <a16:creationId xmlns:a16="http://schemas.microsoft.com/office/drawing/2014/main" id="{72398ADF-620D-77B3-84DA-60A95767BF3A}"/>
              </a:ext>
            </a:extLst>
          </p:cNvPr>
          <p:cNvSpPr>
            <a:spLocks xmlns:a="http://schemas.openxmlformats.org/drawingml/2006/main" noGrp="1"/>
          </p:cNvSpPr>
          <p:nvPr/>
        </p:nvSpPr>
        <p:spPr>
          <a:xfrm xmlns:a="http://schemas.openxmlformats.org/drawingml/2006/main" rot="0" flipH="0" flipV="0">
            <a:off x="12265536" y="4450561"/>
            <a:ext cx="1967368" cy="280236"/>
          </a:xfrm>
          <a:prstGeom xmlns:a="http://schemas.openxmlformats.org/drawingml/2006/main" prst="rect">
            <a:avLst/>
          </a:prstGeom>
          <a:solidFill xmlns:a="http://schemas.openxmlformats.org/drawingml/2006/main">
            <a:schemeClr val="tx2">
              <a:alpha val="0"/>
            </a:schemeClr>
          </a:solidFill>
          <a:ln xmlns:a="http://schemas.openxmlformats.org/drawingml/2006/main" w="19050">
            <a:solidFill>
              <a:schemeClr val="bg2"/>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300"/>
              </a:spcBef>
              <a:spcAft>
                <a:spcPts val="300"/>
              </a:spcAft>
              <a:buNone/>
            </a:pPr>
            <a:endParaRPr sz="2000">
              <a:solidFill>
                <a:schemeClr val="tx1"/>
              </a:solidFill>
            </a:endParaRPr>
          </a:p>
        </p:txBody>
      </p:sp>
      <p:sp>
        <p:nvSpPr>
          <p:cNvPr id="13" name="Linie L">
            <a:extLst xmlns:a="http://schemas.openxmlformats.org/drawingml/2006/main">
              <a:ext uri="{FF2B5EF4-FFF2-40B4-BE49-F238E27FC236}">
                <a16:creationId xmlns:a16="http://schemas.microsoft.com/office/drawing/2014/main" id="{30D00D3A-2F34-D350-3EE4-26133069E9EA}"/>
              </a:ext>
            </a:extLst>
          </p:cNvPr>
          <p:cNvSpPr>
            <a:spLocks xmlns:a="http://schemas.openxmlformats.org/drawingml/2006/main" noGrp="1"/>
          </p:cNvSpPr>
          <p:nvPr>
            <p:ph type="pic" idx="30"/>
          </p:nvPr>
        </p:nvSpPr>
        <p:spPr>
          <a:xfrm xmlns:a="http://schemas.openxmlformats.org/drawingml/2006/main">
            <a:off x="0" y="260727"/>
            <a:ext cx="171450" cy="6048000"/>
          </a:xfrm>
          <a:prstGeom xmlns:a="http://schemas.openxmlformats.org/drawingml/2006/main" prst="rect">
            <a:avLst/>
          </a:prstGeom>
          <a:blipFill xmlns:a="http://schemas.openxmlformats.org/drawingml/2006/main">
            <a:blip xmlns:r="http://schemas.openxmlformats.org/officeDocument/2006/relationships" r:embed="Re8b66be2f2804d2f">
              <a:extLst>
                <a:ext uri="{96DAC541-7B7A-43D3-8B79-37D633B846F1}">
                  <asvg:svgBlip xmlns:asvg="http://schemas.microsoft.com/office/drawing/2016/SVG/main" r:embed="R4f9e7d5fa2a44c3e"/>
                </a:ext>
              </a:extLst>
            </a:blip>
            <a:srcRect l="0" t="0" r="0" b="0"/>
            <a:stretch>
              <a:fillRect l="-4179" t="0" r="26528" b="0"/>
            </a:stretch>
          </a:blipFill>
        </p:spPr>
        <p:txBody>
          <a:bodyPr xmlns:a="http://schemas.openxmlformats.org/drawingml/2006/main"/>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23" name="Logo">
            <a:extLst xmlns:a="http://schemas.openxmlformats.org/drawingml/2006/main">
              <a:ext uri="{FF2B5EF4-FFF2-40B4-BE49-F238E27FC236}">
                <a16:creationId xmlns:a16="http://schemas.microsoft.com/office/drawing/2014/main" id="{0A1C2F3F-6558-25D5-6634-C510C72BAEAD}"/>
              </a:ext>
            </a:extLst>
          </p:cNvPr>
          <p:cNvSpPr>
            <a:spLocks xmlns:a="http://schemas.openxmlformats.org/drawingml/2006/main" noGrp="1"/>
          </p:cNvSpPr>
          <p:nvPr>
            <p:ph type="pic" idx="17"/>
          </p:nvPr>
        </p:nvSpPr>
        <p:spPr>
          <a:xfrm xmlns:a="http://schemas.openxmlformats.org/drawingml/2006/main">
            <a:off x="11570400" y="259200"/>
            <a:ext cx="360000" cy="360000"/>
          </a:xfrm>
          <a:prstGeom xmlns:a="http://schemas.openxmlformats.org/drawingml/2006/main" prst="rect">
            <a:avLst/>
          </a:prstGeom>
          <a:blipFill xmlns:a="http://schemas.openxmlformats.org/drawingml/2006/main">
            <a:blip xmlns:r="http://schemas.openxmlformats.org/officeDocument/2006/relationships" r:embed="R91e0f022d52c4807">
              <a:extLst>
                <a:ext uri="{96DAC541-7B7A-43D3-8B79-37D633B846F1}">
                  <asvg:svgBlip xmlns:asvg="http://schemas.microsoft.com/office/drawing/2016/SVG/main" r:embed="Rd4849eac38884fe0"/>
                </a:ext>
              </a:extLst>
            </a:blip>
            <a:srcRect l="0" t="0" r="0" b="0"/>
            <a:stretch>
              <a:fillRect l="0" t="-1352" r="0" b="-1352"/>
            </a:stretch>
          </a:blipFill>
        </p:spPr>
        <p:txBody>
          <a:bodyPr xmlns:a="http://schemas.openxmlformats.org/drawingml/2006/main" vert="horz" lIns="0" tIns="0" rIns="0" bIns="0">
            <a:noAutofit/>
          </a:bodyPr>
          <a:lstStyle xmlns:a="http://schemas.openxmlformats.org/drawingml/2006/main">
            <a:lvl1pPr>
              <a:buNone/>
              <a:defRPr sz="800">
                <a:noFill/>
              </a:defRPr>
            </a:lvl1pPr>
          </a:lstStyle>
          <a:p xmlns:a="http://schemas.openxmlformats.org/drawingml/2006/main">
            <a:pPr lvl="0">
              <a:buNone/>
            </a:pPr>
            <a:r>
              <a:t>Bild durch Klicken auf Symbol hinzufügen</a:t>
            </a:r>
            <a:endParaRPr/>
          </a:p>
        </p:txBody>
      </p:sp>
      <p:sp>
        <p:nvSpPr>
          <p:cNvPr id="4" name="Textplatzhalter 8">
            <a:extLst xmlns:a="http://schemas.openxmlformats.org/drawingml/2006/main">
              <a:ext uri="{FF2B5EF4-FFF2-40B4-BE49-F238E27FC236}">
                <a16:creationId xmlns:a16="http://schemas.microsoft.com/office/drawing/2014/main" id="{D2756035-617A-8345-5881-80E7F3C81083}"/>
              </a:ext>
            </a:extLst>
          </p:cNvPr>
          <p:cNvSpPr>
            <a:spLocks xmlns:a="http://schemas.openxmlformats.org/drawingml/2006/main" noGrp="1"/>
          </p:cNvSpPr>
          <p:nvPr>
            <p:ph type="body" idx="26" hasCustomPrompt="1"/>
          </p:nvPr>
        </p:nvSpPr>
        <p:spPr>
          <a:xfrm xmlns:a="http://schemas.openxmlformats.org/drawingml/2006/main">
            <a:off x="695401" y="548680"/>
            <a:ext cx="10296000" cy="288000"/>
          </a:xfrm>
        </p:spPr>
        <p:txBody>
          <a:bodyPr xmlns:a="http://schemas.openxmlformats.org/drawingml/2006/main" anchor="b"/>
          <a:lstStyle xmlns:a="http://schemas.openxmlformats.org/drawingml/2006/main">
            <a:lvl1pPr marL="0" indent="0">
              <a:spcAft>
                <a:spcPts val="0"/>
              </a:spcAft>
              <a:buFontTx/>
              <a:buNone/>
              <a:defRPr sz="1400">
                <a:solidFill>
                  <a:schemeClr val="bg2"/>
                </a:solidFill>
                <a:latin typeface="+mn-lt"/>
                <a:ea typeface="+mn-lt"/>
                <a:cs typeface="+mn-lt"/>
              </a:defRPr>
            </a:lvl1pPr>
            <a:lvl2pPr marL="0" indent="0">
              <a:spcAft>
                <a:spcPts val="0"/>
              </a:spcAft>
              <a:buFontTx/>
              <a:buNone/>
              <a:defRPr sz="1400">
                <a:solidFill>
                  <a:schemeClr val="bg2"/>
                </a:solidFill>
                <a:latin typeface="+mn-lt"/>
                <a:ea typeface="+mn-lt"/>
                <a:cs typeface="+mn-lt"/>
              </a:defRPr>
            </a:lvl2pPr>
            <a:lvl3pPr marL="0" indent="0">
              <a:spcAft>
                <a:spcPts val="0"/>
              </a:spcAft>
              <a:buFontTx/>
              <a:buNone/>
              <a:defRPr sz="1400">
                <a:solidFill>
                  <a:schemeClr val="bg2"/>
                </a:solidFill>
                <a:latin typeface="+mn-lt"/>
                <a:ea typeface="+mn-lt"/>
                <a:cs typeface="+mn-lt"/>
              </a:defRPr>
            </a:lvl3pPr>
            <a:lvl4pPr marL="0" indent="0">
              <a:spcAft>
                <a:spcPts val="0"/>
              </a:spcAft>
              <a:buFontTx/>
              <a:buNone/>
              <a:defRPr sz="1400">
                <a:solidFill>
                  <a:schemeClr val="bg2"/>
                </a:solidFill>
                <a:latin typeface="+mn-lt"/>
                <a:ea typeface="+mn-lt"/>
                <a:cs typeface="+mn-lt"/>
              </a:defRPr>
            </a:lvl4pPr>
            <a:lvl5pPr marL="0" indent="0">
              <a:spcAft>
                <a:spcPts val="0"/>
              </a:spcAft>
              <a:buFontTx/>
              <a:buNone/>
              <a:defRPr sz="1400">
                <a:solidFill>
                  <a:schemeClr val="bg2"/>
                </a:solidFill>
                <a:latin typeface="+mn-lt"/>
                <a:ea typeface="+mn-lt"/>
                <a:cs typeface="+mn-lt"/>
              </a:defRPr>
            </a:lvl5pPr>
            <a:lvl6pPr marL="0" indent="0">
              <a:spcAft>
                <a:spcPts val="0"/>
              </a:spcAft>
              <a:buFontTx/>
              <a:buNone/>
              <a:defRPr sz="1400">
                <a:solidFill>
                  <a:schemeClr val="bg2"/>
                </a:solidFill>
                <a:latin typeface="+mn-lt"/>
                <a:ea typeface="+mn-lt"/>
                <a:cs typeface="+mn-lt"/>
              </a:defRPr>
            </a:lvl6pPr>
            <a:lvl7pPr marL="0" indent="0">
              <a:spcAft>
                <a:spcPts val="0"/>
              </a:spcAft>
              <a:buFontTx/>
              <a:buNone/>
              <a:defRPr sz="1400">
                <a:solidFill>
                  <a:schemeClr val="bg2"/>
                </a:solidFill>
                <a:latin typeface="+mn-lt"/>
                <a:ea typeface="+mn-lt"/>
                <a:cs typeface="+mn-lt"/>
              </a:defRPr>
            </a:lvl7pPr>
            <a:lvl8pPr marL="0" indent="0">
              <a:spcAft>
                <a:spcPts val="0"/>
              </a:spcAft>
              <a:buFontTx/>
              <a:buNone/>
              <a:defRPr sz="1400">
                <a:solidFill>
                  <a:schemeClr val="bg2"/>
                </a:solidFill>
                <a:latin typeface="+mn-lt"/>
                <a:ea typeface="+mn-lt"/>
                <a:cs typeface="+mn-lt"/>
              </a:defRPr>
            </a:lvl8pPr>
            <a:lvl9pPr marL="0" indent="0">
              <a:spcAft>
                <a:spcPts val="0"/>
              </a:spcAft>
              <a:buFontTx/>
              <a:buNone/>
              <a:defRPr sz="1400">
                <a:solidFill>
                  <a:schemeClr val="bg2"/>
                </a:solidFill>
                <a:latin typeface="+mn-lt"/>
                <a:ea typeface="+mn-lt"/>
                <a:cs typeface="+mn-lt"/>
              </a:defRPr>
            </a:lvl9pPr>
          </a:lstStyle>
          <a:p xmlns:a="http://schemas.openxmlformats.org/drawingml/2006/main">
            <a:pPr lvl="0">
              <a:buNone/>
            </a:pPr>
            <a:r>
              <a:t>Optionale </a:t>
            </a:r>
            <a:r>
              <a:t>Topline</a:t>
            </a:r>
            <a:r>
              <a:t> hinzufügen</a:t>
            </a:r>
          </a:p>
        </p:txBody>
      </p:sp>
      <p:sp>
        <p:nvSpPr>
          <p:cNvPr id="7" name="Titel 6">
            <a:extLst xmlns:a="http://schemas.openxmlformats.org/drawingml/2006/main">
              <a:ext uri="{FF2B5EF4-FFF2-40B4-BE49-F238E27FC236}">
                <a16:creationId xmlns:a16="http://schemas.microsoft.com/office/drawing/2014/main" id="{48347A0D-1277-35FE-8A9F-6D89651F885B}"/>
              </a:ext>
            </a:extLst>
          </p:cNvPr>
          <p:cNvSpPr>
            <a:spLocks xmlns:a="http://schemas.openxmlformats.org/drawingml/2006/main" noGrp="1"/>
          </p:cNvSpPr>
          <p:nvPr>
            <p:ph type="title" idx="0"/>
          </p:nvPr>
        </p:nvSpPr>
        <p:spPr>
          <a:xfrm xmlns:a="http://schemas.openxmlformats.org/drawingml/2006/main">
            <a:off x="695325" y="908720"/>
            <a:ext cx="10872788" cy="576064"/>
          </a:xfrm>
        </p:spPr>
        <p:txBody>
          <a:bodyPr xmlns:a="http://schemas.openxmlformats.org/drawingml/2006/main"/>
          <a:lstStyle xmlns:a="http://schemas.openxmlformats.org/drawingml/2006/main"/>
          <a:p xmlns:a="http://schemas.openxmlformats.org/drawingml/2006/main">
            <a:r>
              <a:t>Mastertitelformat bearbeiten</a:t>
            </a:r>
            <a:endParaRPr/>
          </a:p>
        </p:txBody>
      </p:sp>
      <p:sp>
        <p:nvSpPr>
          <p:cNvPr id="6" name="Textplatzhalter 8">
            <a:extLst xmlns:a="http://schemas.openxmlformats.org/drawingml/2006/main">
              <a:ext uri="{FF2B5EF4-FFF2-40B4-BE49-F238E27FC236}">
                <a16:creationId xmlns:a16="http://schemas.microsoft.com/office/drawing/2014/main" id="{1CBA895F-BF09-30E8-EA6A-0F19CD247233}"/>
              </a:ext>
            </a:extLst>
          </p:cNvPr>
          <p:cNvSpPr>
            <a:spLocks xmlns:a="http://schemas.openxmlformats.org/drawingml/2006/main" noGrp="1"/>
          </p:cNvSpPr>
          <p:nvPr>
            <p:ph type="body" idx="27" hasCustomPrompt="1"/>
          </p:nvPr>
        </p:nvSpPr>
        <p:spPr>
          <a:xfrm xmlns:a="http://schemas.openxmlformats.org/drawingml/2006/main">
            <a:off x="695401" y="1484784"/>
            <a:ext cx="10872712" cy="504000"/>
          </a:xfrm>
        </p:spPr>
        <p:txBody>
          <a:bodyPr xmlns:a="http://schemas.openxmlformats.org/drawingml/2006/main" anchor="t"/>
          <a:lstStyle xmlns:a="http://schemas.openxmlformats.org/drawingml/2006/main">
            <a:lvl1pPr marL="0" indent="0">
              <a:spcAft>
                <a:spcPts val="0"/>
              </a:spcAft>
              <a:buFontTx/>
              <a:buNone/>
              <a:defRPr sz="2000">
                <a:solidFill>
                  <a:schemeClr val="bg2"/>
                </a:solidFill>
                <a:latin typeface="+mj-lt"/>
                <a:ea typeface="+mj-lt"/>
                <a:cs typeface="+mj-lt"/>
              </a:defRPr>
            </a:lvl1pPr>
            <a:lvl2pPr marL="0" indent="0">
              <a:spcAft>
                <a:spcPts val="0"/>
              </a:spcAft>
              <a:buFontTx/>
              <a:buNone/>
              <a:defRPr sz="2000">
                <a:solidFill>
                  <a:schemeClr val="bg2"/>
                </a:solidFill>
                <a:latin typeface="+mj-lt"/>
                <a:ea typeface="+mj-lt"/>
                <a:cs typeface="+mj-lt"/>
              </a:defRPr>
            </a:lvl2pPr>
            <a:lvl3pPr marL="0" indent="0">
              <a:spcAft>
                <a:spcPts val="0"/>
              </a:spcAft>
              <a:buFontTx/>
              <a:buNone/>
              <a:defRPr sz="2000">
                <a:solidFill>
                  <a:schemeClr val="bg2"/>
                </a:solidFill>
                <a:latin typeface="+mj-lt"/>
                <a:ea typeface="+mj-lt"/>
                <a:cs typeface="+mj-lt"/>
              </a:defRPr>
            </a:lvl3pPr>
            <a:lvl4pPr marL="0" indent="0">
              <a:spcAft>
                <a:spcPts val="0"/>
              </a:spcAft>
              <a:buFontTx/>
              <a:buNone/>
              <a:defRPr sz="2000">
                <a:solidFill>
                  <a:schemeClr val="bg2"/>
                </a:solidFill>
                <a:latin typeface="+mj-lt"/>
                <a:ea typeface="+mj-lt"/>
                <a:cs typeface="+mj-lt"/>
              </a:defRPr>
            </a:lvl4pPr>
            <a:lvl5pPr marL="0" indent="0">
              <a:spcAft>
                <a:spcPts val="0"/>
              </a:spcAft>
              <a:buFontTx/>
              <a:buNone/>
              <a:defRPr sz="2000">
                <a:solidFill>
                  <a:schemeClr val="bg2"/>
                </a:solidFill>
                <a:latin typeface="+mj-lt"/>
                <a:ea typeface="+mj-lt"/>
                <a:cs typeface="+mj-lt"/>
              </a:defRPr>
            </a:lvl5pPr>
            <a:lvl6pPr marL="0" indent="0">
              <a:spcAft>
                <a:spcPts val="0"/>
              </a:spcAft>
              <a:buFontTx/>
              <a:buNone/>
              <a:defRPr sz="2000">
                <a:solidFill>
                  <a:schemeClr val="bg2"/>
                </a:solidFill>
                <a:latin typeface="+mj-lt"/>
                <a:ea typeface="+mj-lt"/>
                <a:cs typeface="+mj-lt"/>
              </a:defRPr>
            </a:lvl6pPr>
            <a:lvl7pPr marL="0" indent="0">
              <a:spcAft>
                <a:spcPts val="0"/>
              </a:spcAft>
              <a:buFontTx/>
              <a:buNone/>
              <a:defRPr sz="2000">
                <a:solidFill>
                  <a:schemeClr val="bg2"/>
                </a:solidFill>
                <a:latin typeface="+mj-lt"/>
                <a:ea typeface="+mj-lt"/>
                <a:cs typeface="+mj-lt"/>
              </a:defRPr>
            </a:lvl7pPr>
            <a:lvl8pPr marL="0" indent="0">
              <a:spcAft>
                <a:spcPts val="0"/>
              </a:spcAft>
              <a:buFontTx/>
              <a:buNone/>
              <a:defRPr sz="2000">
                <a:solidFill>
                  <a:schemeClr val="bg2"/>
                </a:solidFill>
                <a:latin typeface="+mj-lt"/>
                <a:ea typeface="+mj-lt"/>
                <a:cs typeface="+mj-lt"/>
              </a:defRPr>
            </a:lvl8pPr>
            <a:lvl9pPr marL="0" indent="0">
              <a:spcAft>
                <a:spcPts val="0"/>
              </a:spcAft>
              <a:buFontTx/>
              <a:buNone/>
              <a:defRPr sz="2000">
                <a:solidFill>
                  <a:schemeClr val="bg2"/>
                </a:solidFill>
                <a:latin typeface="+mj-lt"/>
                <a:ea typeface="+mj-lt"/>
                <a:cs typeface="+mj-lt"/>
              </a:defRPr>
            </a:lvl9pPr>
          </a:lstStyle>
          <a:p xmlns:a="http://schemas.openxmlformats.org/drawingml/2006/main">
            <a:pPr lvl="0">
              <a:buNone/>
            </a:pPr>
            <a:r>
              <a:t>Optionale </a:t>
            </a:r>
            <a:r>
              <a:t>Subline</a:t>
            </a:r>
            <a:r>
              <a:t> hinzufügen</a:t>
            </a:r>
          </a:p>
        </p:txBody>
      </p:sp>
      <p:sp>
        <p:nvSpPr>
          <p:cNvPr id="24" name="Banderole">
            <a:extLst xmlns:a="http://schemas.openxmlformats.org/drawingml/2006/main">
              <a:ext uri="{FF2B5EF4-FFF2-40B4-BE49-F238E27FC236}">
                <a16:creationId xmlns:a16="http://schemas.microsoft.com/office/drawing/2014/main" id="{09408322-A805-999F-78B4-BB7C4ED29A72}"/>
              </a:ext>
            </a:extLst>
          </p:cNvPr>
          <p:cNvSpPr>
            <a:spLocks xmlns:a="http://schemas.openxmlformats.org/drawingml/2006/main" noGrp="1"/>
          </p:cNvSpPr>
          <p:nvPr>
            <p:ph type="body" idx="29"/>
          </p:nvPr>
        </p:nvSpPr>
        <p:spPr>
          <a:xfrm xmlns:a="http://schemas.openxmlformats.org/drawingml/2006/main">
            <a:off x="-455496" y="2672916"/>
            <a:ext cx="11447346" cy="2315239"/>
          </a:xfrm>
          <a:prstGeom xmlns:a="http://schemas.openxmlformats.org/drawingml/2006/main" prst="round2DiagRect">
            <a:avLst>
              <a:gd name="adj1" fmla="val 15679"/>
              <a:gd name="adj2" fmla="val 0"/>
            </a:avLst>
          </a:prstGeom>
          <a:gradFill xmlns:a="http://schemas.openxmlformats.org/drawingml/2006/main">
            <a:gsLst>
              <a:gs pos="100000">
                <a:schemeClr val="bg2">
                  <a:lumMod val="75000"/>
                </a:schemeClr>
              </a:gs>
              <a:gs pos="78000">
                <a:schemeClr val="bg2"/>
              </a:gs>
              <a:gs pos="0">
                <a:srgbClr val="9B348E">
                  <a:alpha val="72000"/>
                </a:srgbClr>
              </a:gs>
              <a:gs pos="37000">
                <a:schemeClr val="bg2">
                  <a:alpha val="75000"/>
                </a:schemeClr>
              </a:gs>
            </a:gsLst>
            <a:lin ang="12600000" scaled="0"/>
          </a:gradFill>
        </p:spPr>
        <p:txBody>
          <a:bodyPr xmlns:a="http://schemas.openxmlformats.org/drawingml/2006/main" wrap="square" lIns="1044000" tIns="288000" rIns="252000" bIns="360000" anchor="t">
            <a:spAutoFit/>
          </a:bodyPr>
          <a:lstStyle xmlns:a="http://schemas.openxmlformats.org/drawingml/2006/main">
            <a:lvl1pPr>
              <a:buNone/>
              <a:defRPr>
                <a:solidFill>
                  <a:schemeClr val="bg1"/>
                </a:solidFill>
              </a:defRPr>
            </a:lvl1pPr>
            <a:lvl2pPr>
              <a:buNone/>
              <a:defRPr>
                <a:solidFill>
                  <a:schemeClr val="bg1"/>
                </a:solidFill>
              </a:defRPr>
            </a:lvl2pPr>
            <a:lvl3pPr marL="180000" indent="-180000">
              <a:buClr>
                <a:schemeClr val="bg1"/>
              </a:buClr>
              <a:buFont typeface="Arial"/>
              <a:buChar char="•"/>
              <a:defRPr>
                <a:solidFill>
                  <a:schemeClr val="bg1"/>
                </a:solidFill>
              </a:defRPr>
            </a:lvl3pPr>
            <a:lvl4pPr>
              <a:buClr>
                <a:schemeClr val="bg1"/>
              </a:buClr>
              <a:buNone/>
              <a:defRPr>
                <a:solidFill>
                  <a:schemeClr val="bg1"/>
                </a:solidFill>
              </a:defRPr>
            </a:lvl4pPr>
            <a:lvl5pPr>
              <a:buClr>
                <a:schemeClr val="bg1"/>
              </a:buClr>
              <a:buNone/>
              <a:defRPr>
                <a:solidFill>
                  <a:schemeClr val="bg1"/>
                </a:solidFill>
              </a:defRPr>
            </a:lvl5pPr>
            <a:lvl6pPr>
              <a:buNone/>
              <a:defRPr>
                <a:solidFill>
                  <a:schemeClr val="bg1"/>
                </a:solidFill>
              </a:defRPr>
            </a:lvl6pPr>
            <a:lvl7pPr>
              <a:buNone/>
              <a:defRPr>
                <a:solidFill>
                  <a:schemeClr val="bg1"/>
                </a:solidFill>
              </a:defRPr>
            </a:lvl7pPr>
            <a:lvl8pPr>
              <a:buClr>
                <a:schemeClr val="bg1"/>
              </a:buClr>
              <a:buNone/>
              <a:defRPr>
                <a:solidFill>
                  <a:schemeClr val="bg1"/>
                </a:solidFill>
              </a:defRPr>
            </a:lvl8pPr>
            <a:lvl9pPr>
              <a:buClr>
                <a:schemeClr val="bg1"/>
              </a:buClr>
              <a:buNone/>
              <a:defRPr>
                <a:solidFill>
                  <a:schemeClr val="bg1"/>
                </a:solidFill>
              </a:defRPr>
            </a:lvl9pPr>
          </a:lstStyle>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endParaRPr/>
          </a:p>
        </p:txBody>
      </p:sp>
      <p:sp>
        <p:nvSpPr>
          <p:cNvPr id="5" name="Foliennummernplatzhalter 4">
            <a:extLst xmlns:a="http://schemas.openxmlformats.org/drawingml/2006/main">
              <a:ext uri="{FF2B5EF4-FFF2-40B4-BE49-F238E27FC236}">
                <a16:creationId xmlns:a16="http://schemas.microsoft.com/office/drawing/2014/main" id="{C283C182-9F76-4D78-8BBE-B35309C8EF34}"/>
              </a:ext>
            </a:extLst>
          </p:cNvPr>
          <p:cNvSpPr>
            <a:spLocks xmlns:a="http://schemas.openxmlformats.org/drawingml/2006/main" noGrp="1"/>
          </p:cNvSpPr>
          <p:nvPr>
            <p:ph type="sldNum" idx="24"/>
          </p:nvPr>
        </p:nvSpPr>
        <p:spPr/>
        <p:txBody>
          <a:bodyPr xmlns:a="http://schemas.openxmlformats.org/drawingml/2006/main"/>
          <a:lstStyle xmlns:a="http://schemas.openxmlformats.org/drawingml/2006/main">
            <a:lvl1pPr algn="r">
              <a:buNone/>
              <a:defRPr/>
            </a:lvl1pPr>
          </a:lstStyle>
          <a:p xmlns:a="http://schemas.openxmlformats.org/drawingml/2006/main">
            <a:r>
              <a:t>Seite </a:t>
            </a:r>
            <a:fld id="{DC907883-A228-4E41-A7BF-33DDF6A01B2A}" type="slidenum">
              <a:t>‹Nr.›</a:t>
            </a:fld>
            <a:endParaRPr/>
          </a:p>
        </p:txBody>
      </p:sp>
      <p:sp>
        <p:nvSpPr>
          <p:cNvPr id="15" name="Bildplatzhalter 14">
            <a:extLst xmlns:a="http://schemas.openxmlformats.org/drawingml/2006/main">
              <a:ext uri="{FF2B5EF4-FFF2-40B4-BE49-F238E27FC236}">
                <a16:creationId xmlns:a16="http://schemas.microsoft.com/office/drawing/2014/main" id="{DE862A8C-8289-C0CF-7809-1DB047491227}"/>
              </a:ext>
            </a:extLst>
          </p:cNvPr>
          <p:cNvSpPr>
            <a:spLocks xmlns:a="http://schemas.openxmlformats.org/drawingml/2006/main" noGrp="1"/>
          </p:cNvSpPr>
          <p:nvPr>
            <p:ph type="pic" idx="31"/>
          </p:nvPr>
        </p:nvSpPr>
        <p:spPr>
          <a:xfrm xmlns:a="http://schemas.openxmlformats.org/drawingml/2006/main">
            <a:off x="0" y="0"/>
            <a:ext cx="12196800" cy="6453188"/>
          </a:xfrm>
        </p:spPr>
        <p:txBody>
          <a:bodyPr xmlns:a="http://schemas.openxmlformats.org/drawingml/2006/main"/>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11" name="Datumsplatzhalter 10">
            <a:extLst xmlns:a="http://schemas.openxmlformats.org/drawingml/2006/main">
              <a:ext uri="{FF2B5EF4-FFF2-40B4-BE49-F238E27FC236}">
                <a16:creationId xmlns:a16="http://schemas.microsoft.com/office/drawing/2014/main" id="{4646960A-8C97-3915-F80E-C888B11A892D}"/>
              </a:ext>
            </a:extLst>
          </p:cNvPr>
          <p:cNvSpPr>
            <a:spLocks xmlns:a="http://schemas.openxmlformats.org/drawingml/2006/main" noGrp="1"/>
          </p:cNvSpPr>
          <p:nvPr>
            <p:ph type="dt" idx="32"/>
          </p:nvPr>
        </p:nvSpPr>
        <p:spPr/>
        <p:txBody>
          <a:bodyPr xmlns:a="http://schemas.openxmlformats.org/drawingml/2006/main"/>
          <a:lstStyle xmlns:a="http://schemas.openxmlformats.org/drawingml/2006/main"/>
          <a:p xmlns:a="http://schemas.openxmlformats.org/drawingml/2006/main">
            <a:r>
              <a:t>Intern, TT.MM.JJJJ</a:t>
            </a:r>
            <a:endParaRPr sz="800"/>
          </a:p>
        </p:txBody>
      </p:sp>
    </p:spTree>
  </p:cSld>
</p:sldLayout>
</file>

<file path=ppt/slideLayouts/slideLayout24.xml><?xml version="1.0" encoding="utf-8"?>
<p:sldLayout xmlns:p="http://schemas.openxmlformats.org/presentationml/2006/main" preserve="1" userDrawn="1">
  <p:cSld name="Textbox auf hellem Bild">
    <p:bg>
      <p:bgPr>
        <a:solidFill xmlns:a="http://schemas.openxmlformats.org/drawingml/2006/main">
          <a:schemeClr val="bg1"/>
        </a:solidFill>
      </p:bgPr>
    </p:bg>
    <p:spTree>
      <p:nvGrpSpPr>
        <p:cNvPr id="1" name=""/>
        <p:cNvGrpSpPr/>
        <p:nvPr/>
      </p:nvGrpSpPr>
      <p:grpSpPr>
        <a:xfrm xmlns:a="http://schemas.openxmlformats.org/drawingml/2006/main"/>
      </p:grpSpPr>
      <p:sp>
        <p:nvSpPr>
          <p:cNvPr id="20" name="Rechteck 19">
            <a:extLst xmlns:a="http://schemas.openxmlformats.org/drawingml/2006/main">
              <a:ext uri="{FF2B5EF4-FFF2-40B4-BE49-F238E27FC236}">
                <a16:creationId xmlns:a16="http://schemas.microsoft.com/office/drawing/2014/main" id="{783067B0-A3E2-7403-1873-169CF419C99E}"/>
              </a:ext>
            </a:extLst>
          </p:cNvPr>
          <p:cNvSpPr>
            <a:spLocks xmlns:a="http://schemas.openxmlformats.org/drawingml/2006/main" noGrp="1"/>
          </p:cNvSpPr>
          <p:nvPr/>
        </p:nvSpPr>
        <p:spPr>
          <a:xfrm xmlns:a="http://schemas.openxmlformats.org/drawingml/2006/main">
            <a:off x="0" y="0"/>
            <a:ext cx="12192000" cy="6453188"/>
          </a:xfrm>
          <a:prstGeom xmlns:a="http://schemas.openxmlformats.org/drawingml/2006/main" prst="rect">
            <a:avLst/>
          </a:prstGeom>
          <a:solidFill xmlns:a="http://schemas.openxmlformats.org/drawingml/2006/main">
            <a:schemeClr val="tx2"/>
          </a:soli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91440" tIns="45720" rIns="91440" bIns="45720" anchor="t">
            <a:noAutofit/>
          </a:bodyPr>
          <a:lstStyle xmlns:a="http://schemas.openxmlformats.org/drawingml/2006/main"/>
          <a:p xmlns:a="http://schemas.openxmlformats.org/drawingml/2006/main">
            <a:pPr algn="l">
              <a:buClr>
                <a:schemeClr val="bg1"/>
              </a:buClr>
              <a:buNone/>
            </a:pPr>
            <a:endParaRPr>
              <a:solidFill>
                <a:schemeClr val="bg1"/>
              </a:solidFill>
            </a:endParaRPr>
          </a:p>
        </p:txBody>
      </p:sp>
      <p:sp>
        <p:nvSpPr>
          <p:cNvPr id="16" name="Hinweis">
            <a:extLst xmlns:a="http://schemas.openxmlformats.org/drawingml/2006/main">
              <a:ext uri="{FF2B5EF4-FFF2-40B4-BE49-F238E27FC236}">
                <a16:creationId xmlns:a16="http://schemas.microsoft.com/office/drawing/2014/main" id="{0F2A3EF3-8195-9A72-A6D2-8DFA8F9C4E8C}"/>
              </a:ext>
            </a:extLst>
          </p:cNvPr>
          <p:cNvSpPr>
            <a:spLocks xmlns:a="http://schemas.openxmlformats.org/drawingml/2006/main" noGrp="1"/>
          </p:cNvSpPr>
          <p:nvPr/>
        </p:nvSpPr>
        <p:spPr>
          <a:xfrm xmlns:a="http://schemas.openxmlformats.org/drawingml/2006/main" rot="0" flipH="0" flipV="0">
            <a:off x="12284204" y="0"/>
            <a:ext cx="1944216" cy="3204000"/>
          </a:xfrm>
          <a:prstGeom xmlns:a="http://schemas.openxmlformats.org/drawingml/2006/main" prst="rect">
            <a:avLst/>
          </a:prstGeom>
          <a:solidFill xmlns:a="http://schemas.openxmlformats.org/drawingml/2006/main">
            <a:schemeClr val="bg1"/>
          </a:soli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bIns="108000" anchor="b">
            <a:spAutoFit/>
          </a:bodyPr>
          <a:lstStyle xmlns:a="http://schemas.openxmlformats.org/drawingml/2006/main"/>
          <a:p xmlns:a="http://schemas.openxmlformats.org/drawingml/2006/main">
            <a:pPr marL="0" marR="0" lvl="0" indent="0" algn="l" defTabSz="914115">
              <a:lnSpc>
                <a:spcPct val="110000"/>
              </a:lnSpc>
              <a:spcBef>
                <a:spcPts val="0"/>
              </a:spcBef>
              <a:spcAft>
                <a:spcPts val="600"/>
              </a:spcAft>
              <a:buClrTx/>
              <a:buSzTx/>
              <a:buFont typeface="Arial"/>
              <a:buNone/>
            </a:pPr>
            <a:r>
              <a:rPr sz="1200" b="0" i="0" u="none" cap="none">
                <a:ln>
                  <a:noFill/>
                </a:ln>
                <a:solidFill>
                  <a:srgbClr val="000000"/>
                </a:solidFill>
                <a:latin typeface="Sparkasse Head"/>
                <a:ea typeface="Sparkasse Head"/>
                <a:cs typeface="Sparkasse Head"/>
              </a:rPr>
              <a:t>Bitte beachten:</a:t>
            </a:r>
          </a:p>
          <a:p xmlns:a="http://schemas.openxmlformats.org/drawingml/2006/main">
            <a:pPr marL="0" marR="0" lvl="1" indent="0" algn="l" defTabSz="914115">
              <a:lnSpc>
                <a:spcPct val="110000"/>
              </a:lnSpc>
              <a:spcBef>
                <a:spcPts val="0"/>
              </a:spcBef>
              <a:spcAft>
                <a:spcPts val="600"/>
              </a:spcAft>
              <a:buClrTx/>
              <a:buSzTx/>
              <a:buFont typeface="Arial"/>
              <a:buNone/>
            </a:pPr>
            <a:r>
              <a:rPr sz="1100" b="0" i="0" u="none" cap="none">
                <a:ln>
                  <a:noFill/>
                </a:ln>
                <a:solidFill>
                  <a:srgbClr val="000000"/>
                </a:solidFill>
                <a:latin typeface="Sparkasse Lt"/>
                <a:ea typeface="Sparkasse Lt"/>
                <a:cs typeface="Sparkasse Lt"/>
              </a:rPr>
              <a:t>Damit der Bildplatzhalter </a:t>
            </a:r>
            <a:br/>
            <a:r>
              <a:rPr sz="1100" b="0" i="0" u="none" cap="none">
                <a:ln>
                  <a:noFill/>
                </a:ln>
                <a:solidFill>
                  <a:srgbClr val="000000"/>
                </a:solidFill>
                <a:latin typeface="Sparkasse Lt"/>
                <a:ea typeface="Sparkasse Lt"/>
                <a:cs typeface="Sparkasse Lt"/>
              </a:rPr>
              <a:t>für das Hintergrundbild einfacher </a:t>
            </a:r>
            <a:r>
              <a:rPr sz="1100" b="0" i="0" u="none" cap="none">
                <a:ln>
                  <a:noFill/>
                </a:ln>
                <a:solidFill>
                  <a:srgbClr val="000000"/>
                </a:solidFill>
                <a:latin typeface="Sparkasse Lt"/>
                <a:ea typeface="Sparkasse Lt"/>
                <a:cs typeface="Sparkasse Lt"/>
              </a:rPr>
              <a:t>mithilfe</a:t>
            </a:r>
            <a:r>
              <a:rPr sz="1100" b="0" i="0" u="none" cap="none">
                <a:ln>
                  <a:noFill/>
                </a:ln>
                <a:solidFill>
                  <a:srgbClr val="000000"/>
                </a:solidFill>
                <a:latin typeface="Sparkasse Lt"/>
                <a:ea typeface="Sparkasse Lt"/>
                <a:cs typeface="Sparkasse Lt"/>
              </a:rPr>
              <a:t> des Symbols befüllt werden kann, liegt dieser im Vordergrund der Folie. Wenn Sie das Bild eingesetzt haben, müssen Sie dieses </a:t>
            </a:r>
            <a:r>
              <a:rPr sz="1100" b="0" i="0" u="none" cap="none">
                <a:ln>
                  <a:noFill/>
                </a:ln>
                <a:solidFill>
                  <a:srgbClr val="000000"/>
                </a:solidFill>
                <a:latin typeface="+mj-lt"/>
                <a:ea typeface="+mj-lt"/>
                <a:cs typeface="+mj-lt"/>
              </a:rPr>
              <a:t>in den Hintergrund </a:t>
            </a:r>
            <a:r>
              <a:rPr sz="1100" b="0" i="0" u="none" cap="none">
                <a:ln>
                  <a:noFill/>
                </a:ln>
                <a:solidFill>
                  <a:srgbClr val="000000"/>
                </a:solidFill>
                <a:latin typeface="Sparkasse Lt"/>
                <a:ea typeface="Sparkasse Lt"/>
                <a:cs typeface="Sparkasse Lt"/>
              </a:rPr>
              <a:t>der Folie setzen, damit  die übrigen Elemente sicht- und editierbar werden. Das geht ganz einfach: Bild markieren, Menü „Start“ &gt;  „Anordnen“ &gt; „In den Hintergrund“).</a:t>
            </a:r>
          </a:p>
        </p:txBody>
      </p:sp>
      <p:pic>
        <p:nvPicPr>
          <p:cNvPr id="24" name="Grafik 16"/>
          <p:cNvPicPr>
            <a:picLocks xmlns:a="http://schemas.openxmlformats.org/drawingml/2006/main" noChangeAspect="1"/>
          </p:cNvPicPr>
          <p:nvPr/>
        </p:nvPicPr>
        <p:blipFill>
          <a:blip xmlns:r="http://schemas.openxmlformats.org/officeDocument/2006/relationships" xmlns:a="http://schemas.openxmlformats.org/drawingml/2006/main" r:embed="Rdfb3a4de823845d9"/>
          <a:stretch xmlns:a="http://schemas.openxmlformats.org/drawingml/2006/main">
            <a:fillRect l="0" t="0" r="0" b="0"/>
          </a:stretch>
        </p:blipFill>
        <p:spPr>
          <a:xfrm xmlns:a="http://schemas.openxmlformats.org/drawingml/2006/main" rot="0" flipH="0" flipV="0">
            <a:off x="12284420" y="3182801"/>
            <a:ext cx="1944000" cy="2044867"/>
          </a:xfrm>
          <a:prstGeom xmlns:a="http://schemas.openxmlformats.org/drawingml/2006/main" prst="rect">
            <a:avLst/>
          </a:prstGeom>
        </p:spPr>
      </p:pic>
      <p:sp>
        <p:nvSpPr>
          <p:cNvPr id="18" name="Rechteck 17">
            <a:extLst xmlns:a="http://schemas.openxmlformats.org/drawingml/2006/main">
              <a:ext uri="{FF2B5EF4-FFF2-40B4-BE49-F238E27FC236}">
                <a16:creationId xmlns:a16="http://schemas.microsoft.com/office/drawing/2014/main" id="{C60E2687-2681-0AD4-1163-C9D53747208A}"/>
              </a:ext>
            </a:extLst>
          </p:cNvPr>
          <p:cNvSpPr>
            <a:spLocks xmlns:a="http://schemas.openxmlformats.org/drawingml/2006/main" noGrp="1"/>
          </p:cNvSpPr>
          <p:nvPr/>
        </p:nvSpPr>
        <p:spPr>
          <a:xfrm xmlns:a="http://schemas.openxmlformats.org/drawingml/2006/main" rot="0" flipH="0" flipV="0">
            <a:off x="12265536" y="4450561"/>
            <a:ext cx="1967368" cy="280236"/>
          </a:xfrm>
          <a:prstGeom xmlns:a="http://schemas.openxmlformats.org/drawingml/2006/main" prst="rect">
            <a:avLst/>
          </a:prstGeom>
          <a:solidFill xmlns:a="http://schemas.openxmlformats.org/drawingml/2006/main">
            <a:schemeClr val="tx2">
              <a:alpha val="0"/>
            </a:schemeClr>
          </a:solidFill>
          <a:ln xmlns:a="http://schemas.openxmlformats.org/drawingml/2006/main" w="19050">
            <a:solidFill>
              <a:schemeClr val="bg2"/>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300"/>
              </a:spcBef>
              <a:spcAft>
                <a:spcPts val="300"/>
              </a:spcAft>
              <a:buNone/>
            </a:pPr>
            <a:endParaRPr sz="2000">
              <a:solidFill>
                <a:schemeClr val="tx1"/>
              </a:solidFill>
            </a:endParaRPr>
          </a:p>
        </p:txBody>
      </p:sp>
      <p:sp>
        <p:nvSpPr>
          <p:cNvPr id="13" name="Linie L">
            <a:extLst xmlns:a="http://schemas.openxmlformats.org/drawingml/2006/main">
              <a:ext uri="{FF2B5EF4-FFF2-40B4-BE49-F238E27FC236}">
                <a16:creationId xmlns:a16="http://schemas.microsoft.com/office/drawing/2014/main" id="{30D00D3A-2F34-D350-3EE4-26133069E9EA}"/>
              </a:ext>
            </a:extLst>
          </p:cNvPr>
          <p:cNvSpPr>
            <a:spLocks xmlns:a="http://schemas.openxmlformats.org/drawingml/2006/main" noGrp="1"/>
          </p:cNvSpPr>
          <p:nvPr>
            <p:ph type="pic" idx="30"/>
          </p:nvPr>
        </p:nvSpPr>
        <p:spPr>
          <a:xfrm xmlns:a="http://schemas.openxmlformats.org/drawingml/2006/main">
            <a:off x="0" y="260727"/>
            <a:ext cx="171450" cy="6048000"/>
          </a:xfrm>
          <a:prstGeom xmlns:a="http://schemas.openxmlformats.org/drawingml/2006/main" prst="rect">
            <a:avLst/>
          </a:prstGeom>
          <a:blipFill xmlns:a="http://schemas.openxmlformats.org/drawingml/2006/main">
            <a:blip xmlns:r="http://schemas.openxmlformats.org/officeDocument/2006/relationships" r:embed="R88cbe3cecf084ee7">
              <a:extLst>
                <a:ext uri="{96DAC541-7B7A-43D3-8B79-37D633B846F1}">
                  <asvg:svgBlip xmlns:asvg="http://schemas.microsoft.com/office/drawing/2016/SVG/main" r:embed="R6b2072d8d3b04e4c"/>
                </a:ext>
              </a:extLst>
            </a:blip>
            <a:srcRect l="0" t="0" r="0" b="0"/>
            <a:stretch>
              <a:fillRect l="-4179" t="0" r="26528" b="0"/>
            </a:stretch>
          </a:blipFill>
        </p:spPr>
        <p:txBody>
          <a:bodyPr xmlns:a="http://schemas.openxmlformats.org/drawingml/2006/main"/>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8" name="Logo">
            <a:extLst xmlns:a="http://schemas.openxmlformats.org/drawingml/2006/main">
              <a:ext uri="{FF2B5EF4-FFF2-40B4-BE49-F238E27FC236}">
                <a16:creationId xmlns:a16="http://schemas.microsoft.com/office/drawing/2014/main" id="{AAEBA93A-ACB5-28BB-AEB1-E4DBD7210D46}"/>
              </a:ext>
            </a:extLst>
          </p:cNvPr>
          <p:cNvSpPr>
            <a:spLocks xmlns:a="http://schemas.openxmlformats.org/drawingml/2006/main" noGrp="1"/>
          </p:cNvSpPr>
          <p:nvPr>
            <p:ph type="pic" idx="17"/>
          </p:nvPr>
        </p:nvSpPr>
        <p:spPr>
          <a:xfrm xmlns:a="http://schemas.openxmlformats.org/drawingml/2006/main">
            <a:off x="11570400" y="259200"/>
            <a:ext cx="360000" cy="360000"/>
          </a:xfrm>
          <a:prstGeom xmlns:a="http://schemas.openxmlformats.org/drawingml/2006/main" prst="rect">
            <a:avLst/>
          </a:prstGeom>
          <a:blipFill xmlns:a="http://schemas.openxmlformats.org/drawingml/2006/main">
            <a:blip xmlns:r="http://schemas.openxmlformats.org/officeDocument/2006/relationships" r:embed="Rbe24309411604f46">
              <a:extLst>
                <a:ext uri="{96DAC541-7B7A-43D3-8B79-37D633B846F1}">
                  <asvg:svgBlip xmlns:asvg="http://schemas.microsoft.com/office/drawing/2016/SVG/main" r:embed="R85935a3981504524"/>
                </a:ext>
              </a:extLst>
            </a:blip>
            <a:srcRect l="0" t="0" r="0" b="0"/>
            <a:stretch>
              <a:fillRect l="0" t="-1352" r="0" b="-1352"/>
            </a:stretch>
          </a:blipFill>
        </p:spPr>
        <p:txBody>
          <a:bodyPr xmlns:a="http://schemas.openxmlformats.org/drawingml/2006/main" vert="horz" lIns="0" tIns="0" rIns="0" bIns="0">
            <a:noAutofit/>
          </a:bodyPr>
          <a:lstStyle xmlns:a="http://schemas.openxmlformats.org/drawingml/2006/main">
            <a:lvl1pPr>
              <a:buNone/>
              <a:defRPr sz="800">
                <a:noFill/>
              </a:defRPr>
            </a:lvl1pPr>
          </a:lstStyle>
          <a:p xmlns:a="http://schemas.openxmlformats.org/drawingml/2006/main">
            <a:pPr lvl="0">
              <a:buNone/>
            </a:pPr>
            <a:r>
              <a:t>Bild durch Klicken auf Symbol hinzufügen</a:t>
            </a:r>
            <a:endParaRPr/>
          </a:p>
        </p:txBody>
      </p:sp>
      <p:sp>
        <p:nvSpPr>
          <p:cNvPr id="4" name="Topline">
            <a:extLst xmlns:a="http://schemas.openxmlformats.org/drawingml/2006/main">
              <a:ext uri="{FF2B5EF4-FFF2-40B4-BE49-F238E27FC236}">
                <a16:creationId xmlns:a16="http://schemas.microsoft.com/office/drawing/2014/main" id="{D2756035-617A-8345-5881-80E7F3C81083}"/>
              </a:ext>
            </a:extLst>
          </p:cNvPr>
          <p:cNvSpPr>
            <a:spLocks xmlns:a="http://schemas.openxmlformats.org/drawingml/2006/main" noGrp="1"/>
          </p:cNvSpPr>
          <p:nvPr>
            <p:ph type="body" idx="26" hasCustomPrompt="1"/>
          </p:nvPr>
        </p:nvSpPr>
        <p:spPr>
          <a:xfrm xmlns:a="http://schemas.openxmlformats.org/drawingml/2006/main">
            <a:off x="695401" y="548680"/>
            <a:ext cx="10296000" cy="288000"/>
          </a:xfrm>
        </p:spPr>
        <p:txBody>
          <a:bodyPr xmlns:a="http://schemas.openxmlformats.org/drawingml/2006/main" anchor="b"/>
          <a:lstStyle xmlns:a="http://schemas.openxmlformats.org/drawingml/2006/main">
            <a:lvl1pPr marL="0" indent="0">
              <a:spcAft>
                <a:spcPts val="0"/>
              </a:spcAft>
              <a:buFontTx/>
              <a:buNone/>
              <a:defRPr sz="1400">
                <a:solidFill>
                  <a:schemeClr val="bg2"/>
                </a:solidFill>
                <a:latin typeface="+mn-lt"/>
                <a:ea typeface="+mn-lt"/>
                <a:cs typeface="+mn-lt"/>
              </a:defRPr>
            </a:lvl1pPr>
            <a:lvl2pPr marL="0" indent="0">
              <a:spcAft>
                <a:spcPts val="0"/>
              </a:spcAft>
              <a:buFontTx/>
              <a:buNone/>
              <a:defRPr sz="1400">
                <a:solidFill>
                  <a:schemeClr val="bg2"/>
                </a:solidFill>
                <a:latin typeface="+mn-lt"/>
                <a:ea typeface="+mn-lt"/>
                <a:cs typeface="+mn-lt"/>
              </a:defRPr>
            </a:lvl2pPr>
            <a:lvl3pPr marL="0" indent="0">
              <a:spcAft>
                <a:spcPts val="0"/>
              </a:spcAft>
              <a:buFontTx/>
              <a:buNone/>
              <a:defRPr sz="1400">
                <a:solidFill>
                  <a:schemeClr val="bg2"/>
                </a:solidFill>
                <a:latin typeface="+mn-lt"/>
                <a:ea typeface="+mn-lt"/>
                <a:cs typeface="+mn-lt"/>
              </a:defRPr>
            </a:lvl3pPr>
            <a:lvl4pPr marL="0" indent="0">
              <a:spcAft>
                <a:spcPts val="0"/>
              </a:spcAft>
              <a:buFontTx/>
              <a:buNone/>
              <a:defRPr sz="1400">
                <a:solidFill>
                  <a:schemeClr val="bg2"/>
                </a:solidFill>
                <a:latin typeface="+mn-lt"/>
                <a:ea typeface="+mn-lt"/>
                <a:cs typeface="+mn-lt"/>
              </a:defRPr>
            </a:lvl4pPr>
            <a:lvl5pPr marL="0" indent="0">
              <a:spcAft>
                <a:spcPts val="0"/>
              </a:spcAft>
              <a:buFontTx/>
              <a:buNone/>
              <a:defRPr sz="1400">
                <a:solidFill>
                  <a:schemeClr val="bg2"/>
                </a:solidFill>
                <a:latin typeface="+mn-lt"/>
                <a:ea typeface="+mn-lt"/>
                <a:cs typeface="+mn-lt"/>
              </a:defRPr>
            </a:lvl5pPr>
            <a:lvl6pPr marL="0" indent="0">
              <a:spcAft>
                <a:spcPts val="0"/>
              </a:spcAft>
              <a:buFontTx/>
              <a:buNone/>
              <a:defRPr sz="1400">
                <a:solidFill>
                  <a:schemeClr val="bg2"/>
                </a:solidFill>
                <a:latin typeface="+mn-lt"/>
                <a:ea typeface="+mn-lt"/>
                <a:cs typeface="+mn-lt"/>
              </a:defRPr>
            </a:lvl6pPr>
            <a:lvl7pPr marL="0" indent="0">
              <a:spcAft>
                <a:spcPts val="0"/>
              </a:spcAft>
              <a:buFontTx/>
              <a:buNone/>
              <a:defRPr sz="1400">
                <a:solidFill>
                  <a:schemeClr val="bg2"/>
                </a:solidFill>
                <a:latin typeface="+mn-lt"/>
                <a:ea typeface="+mn-lt"/>
                <a:cs typeface="+mn-lt"/>
              </a:defRPr>
            </a:lvl7pPr>
            <a:lvl8pPr marL="0" indent="0">
              <a:spcAft>
                <a:spcPts val="0"/>
              </a:spcAft>
              <a:buFontTx/>
              <a:buNone/>
              <a:defRPr sz="1400">
                <a:solidFill>
                  <a:schemeClr val="bg2"/>
                </a:solidFill>
                <a:latin typeface="+mn-lt"/>
                <a:ea typeface="+mn-lt"/>
                <a:cs typeface="+mn-lt"/>
              </a:defRPr>
            </a:lvl8pPr>
            <a:lvl9pPr marL="0" indent="0">
              <a:spcAft>
                <a:spcPts val="0"/>
              </a:spcAft>
              <a:buFontTx/>
              <a:buNone/>
              <a:defRPr sz="1400">
                <a:solidFill>
                  <a:schemeClr val="bg2"/>
                </a:solidFill>
                <a:latin typeface="+mn-lt"/>
                <a:ea typeface="+mn-lt"/>
                <a:cs typeface="+mn-lt"/>
              </a:defRPr>
            </a:lvl9pPr>
          </a:lstStyle>
          <a:p xmlns:a="http://schemas.openxmlformats.org/drawingml/2006/main">
            <a:pPr lvl="0">
              <a:buNone/>
            </a:pPr>
            <a:r>
              <a:t>Optionale </a:t>
            </a:r>
            <a:r>
              <a:t>Topline</a:t>
            </a:r>
            <a:r>
              <a:t> hinzufügen</a:t>
            </a:r>
          </a:p>
        </p:txBody>
      </p:sp>
      <p:sp>
        <p:nvSpPr>
          <p:cNvPr id="7" name="Titel 6">
            <a:extLst xmlns:a="http://schemas.openxmlformats.org/drawingml/2006/main">
              <a:ext uri="{FF2B5EF4-FFF2-40B4-BE49-F238E27FC236}">
                <a16:creationId xmlns:a16="http://schemas.microsoft.com/office/drawing/2014/main" id="{48347A0D-1277-35FE-8A9F-6D89651F885B}"/>
              </a:ext>
            </a:extLst>
          </p:cNvPr>
          <p:cNvSpPr>
            <a:spLocks xmlns:a="http://schemas.openxmlformats.org/drawingml/2006/main" noGrp="1"/>
          </p:cNvSpPr>
          <p:nvPr>
            <p:ph type="title" idx="0"/>
          </p:nvPr>
        </p:nvSpPr>
        <p:spPr>
          <a:xfrm xmlns:a="http://schemas.openxmlformats.org/drawingml/2006/main">
            <a:off x="695324" y="922812"/>
            <a:ext cx="10296000" cy="1282226"/>
          </a:xfrm>
        </p:spPr>
        <p:txBody>
          <a:bodyPr xmlns:a="http://schemas.openxmlformats.org/drawingml/2006/main"/>
          <a:lstStyle xmlns:a="http://schemas.openxmlformats.org/drawingml/2006/main">
            <a:lvl1pPr>
              <a:buNone/>
              <a:defRPr sz="5400"/>
            </a:lvl1pPr>
          </a:lstStyle>
          <a:p xmlns:a="http://schemas.openxmlformats.org/drawingml/2006/main">
            <a:r>
              <a:t>Mastertitelformat bearbeiten</a:t>
            </a:r>
            <a:endParaRPr/>
          </a:p>
        </p:txBody>
      </p:sp>
      <p:sp>
        <p:nvSpPr>
          <p:cNvPr id="11" name="Banderole">
            <a:extLst xmlns:a="http://schemas.openxmlformats.org/drawingml/2006/main">
              <a:ext uri="{FF2B5EF4-FFF2-40B4-BE49-F238E27FC236}">
                <a16:creationId xmlns:a16="http://schemas.microsoft.com/office/drawing/2014/main" id="{5E08BAA3-55D9-09D4-DB03-68E6870BA818}"/>
              </a:ext>
            </a:extLst>
          </p:cNvPr>
          <p:cNvSpPr>
            <a:spLocks xmlns:a="http://schemas.openxmlformats.org/drawingml/2006/main" noGrp="1"/>
          </p:cNvSpPr>
          <p:nvPr>
            <p:ph type="body" idx="29"/>
          </p:nvPr>
        </p:nvSpPr>
        <p:spPr>
          <a:xfrm xmlns:a="http://schemas.openxmlformats.org/drawingml/2006/main">
            <a:off x="693365" y="2204864"/>
            <a:ext cx="4680000" cy="2394792"/>
          </a:xfrm>
          <a:prstGeom xmlns:a="http://schemas.openxmlformats.org/drawingml/2006/main" prst="round2DiagRect">
            <a:avLst>
              <a:gd name="adj1" fmla="val 15679"/>
              <a:gd name="adj2" fmla="val 0"/>
            </a:avLst>
          </a:prstGeom>
          <a:gradFill xmlns:a="http://schemas.openxmlformats.org/drawingml/2006/main">
            <a:gsLst>
              <a:gs pos="100000">
                <a:schemeClr val="bg2">
                  <a:lumMod val="75000"/>
                </a:schemeClr>
              </a:gs>
              <a:gs pos="78000">
                <a:schemeClr val="bg2"/>
              </a:gs>
              <a:gs pos="0">
                <a:srgbClr val="9B348E">
                  <a:alpha val="72000"/>
                </a:srgbClr>
              </a:gs>
              <a:gs pos="37000">
                <a:schemeClr val="bg2">
                  <a:alpha val="75000"/>
                </a:schemeClr>
              </a:gs>
            </a:gsLst>
            <a:lin ang="12600000" scaled="0"/>
          </a:gradFill>
        </p:spPr>
        <p:txBody>
          <a:bodyPr xmlns:a="http://schemas.openxmlformats.org/drawingml/2006/main" wrap="square" lIns="288000" tIns="216000" rIns="288000" bIns="288000" anchor="t">
            <a:spAutoFit/>
          </a:bodyPr>
          <a:lstStyle xmlns:a="http://schemas.openxmlformats.org/drawingml/2006/main">
            <a:lvl1pPr>
              <a:buNone/>
              <a:defRPr>
                <a:solidFill>
                  <a:schemeClr val="bg1"/>
                </a:solidFill>
              </a:defRPr>
            </a:lvl1pPr>
            <a:lvl2pPr>
              <a:buNone/>
              <a:defRPr>
                <a:solidFill>
                  <a:schemeClr val="bg1"/>
                </a:solidFill>
              </a:defRPr>
            </a:lvl2pPr>
            <a:lvl3pPr marL="180000" indent="-180000">
              <a:buClr>
                <a:schemeClr val="bg1"/>
              </a:buClr>
              <a:buFont typeface="Arial"/>
              <a:buChar char="•"/>
              <a:defRPr>
                <a:solidFill>
                  <a:schemeClr val="bg1"/>
                </a:solidFill>
              </a:defRPr>
            </a:lvl3pPr>
            <a:lvl4pPr>
              <a:buClr>
                <a:schemeClr val="bg1"/>
              </a:buClr>
              <a:buNone/>
              <a:defRPr>
                <a:solidFill>
                  <a:schemeClr val="bg1"/>
                </a:solidFill>
              </a:defRPr>
            </a:lvl4pPr>
            <a:lvl5pPr>
              <a:buClr>
                <a:schemeClr val="bg1"/>
              </a:buClr>
              <a:buNone/>
              <a:defRPr>
                <a:solidFill>
                  <a:schemeClr val="bg1"/>
                </a:solidFill>
              </a:defRPr>
            </a:lvl5pPr>
            <a:lvl6pPr>
              <a:buNone/>
              <a:defRPr>
                <a:solidFill>
                  <a:schemeClr val="bg1"/>
                </a:solidFill>
              </a:defRPr>
            </a:lvl6pPr>
            <a:lvl7pPr>
              <a:buNone/>
              <a:defRPr>
                <a:solidFill>
                  <a:schemeClr val="bg1"/>
                </a:solidFill>
              </a:defRPr>
            </a:lvl7pPr>
            <a:lvl8pPr>
              <a:buClr>
                <a:schemeClr val="bg1"/>
              </a:buClr>
              <a:buNone/>
              <a:defRPr>
                <a:solidFill>
                  <a:schemeClr val="bg1"/>
                </a:solidFill>
              </a:defRPr>
            </a:lvl8pPr>
            <a:lvl9pPr>
              <a:buClr>
                <a:schemeClr val="bg1"/>
              </a:buClr>
              <a:buNone/>
              <a:defRPr>
                <a:solidFill>
                  <a:schemeClr val="bg1"/>
                </a:solidFill>
              </a:defRPr>
            </a:lvl9pPr>
          </a:lstStyle>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endParaRPr/>
          </a:p>
        </p:txBody>
      </p:sp>
      <p:sp>
        <p:nvSpPr>
          <p:cNvPr id="15" name="Bildplatzhalter 14">
            <a:extLst xmlns:a="http://schemas.openxmlformats.org/drawingml/2006/main">
              <a:ext uri="{FF2B5EF4-FFF2-40B4-BE49-F238E27FC236}">
                <a16:creationId xmlns:a16="http://schemas.microsoft.com/office/drawing/2014/main" id="{DE862A8C-8289-C0CF-7809-1DB047491227}"/>
              </a:ext>
            </a:extLst>
          </p:cNvPr>
          <p:cNvSpPr>
            <a:spLocks xmlns:a="http://schemas.openxmlformats.org/drawingml/2006/main" noGrp="1"/>
          </p:cNvSpPr>
          <p:nvPr>
            <p:ph type="pic" idx="31"/>
          </p:nvPr>
        </p:nvSpPr>
        <p:spPr>
          <a:xfrm xmlns:a="http://schemas.openxmlformats.org/drawingml/2006/main">
            <a:off x="0" y="0"/>
            <a:ext cx="12196800" cy="6453352"/>
          </a:xfrm>
        </p:spPr>
        <p:txBody>
          <a:bodyPr xmlns:a="http://schemas.openxmlformats.org/drawingml/2006/main"/>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9" name="Datumsplatzhalter 8">
            <a:extLst xmlns:a="http://schemas.openxmlformats.org/drawingml/2006/main">
              <a:ext uri="{FF2B5EF4-FFF2-40B4-BE49-F238E27FC236}">
                <a16:creationId xmlns:a16="http://schemas.microsoft.com/office/drawing/2014/main" id="{9BF64D5E-3628-3DF9-D59E-DEDA05139922}"/>
              </a:ext>
            </a:extLst>
          </p:cNvPr>
          <p:cNvSpPr>
            <a:spLocks xmlns:a="http://schemas.openxmlformats.org/drawingml/2006/main" noGrp="1"/>
          </p:cNvSpPr>
          <p:nvPr>
            <p:ph type="dt" idx="32"/>
          </p:nvPr>
        </p:nvSpPr>
        <p:spPr/>
        <p:txBody>
          <a:bodyPr xmlns:a="http://schemas.openxmlformats.org/drawingml/2006/main"/>
          <a:lstStyle xmlns:a="http://schemas.openxmlformats.org/drawingml/2006/main"/>
          <a:p xmlns:a="http://schemas.openxmlformats.org/drawingml/2006/main">
            <a:r>
              <a:t>Intern, TT.MM.JJJJ</a:t>
            </a:r>
            <a:endParaRPr sz="800"/>
          </a:p>
        </p:txBody>
      </p:sp>
      <p:sp>
        <p:nvSpPr>
          <p:cNvPr id="19" name="Foliennummernplatzhalter 18">
            <a:extLst xmlns:a="http://schemas.openxmlformats.org/drawingml/2006/main">
              <a:ext uri="{FF2B5EF4-FFF2-40B4-BE49-F238E27FC236}">
                <a16:creationId xmlns:a16="http://schemas.microsoft.com/office/drawing/2014/main" id="{F4132E7F-E3FA-E24B-4C24-2C2238394F0D}"/>
              </a:ext>
            </a:extLst>
          </p:cNvPr>
          <p:cNvSpPr>
            <a:spLocks xmlns:a="http://schemas.openxmlformats.org/drawingml/2006/main" noGrp="1"/>
          </p:cNvSpPr>
          <p:nvPr>
            <p:ph type="sldNum" idx="34"/>
          </p:nvPr>
        </p:nvSpPr>
        <p:spPr/>
        <p:txBody>
          <a:bodyPr xmlns:a="http://schemas.openxmlformats.org/drawingml/2006/main"/>
          <a:lstStyle xmlns:a="http://schemas.openxmlformats.org/drawingml/2006/main"/>
          <a:p xmlns:a="http://schemas.openxmlformats.org/drawingml/2006/main">
            <a:r>
              <a:t>Seite </a:t>
            </a:r>
            <a:fld id="{DC907883-A228-4E41-A7BF-33DDF6A01B2A}" type="slidenum">
              <a:t>‹Nr.›</a:t>
            </a:fld>
            <a:endParaRPr/>
          </a:p>
        </p:txBody>
      </p:sp>
    </p:spTree>
  </p:cSld>
</p:sldLayout>
</file>

<file path=ppt/slideLayouts/slideLayout25.xml><?xml version="1.0" encoding="utf-8"?>
<p:sldLayout xmlns:p="http://schemas.openxmlformats.org/presentationml/2006/main" preserve="1" userDrawn="1">
  <p:cSld name="Textbox auf dunklem Bild">
    <p:bg>
      <p:bgPr>
        <a:solidFill xmlns:a="http://schemas.openxmlformats.org/drawingml/2006/main">
          <a:schemeClr val="bg1"/>
        </a:solidFill>
      </p:bgPr>
    </p:bg>
    <p:spTree>
      <p:nvGrpSpPr>
        <p:cNvPr id="1" name=""/>
        <p:cNvGrpSpPr/>
        <p:nvPr/>
      </p:nvGrpSpPr>
      <p:grpSpPr>
        <a:xfrm xmlns:a="http://schemas.openxmlformats.org/drawingml/2006/main"/>
      </p:grpSpPr>
      <p:sp>
        <p:nvSpPr>
          <p:cNvPr id="20" name="Rechteck 19">
            <a:extLst xmlns:a="http://schemas.openxmlformats.org/drawingml/2006/main">
              <a:ext uri="{FF2B5EF4-FFF2-40B4-BE49-F238E27FC236}">
                <a16:creationId xmlns:a16="http://schemas.microsoft.com/office/drawing/2014/main" id="{9D5BBD66-22CA-F864-D624-C5F10569787A}"/>
              </a:ext>
            </a:extLst>
          </p:cNvPr>
          <p:cNvSpPr>
            <a:spLocks xmlns:a="http://schemas.openxmlformats.org/drawingml/2006/main" noGrp="1"/>
          </p:cNvSpPr>
          <p:nvPr/>
        </p:nvSpPr>
        <p:spPr>
          <a:xfrm xmlns:a="http://schemas.openxmlformats.org/drawingml/2006/main">
            <a:off x="0" y="-12531"/>
            <a:ext cx="12192000" cy="6465719"/>
          </a:xfrm>
          <a:prstGeom xmlns:a="http://schemas.openxmlformats.org/drawingml/2006/main" prst="rect">
            <a:avLst/>
          </a:prstGeom>
          <a:solidFill xmlns:a="http://schemas.openxmlformats.org/drawingml/2006/main">
            <a:schemeClr val="tx1"/>
          </a:soli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91440" tIns="45720" rIns="91440" bIns="45720" anchor="t">
            <a:noAutofit/>
          </a:bodyPr>
          <a:lstStyle xmlns:a="http://schemas.openxmlformats.org/drawingml/2006/main"/>
          <a:p xmlns:a="http://schemas.openxmlformats.org/drawingml/2006/main">
            <a:pPr algn="l">
              <a:buClr>
                <a:schemeClr val="bg1"/>
              </a:buClr>
              <a:buNone/>
            </a:pPr>
            <a:endParaRPr>
              <a:solidFill>
                <a:schemeClr val="bg1"/>
              </a:solidFill>
            </a:endParaRPr>
          </a:p>
        </p:txBody>
      </p:sp>
      <p:sp>
        <p:nvSpPr>
          <p:cNvPr id="9" name="Hinweis">
            <a:extLst xmlns:a="http://schemas.openxmlformats.org/drawingml/2006/main">
              <a:ext uri="{FF2B5EF4-FFF2-40B4-BE49-F238E27FC236}">
                <a16:creationId xmlns:a16="http://schemas.microsoft.com/office/drawing/2014/main" id="{2FAAEBC0-67E7-7F88-8B35-AD262A8AF017}"/>
              </a:ext>
            </a:extLst>
          </p:cNvPr>
          <p:cNvSpPr>
            <a:spLocks xmlns:a="http://schemas.openxmlformats.org/drawingml/2006/main" noGrp="1"/>
          </p:cNvSpPr>
          <p:nvPr/>
        </p:nvSpPr>
        <p:spPr>
          <a:xfrm xmlns:a="http://schemas.openxmlformats.org/drawingml/2006/main" rot="0" flipH="0" flipV="0">
            <a:off x="12284204" y="0"/>
            <a:ext cx="1944216" cy="3204000"/>
          </a:xfrm>
          <a:prstGeom xmlns:a="http://schemas.openxmlformats.org/drawingml/2006/main" prst="rect">
            <a:avLst/>
          </a:prstGeom>
          <a:solidFill xmlns:a="http://schemas.openxmlformats.org/drawingml/2006/main">
            <a:schemeClr val="bg1"/>
          </a:soli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bIns="108000" anchor="b">
            <a:spAutoFit/>
          </a:bodyPr>
          <a:lstStyle xmlns:a="http://schemas.openxmlformats.org/drawingml/2006/main"/>
          <a:p xmlns:a="http://schemas.openxmlformats.org/drawingml/2006/main">
            <a:pPr marL="0" marR="0" lvl="0" indent="0" algn="l" defTabSz="914115">
              <a:lnSpc>
                <a:spcPct val="110000"/>
              </a:lnSpc>
              <a:spcBef>
                <a:spcPts val="0"/>
              </a:spcBef>
              <a:spcAft>
                <a:spcPts val="600"/>
              </a:spcAft>
              <a:buClrTx/>
              <a:buSzTx/>
              <a:buFont typeface="Arial"/>
              <a:buNone/>
            </a:pPr>
            <a:r>
              <a:rPr sz="1200" b="0" i="0" u="none" cap="none">
                <a:ln>
                  <a:noFill/>
                </a:ln>
                <a:solidFill>
                  <a:srgbClr val="000000"/>
                </a:solidFill>
                <a:latin typeface="Sparkasse Head"/>
                <a:ea typeface="Sparkasse Head"/>
                <a:cs typeface="Sparkasse Head"/>
              </a:rPr>
              <a:t>Bitte beachten:</a:t>
            </a:r>
          </a:p>
          <a:p xmlns:a="http://schemas.openxmlformats.org/drawingml/2006/main">
            <a:pPr marL="0" marR="0" lvl="1" indent="0" algn="l" defTabSz="914115">
              <a:lnSpc>
                <a:spcPct val="110000"/>
              </a:lnSpc>
              <a:spcBef>
                <a:spcPts val="0"/>
              </a:spcBef>
              <a:spcAft>
                <a:spcPts val="600"/>
              </a:spcAft>
              <a:buClrTx/>
              <a:buSzTx/>
              <a:buFont typeface="Arial"/>
              <a:buNone/>
            </a:pPr>
            <a:r>
              <a:rPr sz="1100" b="0" i="0" u="none" cap="none">
                <a:ln>
                  <a:noFill/>
                </a:ln>
                <a:solidFill>
                  <a:srgbClr val="000000"/>
                </a:solidFill>
                <a:latin typeface="Sparkasse Lt"/>
                <a:ea typeface="Sparkasse Lt"/>
                <a:cs typeface="Sparkasse Lt"/>
              </a:rPr>
              <a:t>Damit der Bildplatzhalter </a:t>
            </a:r>
            <a:br/>
            <a:r>
              <a:rPr sz="1100" b="0" i="0" u="none" cap="none">
                <a:ln>
                  <a:noFill/>
                </a:ln>
                <a:solidFill>
                  <a:srgbClr val="000000"/>
                </a:solidFill>
                <a:latin typeface="Sparkasse Lt"/>
                <a:ea typeface="Sparkasse Lt"/>
                <a:cs typeface="Sparkasse Lt"/>
              </a:rPr>
              <a:t>für das Hintergrundbild einfacher </a:t>
            </a:r>
            <a:r>
              <a:rPr sz="1100" b="0" i="0" u="none" cap="none">
                <a:ln>
                  <a:noFill/>
                </a:ln>
                <a:solidFill>
                  <a:srgbClr val="000000"/>
                </a:solidFill>
                <a:latin typeface="Sparkasse Lt"/>
                <a:ea typeface="Sparkasse Lt"/>
                <a:cs typeface="Sparkasse Lt"/>
              </a:rPr>
              <a:t>mithilfe</a:t>
            </a:r>
            <a:r>
              <a:rPr sz="1100" b="0" i="0" u="none" cap="none">
                <a:ln>
                  <a:noFill/>
                </a:ln>
                <a:solidFill>
                  <a:srgbClr val="000000"/>
                </a:solidFill>
                <a:latin typeface="Sparkasse Lt"/>
                <a:ea typeface="Sparkasse Lt"/>
                <a:cs typeface="Sparkasse Lt"/>
              </a:rPr>
              <a:t> des Symbols befüllt werden kann, liegt dieser im Vordergrund der Folie. Wenn Sie das Bild eingesetzt haben, müssen Sie dieses </a:t>
            </a:r>
            <a:r>
              <a:rPr sz="1100" b="0" i="0" u="none" cap="none">
                <a:ln>
                  <a:noFill/>
                </a:ln>
                <a:solidFill>
                  <a:srgbClr val="000000"/>
                </a:solidFill>
                <a:latin typeface="+mj-lt"/>
                <a:ea typeface="+mj-lt"/>
                <a:cs typeface="+mj-lt"/>
              </a:rPr>
              <a:t>in den Hintergrund </a:t>
            </a:r>
            <a:r>
              <a:rPr sz="1100" b="0" i="0" u="none" cap="none">
                <a:ln>
                  <a:noFill/>
                </a:ln>
                <a:solidFill>
                  <a:srgbClr val="000000"/>
                </a:solidFill>
                <a:latin typeface="Sparkasse Lt"/>
                <a:ea typeface="Sparkasse Lt"/>
                <a:cs typeface="Sparkasse Lt"/>
              </a:rPr>
              <a:t>der Folie setzen, damit  die übrigen Elemente sicht- und editierbar werden. Das geht ganz einfach: Bild markieren, Menü „Start“ &gt;  „Anordnen“ &gt; „In den Hintergrund“).</a:t>
            </a:r>
          </a:p>
        </p:txBody>
      </p:sp>
      <p:pic>
        <p:nvPicPr>
          <p:cNvPr id="24" name="Grafik 9"/>
          <p:cNvPicPr>
            <a:picLocks xmlns:a="http://schemas.openxmlformats.org/drawingml/2006/main" noChangeAspect="1"/>
          </p:cNvPicPr>
          <p:nvPr/>
        </p:nvPicPr>
        <p:blipFill>
          <a:blip xmlns:r="http://schemas.openxmlformats.org/officeDocument/2006/relationships" xmlns:a="http://schemas.openxmlformats.org/drawingml/2006/main" r:embed="Rf66e3620972349a8"/>
          <a:stretch xmlns:a="http://schemas.openxmlformats.org/drawingml/2006/main">
            <a:fillRect l="0" t="0" r="0" b="0"/>
          </a:stretch>
        </p:blipFill>
        <p:spPr>
          <a:xfrm xmlns:a="http://schemas.openxmlformats.org/drawingml/2006/main" rot="0" flipH="0" flipV="0">
            <a:off x="12284420" y="3182801"/>
            <a:ext cx="1944000" cy="2044867"/>
          </a:xfrm>
          <a:prstGeom xmlns:a="http://schemas.openxmlformats.org/drawingml/2006/main" prst="rect">
            <a:avLst/>
          </a:prstGeom>
        </p:spPr>
      </p:pic>
      <p:sp>
        <p:nvSpPr>
          <p:cNvPr id="12" name="Rechteck 11">
            <a:extLst xmlns:a="http://schemas.openxmlformats.org/drawingml/2006/main">
              <a:ext uri="{FF2B5EF4-FFF2-40B4-BE49-F238E27FC236}">
                <a16:creationId xmlns:a16="http://schemas.microsoft.com/office/drawing/2014/main" id="{887F896A-75FD-4EC7-380B-6501A86C1313}"/>
              </a:ext>
            </a:extLst>
          </p:cNvPr>
          <p:cNvSpPr>
            <a:spLocks xmlns:a="http://schemas.openxmlformats.org/drawingml/2006/main" noGrp="1"/>
          </p:cNvSpPr>
          <p:nvPr/>
        </p:nvSpPr>
        <p:spPr>
          <a:xfrm xmlns:a="http://schemas.openxmlformats.org/drawingml/2006/main" rot="0" flipH="0" flipV="0">
            <a:off x="12265536" y="4450561"/>
            <a:ext cx="1967368" cy="280236"/>
          </a:xfrm>
          <a:prstGeom xmlns:a="http://schemas.openxmlformats.org/drawingml/2006/main" prst="rect">
            <a:avLst/>
          </a:prstGeom>
          <a:solidFill xmlns:a="http://schemas.openxmlformats.org/drawingml/2006/main">
            <a:schemeClr val="tx2">
              <a:alpha val="0"/>
            </a:schemeClr>
          </a:solidFill>
          <a:ln xmlns:a="http://schemas.openxmlformats.org/drawingml/2006/main" w="19050">
            <a:solidFill>
              <a:schemeClr val="bg2"/>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300"/>
              </a:spcBef>
              <a:spcAft>
                <a:spcPts val="300"/>
              </a:spcAft>
              <a:buNone/>
            </a:pPr>
            <a:endParaRPr sz="2000">
              <a:solidFill>
                <a:schemeClr val="tx1"/>
              </a:solidFill>
            </a:endParaRPr>
          </a:p>
        </p:txBody>
      </p:sp>
      <p:sp>
        <p:nvSpPr>
          <p:cNvPr id="13" name="Linie L">
            <a:extLst xmlns:a="http://schemas.openxmlformats.org/drawingml/2006/main">
              <a:ext uri="{FF2B5EF4-FFF2-40B4-BE49-F238E27FC236}">
                <a16:creationId xmlns:a16="http://schemas.microsoft.com/office/drawing/2014/main" id="{30D00D3A-2F34-D350-3EE4-26133069E9EA}"/>
              </a:ext>
            </a:extLst>
          </p:cNvPr>
          <p:cNvSpPr>
            <a:spLocks xmlns:a="http://schemas.openxmlformats.org/drawingml/2006/main" noGrp="1"/>
          </p:cNvSpPr>
          <p:nvPr>
            <p:ph type="pic" idx="30"/>
          </p:nvPr>
        </p:nvSpPr>
        <p:spPr>
          <a:xfrm xmlns:a="http://schemas.openxmlformats.org/drawingml/2006/main">
            <a:off x="0" y="260727"/>
            <a:ext cx="171450" cy="6048000"/>
          </a:xfrm>
          <a:prstGeom xmlns:a="http://schemas.openxmlformats.org/drawingml/2006/main" prst="rect">
            <a:avLst/>
          </a:prstGeom>
          <a:blipFill xmlns:a="http://schemas.openxmlformats.org/drawingml/2006/main">
            <a:blip xmlns:r="http://schemas.openxmlformats.org/officeDocument/2006/relationships" r:embed="R88938e01833d4ccd">
              <a:lum bright="100000"/>
              <a:extLst>
                <a:ext uri="{96DAC541-7B7A-43D3-8B79-37D633B846F1}">
                  <asvg:svgBlip xmlns:asvg="http://schemas.microsoft.com/office/drawing/2016/SVG/main" r:embed="R64c1d088cdff4144"/>
                </a:ext>
              </a:extLst>
            </a:blip>
            <a:srcRect l="0" t="0" r="0" b="0"/>
            <a:stretch>
              <a:fillRect l="-4179" t="0" r="26528" b="0"/>
            </a:stretch>
          </a:blipFill>
        </p:spPr>
        <p:txBody>
          <a:bodyPr xmlns:a="http://schemas.openxmlformats.org/drawingml/2006/main"/>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8" name="Logo">
            <a:extLst xmlns:a="http://schemas.openxmlformats.org/drawingml/2006/main">
              <a:ext uri="{FF2B5EF4-FFF2-40B4-BE49-F238E27FC236}">
                <a16:creationId xmlns:a16="http://schemas.microsoft.com/office/drawing/2014/main" id="{AAEBA93A-ACB5-28BB-AEB1-E4DBD7210D46}"/>
              </a:ext>
            </a:extLst>
          </p:cNvPr>
          <p:cNvSpPr>
            <a:spLocks xmlns:a="http://schemas.openxmlformats.org/drawingml/2006/main" noGrp="1"/>
          </p:cNvSpPr>
          <p:nvPr>
            <p:ph type="pic" idx="17"/>
          </p:nvPr>
        </p:nvSpPr>
        <p:spPr>
          <a:xfrm xmlns:a="http://schemas.openxmlformats.org/drawingml/2006/main">
            <a:off x="11570400" y="259200"/>
            <a:ext cx="360000" cy="360000"/>
          </a:xfrm>
          <a:prstGeom xmlns:a="http://schemas.openxmlformats.org/drawingml/2006/main" prst="rect">
            <a:avLst/>
          </a:prstGeom>
          <a:blipFill xmlns:a="http://schemas.openxmlformats.org/drawingml/2006/main">
            <a:blip xmlns:r="http://schemas.openxmlformats.org/officeDocument/2006/relationships" r:embed="Rf5fa0458ddc54a54">
              <a:extLst>
                <a:ext uri="{96DAC541-7B7A-43D3-8B79-37D633B846F1}">
                  <asvg:svgBlip xmlns:asvg="http://schemas.microsoft.com/office/drawing/2016/SVG/main" r:embed="R9d18963a6e5b491d"/>
                </a:ext>
              </a:extLst>
            </a:blip>
            <a:srcRect l="0" t="0" r="0" b="0"/>
            <a:stretch>
              <a:fillRect l="0" t="-1352" r="0" b="-1352"/>
            </a:stretch>
          </a:blipFill>
        </p:spPr>
        <p:txBody>
          <a:bodyPr xmlns:a="http://schemas.openxmlformats.org/drawingml/2006/main" vert="horz" lIns="0" tIns="0" rIns="0" bIns="0">
            <a:noAutofit/>
          </a:bodyPr>
          <a:lstStyle xmlns:a="http://schemas.openxmlformats.org/drawingml/2006/main">
            <a:lvl1pPr>
              <a:buNone/>
              <a:defRPr sz="800">
                <a:noFill/>
              </a:defRPr>
            </a:lvl1pPr>
          </a:lstStyle>
          <a:p xmlns:a="http://schemas.openxmlformats.org/drawingml/2006/main">
            <a:pPr lvl="0">
              <a:buNone/>
            </a:pPr>
            <a:r>
              <a:t>Bild durch Klicken auf Symbol hinzufügen</a:t>
            </a:r>
            <a:endParaRPr/>
          </a:p>
        </p:txBody>
      </p:sp>
      <p:sp>
        <p:nvSpPr>
          <p:cNvPr id="4" name="Topline">
            <a:extLst xmlns:a="http://schemas.openxmlformats.org/drawingml/2006/main">
              <a:ext uri="{FF2B5EF4-FFF2-40B4-BE49-F238E27FC236}">
                <a16:creationId xmlns:a16="http://schemas.microsoft.com/office/drawing/2014/main" id="{D2756035-617A-8345-5881-80E7F3C81083}"/>
              </a:ext>
            </a:extLst>
          </p:cNvPr>
          <p:cNvSpPr>
            <a:spLocks xmlns:a="http://schemas.openxmlformats.org/drawingml/2006/main" noGrp="1"/>
          </p:cNvSpPr>
          <p:nvPr>
            <p:ph type="body" idx="26" hasCustomPrompt="1"/>
          </p:nvPr>
        </p:nvSpPr>
        <p:spPr>
          <a:xfrm xmlns:a="http://schemas.openxmlformats.org/drawingml/2006/main">
            <a:off x="695401" y="548680"/>
            <a:ext cx="10296000" cy="288000"/>
          </a:xfrm>
        </p:spPr>
        <p:txBody>
          <a:bodyPr xmlns:a="http://schemas.openxmlformats.org/drawingml/2006/main" anchor="b"/>
          <a:lstStyle xmlns:a="http://schemas.openxmlformats.org/drawingml/2006/main">
            <a:lvl1pPr marL="0" indent="0">
              <a:spcAft>
                <a:spcPts val="0"/>
              </a:spcAft>
              <a:buFontTx/>
              <a:buNone/>
              <a:defRPr sz="1400">
                <a:solidFill>
                  <a:schemeClr val="bg1"/>
                </a:solidFill>
                <a:latin typeface="+mn-lt"/>
                <a:ea typeface="+mn-lt"/>
                <a:cs typeface="+mn-lt"/>
              </a:defRPr>
            </a:lvl1pPr>
            <a:lvl2pPr marL="0" indent="0">
              <a:spcAft>
                <a:spcPts val="0"/>
              </a:spcAft>
              <a:buFontTx/>
              <a:buNone/>
              <a:defRPr sz="1400">
                <a:solidFill>
                  <a:schemeClr val="bg1"/>
                </a:solidFill>
                <a:latin typeface="+mn-lt"/>
                <a:ea typeface="+mn-lt"/>
                <a:cs typeface="+mn-lt"/>
              </a:defRPr>
            </a:lvl2pPr>
            <a:lvl3pPr marL="0" indent="0">
              <a:spcAft>
                <a:spcPts val="0"/>
              </a:spcAft>
              <a:buFontTx/>
              <a:buNone/>
              <a:defRPr sz="1400">
                <a:solidFill>
                  <a:schemeClr val="bg1"/>
                </a:solidFill>
                <a:latin typeface="+mn-lt"/>
                <a:ea typeface="+mn-lt"/>
                <a:cs typeface="+mn-lt"/>
              </a:defRPr>
            </a:lvl3pPr>
            <a:lvl4pPr marL="0" indent="0">
              <a:spcAft>
                <a:spcPts val="0"/>
              </a:spcAft>
              <a:buFontTx/>
              <a:buNone/>
              <a:defRPr sz="1400">
                <a:solidFill>
                  <a:schemeClr val="bg1"/>
                </a:solidFill>
                <a:latin typeface="+mn-lt"/>
                <a:ea typeface="+mn-lt"/>
                <a:cs typeface="+mn-lt"/>
              </a:defRPr>
            </a:lvl4pPr>
            <a:lvl5pPr marL="0" indent="0">
              <a:spcAft>
                <a:spcPts val="0"/>
              </a:spcAft>
              <a:buFontTx/>
              <a:buNone/>
              <a:defRPr sz="1400">
                <a:solidFill>
                  <a:schemeClr val="bg1"/>
                </a:solidFill>
                <a:latin typeface="+mn-lt"/>
                <a:ea typeface="+mn-lt"/>
                <a:cs typeface="+mn-lt"/>
              </a:defRPr>
            </a:lvl5pPr>
            <a:lvl6pPr marL="0" indent="0">
              <a:spcAft>
                <a:spcPts val="0"/>
              </a:spcAft>
              <a:buFontTx/>
              <a:buNone/>
              <a:defRPr sz="1400">
                <a:solidFill>
                  <a:schemeClr val="bg1"/>
                </a:solidFill>
                <a:latin typeface="+mn-lt"/>
                <a:ea typeface="+mn-lt"/>
                <a:cs typeface="+mn-lt"/>
              </a:defRPr>
            </a:lvl6pPr>
            <a:lvl7pPr marL="0" indent="0">
              <a:spcAft>
                <a:spcPts val="0"/>
              </a:spcAft>
              <a:buFontTx/>
              <a:buNone/>
              <a:defRPr sz="1400">
                <a:solidFill>
                  <a:schemeClr val="bg1"/>
                </a:solidFill>
                <a:latin typeface="+mn-lt"/>
                <a:ea typeface="+mn-lt"/>
                <a:cs typeface="+mn-lt"/>
              </a:defRPr>
            </a:lvl7pPr>
            <a:lvl8pPr marL="0" indent="0">
              <a:spcAft>
                <a:spcPts val="0"/>
              </a:spcAft>
              <a:buFontTx/>
              <a:buNone/>
              <a:defRPr sz="1400">
                <a:solidFill>
                  <a:schemeClr val="bg1"/>
                </a:solidFill>
                <a:latin typeface="+mn-lt"/>
                <a:ea typeface="+mn-lt"/>
                <a:cs typeface="+mn-lt"/>
              </a:defRPr>
            </a:lvl8pPr>
            <a:lvl9pPr marL="0" indent="0">
              <a:spcAft>
                <a:spcPts val="0"/>
              </a:spcAft>
              <a:buFontTx/>
              <a:buNone/>
              <a:defRPr sz="1400">
                <a:solidFill>
                  <a:schemeClr val="bg1"/>
                </a:solidFill>
                <a:latin typeface="+mn-lt"/>
                <a:ea typeface="+mn-lt"/>
                <a:cs typeface="+mn-lt"/>
              </a:defRPr>
            </a:lvl9pPr>
          </a:lstStyle>
          <a:p xmlns:a="http://schemas.openxmlformats.org/drawingml/2006/main">
            <a:pPr lvl="0">
              <a:buNone/>
            </a:pPr>
            <a:r>
              <a:t>Optionale </a:t>
            </a:r>
            <a:r>
              <a:t>Topline</a:t>
            </a:r>
            <a:r>
              <a:t> hinzufügen</a:t>
            </a:r>
          </a:p>
        </p:txBody>
      </p:sp>
      <p:sp>
        <p:nvSpPr>
          <p:cNvPr id="7" name="Titel 6">
            <a:extLst xmlns:a="http://schemas.openxmlformats.org/drawingml/2006/main">
              <a:ext uri="{FF2B5EF4-FFF2-40B4-BE49-F238E27FC236}">
                <a16:creationId xmlns:a16="http://schemas.microsoft.com/office/drawing/2014/main" id="{48347A0D-1277-35FE-8A9F-6D89651F885B}"/>
              </a:ext>
            </a:extLst>
          </p:cNvPr>
          <p:cNvSpPr>
            <a:spLocks xmlns:a="http://schemas.openxmlformats.org/drawingml/2006/main" noGrp="1"/>
          </p:cNvSpPr>
          <p:nvPr>
            <p:ph type="title" idx="0"/>
          </p:nvPr>
        </p:nvSpPr>
        <p:spPr>
          <a:xfrm xmlns:a="http://schemas.openxmlformats.org/drawingml/2006/main">
            <a:off x="695324" y="922812"/>
            <a:ext cx="10296000" cy="1282226"/>
          </a:xfrm>
        </p:spPr>
        <p:txBody>
          <a:bodyPr xmlns:a="http://schemas.openxmlformats.org/drawingml/2006/main"/>
          <a:lstStyle xmlns:a="http://schemas.openxmlformats.org/drawingml/2006/main">
            <a:lvl1pPr>
              <a:buClr>
                <a:schemeClr val="bg2"/>
              </a:buClr>
              <a:buNone/>
              <a:defRPr sz="5400">
                <a:solidFill>
                  <a:schemeClr val="bg1"/>
                </a:solidFill>
              </a:defRPr>
            </a:lvl1pPr>
          </a:lstStyle>
          <a:p xmlns:a="http://schemas.openxmlformats.org/drawingml/2006/main">
            <a:r>
              <a:t>Mastertitelformat bearbeiten</a:t>
            </a:r>
            <a:endParaRPr/>
          </a:p>
        </p:txBody>
      </p:sp>
      <p:sp>
        <p:nvSpPr>
          <p:cNvPr id="11" name="Banderole">
            <a:extLst xmlns:a="http://schemas.openxmlformats.org/drawingml/2006/main">
              <a:ext uri="{FF2B5EF4-FFF2-40B4-BE49-F238E27FC236}">
                <a16:creationId xmlns:a16="http://schemas.microsoft.com/office/drawing/2014/main" id="{5E08BAA3-55D9-09D4-DB03-68E6870BA818}"/>
              </a:ext>
            </a:extLst>
          </p:cNvPr>
          <p:cNvSpPr>
            <a:spLocks xmlns:a="http://schemas.openxmlformats.org/drawingml/2006/main" noGrp="1"/>
          </p:cNvSpPr>
          <p:nvPr>
            <p:ph type="body" idx="29"/>
          </p:nvPr>
        </p:nvSpPr>
        <p:spPr>
          <a:xfrm xmlns:a="http://schemas.openxmlformats.org/drawingml/2006/main">
            <a:off x="693365" y="2204864"/>
            <a:ext cx="4680000" cy="2394792"/>
          </a:xfrm>
          <a:prstGeom xmlns:a="http://schemas.openxmlformats.org/drawingml/2006/main" prst="round2DiagRect">
            <a:avLst>
              <a:gd name="adj1" fmla="val 15679"/>
              <a:gd name="adj2" fmla="val 0"/>
            </a:avLst>
          </a:prstGeom>
          <a:gradFill xmlns:a="http://schemas.openxmlformats.org/drawingml/2006/main">
            <a:gsLst>
              <a:gs pos="0">
                <a:schemeClr val="bg1">
                  <a:alpha val="40000"/>
                </a:schemeClr>
              </a:gs>
              <a:gs pos="32000">
                <a:schemeClr val="bg1"/>
              </a:gs>
            </a:gsLst>
            <a:lin ang="13200000" scaled="0"/>
          </a:gradFill>
        </p:spPr>
        <p:txBody>
          <a:bodyPr xmlns:a="http://schemas.openxmlformats.org/drawingml/2006/main" wrap="square" lIns="288000" tIns="216000" rIns="288000" bIns="288000" anchor="t">
            <a:spAutoFit/>
          </a:bodyPr>
          <a:lstStyle xmlns:a="http://schemas.openxmlformats.org/drawingml/2006/main">
            <a:lvl1pPr>
              <a:buNone/>
              <a:defRPr>
                <a:solidFill>
                  <a:schemeClr val="bg2"/>
                </a:solidFill>
              </a:defRPr>
            </a:lvl1pPr>
            <a:lvl2pPr>
              <a:buNone/>
              <a:defRPr>
                <a:solidFill>
                  <a:schemeClr val="tx1"/>
                </a:solidFill>
              </a:defRPr>
            </a:lvl2pPr>
            <a:lvl3pPr marL="180000" indent="-180000">
              <a:buClr>
                <a:schemeClr val="bg2"/>
              </a:buClr>
              <a:buFont typeface="Arial"/>
              <a:buChar char="•"/>
              <a:defRPr>
                <a:solidFill>
                  <a:schemeClr val="tx1"/>
                </a:solidFill>
              </a:defRPr>
            </a:lvl3pPr>
            <a:lvl4pPr>
              <a:buClr>
                <a:schemeClr val="bg2"/>
              </a:buClr>
              <a:buNone/>
              <a:defRPr>
                <a:solidFill>
                  <a:schemeClr val="tx1"/>
                </a:solidFill>
              </a:defRPr>
            </a:lvl4pPr>
            <a:lvl5pPr>
              <a:buClr>
                <a:schemeClr val="bg2"/>
              </a:buClr>
              <a:buNone/>
              <a:defRPr>
                <a:solidFill>
                  <a:schemeClr val="tx1"/>
                </a:solidFill>
              </a:defRPr>
            </a:lvl5pPr>
            <a:lvl6pPr>
              <a:buNone/>
              <a:defRPr>
                <a:solidFill>
                  <a:schemeClr val="bg2"/>
                </a:solidFill>
              </a:defRPr>
            </a:lvl6pPr>
            <a:lvl7pPr>
              <a:buNone/>
              <a:defRPr>
                <a:solidFill>
                  <a:schemeClr val="tx1"/>
                </a:solidFill>
              </a:defRPr>
            </a:lvl7pPr>
            <a:lvl8pPr>
              <a:buClr>
                <a:schemeClr val="bg2"/>
              </a:buClr>
              <a:buNone/>
              <a:defRPr>
                <a:solidFill>
                  <a:schemeClr val="tx1"/>
                </a:solidFill>
              </a:defRPr>
            </a:lvl8pPr>
            <a:lvl9pPr>
              <a:buClr>
                <a:schemeClr val="bg2"/>
              </a:buClr>
              <a:buNone/>
              <a:defRPr>
                <a:solidFill>
                  <a:schemeClr val="tx1"/>
                </a:solidFill>
              </a:defRPr>
            </a:lvl9pPr>
          </a:lstStyle>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endParaRPr/>
          </a:p>
        </p:txBody>
      </p:sp>
      <p:sp>
        <p:nvSpPr>
          <p:cNvPr id="15" name="Bildplatzhalter 14">
            <a:extLst xmlns:a="http://schemas.openxmlformats.org/drawingml/2006/main">
              <a:ext uri="{FF2B5EF4-FFF2-40B4-BE49-F238E27FC236}">
                <a16:creationId xmlns:a16="http://schemas.microsoft.com/office/drawing/2014/main" id="{DE862A8C-8289-C0CF-7809-1DB047491227}"/>
              </a:ext>
            </a:extLst>
          </p:cNvPr>
          <p:cNvSpPr>
            <a:spLocks xmlns:a="http://schemas.openxmlformats.org/drawingml/2006/main" noGrp="1"/>
          </p:cNvSpPr>
          <p:nvPr>
            <p:ph type="pic" idx="31"/>
          </p:nvPr>
        </p:nvSpPr>
        <p:spPr>
          <a:xfrm xmlns:a="http://schemas.openxmlformats.org/drawingml/2006/main">
            <a:off x="0" y="-12531"/>
            <a:ext cx="12196800" cy="6465883"/>
          </a:xfrm>
        </p:spPr>
        <p:txBody>
          <a:bodyPr xmlns:a="http://schemas.openxmlformats.org/drawingml/2006/main"/>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16" name="Datumsplatzhalter 15">
            <a:extLst xmlns:a="http://schemas.openxmlformats.org/drawingml/2006/main">
              <a:ext uri="{FF2B5EF4-FFF2-40B4-BE49-F238E27FC236}">
                <a16:creationId xmlns:a16="http://schemas.microsoft.com/office/drawing/2014/main" id="{97BA07F8-A977-064F-B81A-08D8C213B48A}"/>
              </a:ext>
            </a:extLst>
          </p:cNvPr>
          <p:cNvSpPr>
            <a:spLocks xmlns:a="http://schemas.openxmlformats.org/drawingml/2006/main" noGrp="1"/>
          </p:cNvSpPr>
          <p:nvPr>
            <p:ph type="dt" idx="32"/>
          </p:nvPr>
        </p:nvSpPr>
        <p:spPr/>
        <p:txBody>
          <a:bodyPr xmlns:a="http://schemas.openxmlformats.org/drawingml/2006/main"/>
          <a:lstStyle xmlns:a="http://schemas.openxmlformats.org/drawingml/2006/main"/>
          <a:p xmlns:a="http://schemas.openxmlformats.org/drawingml/2006/main">
            <a:r>
              <a:t>Intern, TT.MM.JJJJ</a:t>
            </a:r>
            <a:endParaRPr sz="800"/>
          </a:p>
        </p:txBody>
      </p:sp>
      <p:sp>
        <p:nvSpPr>
          <p:cNvPr id="19" name="Foliennummernplatzhalter 18">
            <a:extLst xmlns:a="http://schemas.openxmlformats.org/drawingml/2006/main">
              <a:ext uri="{FF2B5EF4-FFF2-40B4-BE49-F238E27FC236}">
                <a16:creationId xmlns:a16="http://schemas.microsoft.com/office/drawing/2014/main" id="{C9E66397-F174-0765-2159-C43D4BB6A38C}"/>
              </a:ext>
            </a:extLst>
          </p:cNvPr>
          <p:cNvSpPr>
            <a:spLocks xmlns:a="http://schemas.openxmlformats.org/drawingml/2006/main" noGrp="1"/>
          </p:cNvSpPr>
          <p:nvPr>
            <p:ph type="sldNum" idx="34"/>
          </p:nvPr>
        </p:nvSpPr>
        <p:spPr/>
        <p:txBody>
          <a:bodyPr xmlns:a="http://schemas.openxmlformats.org/drawingml/2006/main"/>
          <a:lstStyle xmlns:a="http://schemas.openxmlformats.org/drawingml/2006/main"/>
          <a:p xmlns:a="http://schemas.openxmlformats.org/drawingml/2006/main">
            <a:r>
              <a:t>Seite </a:t>
            </a:r>
            <a:fld id="{DC907883-A228-4E41-A7BF-33DDF6A01B2A}" type="slidenum">
              <a:t>‹Nr.›</a:t>
            </a:fld>
            <a:endParaRPr/>
          </a:p>
        </p:txBody>
      </p:sp>
    </p:spTree>
  </p:cSld>
</p:sldLayout>
</file>

<file path=ppt/slideLayouts/slideLayout26.xml><?xml version="1.0" encoding="utf-8"?>
<p:sldLayout xmlns:p="http://schemas.openxmlformats.org/presentationml/2006/main" preserve="1" userDrawn="1">
  <p:cSld name="Zitat auf hellem Bild">
    <p:bg>
      <p:bgPr>
        <a:solidFill xmlns:a="http://schemas.openxmlformats.org/drawingml/2006/main">
          <a:schemeClr val="bg1"/>
        </a:solidFill>
      </p:bgPr>
    </p:bg>
    <p:spTree>
      <p:nvGrpSpPr>
        <p:cNvPr id="1" name=""/>
        <p:cNvGrpSpPr/>
        <p:nvPr/>
      </p:nvGrpSpPr>
      <p:grpSpPr>
        <a:xfrm xmlns:a="http://schemas.openxmlformats.org/drawingml/2006/main"/>
      </p:grpSpPr>
      <p:sp>
        <p:nvSpPr>
          <p:cNvPr id="20" name="Rechteck 19">
            <a:extLst xmlns:a="http://schemas.openxmlformats.org/drawingml/2006/main">
              <a:ext uri="{FF2B5EF4-FFF2-40B4-BE49-F238E27FC236}">
                <a16:creationId xmlns:a16="http://schemas.microsoft.com/office/drawing/2014/main" id="{110A159D-7C20-4AE1-5C6F-1BFA4E3DF4B9}"/>
              </a:ext>
            </a:extLst>
          </p:cNvPr>
          <p:cNvSpPr>
            <a:spLocks xmlns:a="http://schemas.openxmlformats.org/drawingml/2006/main" noGrp="1"/>
          </p:cNvSpPr>
          <p:nvPr/>
        </p:nvSpPr>
        <p:spPr>
          <a:xfrm xmlns:a="http://schemas.openxmlformats.org/drawingml/2006/main">
            <a:off x="0" y="-12531"/>
            <a:ext cx="12192000" cy="6465719"/>
          </a:xfrm>
          <a:prstGeom xmlns:a="http://schemas.openxmlformats.org/drawingml/2006/main" prst="rect">
            <a:avLst/>
          </a:prstGeom>
          <a:solidFill xmlns:a="http://schemas.openxmlformats.org/drawingml/2006/main">
            <a:schemeClr val="tx2"/>
          </a:soli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91440" tIns="45720" rIns="91440" bIns="45720" anchor="t">
            <a:noAutofit/>
          </a:bodyPr>
          <a:lstStyle xmlns:a="http://schemas.openxmlformats.org/drawingml/2006/main"/>
          <a:p xmlns:a="http://schemas.openxmlformats.org/drawingml/2006/main">
            <a:pPr algn="l">
              <a:buClr>
                <a:schemeClr val="bg1"/>
              </a:buClr>
              <a:buNone/>
            </a:pPr>
            <a:endParaRPr>
              <a:solidFill>
                <a:schemeClr val="bg1"/>
              </a:solidFill>
            </a:endParaRPr>
          </a:p>
        </p:txBody>
      </p:sp>
      <p:sp>
        <p:nvSpPr>
          <p:cNvPr id="6" name="Hinweis">
            <a:extLst xmlns:a="http://schemas.openxmlformats.org/drawingml/2006/main">
              <a:ext uri="{FF2B5EF4-FFF2-40B4-BE49-F238E27FC236}">
                <a16:creationId xmlns:a16="http://schemas.microsoft.com/office/drawing/2014/main" id="{A0A6B65D-4614-2F1B-9EE8-23B5BC8C9F2D}"/>
              </a:ext>
            </a:extLst>
          </p:cNvPr>
          <p:cNvSpPr>
            <a:spLocks xmlns:a="http://schemas.openxmlformats.org/drawingml/2006/main" noGrp="1"/>
          </p:cNvSpPr>
          <p:nvPr/>
        </p:nvSpPr>
        <p:spPr>
          <a:xfrm xmlns:a="http://schemas.openxmlformats.org/drawingml/2006/main" rot="0" flipH="0" flipV="0">
            <a:off x="12284204" y="0"/>
            <a:ext cx="1944216" cy="3204000"/>
          </a:xfrm>
          <a:prstGeom xmlns:a="http://schemas.openxmlformats.org/drawingml/2006/main" prst="rect">
            <a:avLst/>
          </a:prstGeom>
          <a:solidFill xmlns:a="http://schemas.openxmlformats.org/drawingml/2006/main">
            <a:schemeClr val="bg1"/>
          </a:soli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bIns="108000" anchor="b">
            <a:spAutoFit/>
          </a:bodyPr>
          <a:lstStyle xmlns:a="http://schemas.openxmlformats.org/drawingml/2006/main"/>
          <a:p xmlns:a="http://schemas.openxmlformats.org/drawingml/2006/main">
            <a:pPr marL="0" marR="0" lvl="0" indent="0" algn="l" defTabSz="914115">
              <a:lnSpc>
                <a:spcPct val="110000"/>
              </a:lnSpc>
              <a:spcBef>
                <a:spcPts val="0"/>
              </a:spcBef>
              <a:spcAft>
                <a:spcPts val="600"/>
              </a:spcAft>
              <a:buClrTx/>
              <a:buSzTx/>
              <a:buFont typeface="Arial"/>
              <a:buNone/>
            </a:pPr>
            <a:r>
              <a:rPr sz="1200" b="0" i="0" u="none" cap="none">
                <a:ln>
                  <a:noFill/>
                </a:ln>
                <a:solidFill>
                  <a:srgbClr val="000000"/>
                </a:solidFill>
                <a:latin typeface="Sparkasse Head"/>
                <a:ea typeface="Sparkasse Head"/>
                <a:cs typeface="Sparkasse Head"/>
              </a:rPr>
              <a:t>Bitte beachten:</a:t>
            </a:r>
          </a:p>
          <a:p xmlns:a="http://schemas.openxmlformats.org/drawingml/2006/main">
            <a:pPr marL="0" marR="0" lvl="1" indent="0" algn="l" defTabSz="914115">
              <a:lnSpc>
                <a:spcPct val="110000"/>
              </a:lnSpc>
              <a:spcBef>
                <a:spcPts val="0"/>
              </a:spcBef>
              <a:spcAft>
                <a:spcPts val="600"/>
              </a:spcAft>
              <a:buClrTx/>
              <a:buSzTx/>
              <a:buFont typeface="Arial"/>
              <a:buNone/>
            </a:pPr>
            <a:r>
              <a:rPr sz="1100" b="0" i="0" u="none" cap="none">
                <a:ln>
                  <a:noFill/>
                </a:ln>
                <a:solidFill>
                  <a:srgbClr val="000000"/>
                </a:solidFill>
                <a:latin typeface="Sparkasse Lt"/>
                <a:ea typeface="Sparkasse Lt"/>
                <a:cs typeface="Sparkasse Lt"/>
              </a:rPr>
              <a:t>Damit der Bildplatzhalter </a:t>
            </a:r>
            <a:br/>
            <a:r>
              <a:rPr sz="1100" b="0" i="0" u="none" cap="none">
                <a:ln>
                  <a:noFill/>
                </a:ln>
                <a:solidFill>
                  <a:srgbClr val="000000"/>
                </a:solidFill>
                <a:latin typeface="Sparkasse Lt"/>
                <a:ea typeface="Sparkasse Lt"/>
                <a:cs typeface="Sparkasse Lt"/>
              </a:rPr>
              <a:t>für das Hintergrundbild einfacher </a:t>
            </a:r>
            <a:r>
              <a:rPr sz="1100" b="0" i="0" u="none" cap="none">
                <a:ln>
                  <a:noFill/>
                </a:ln>
                <a:solidFill>
                  <a:srgbClr val="000000"/>
                </a:solidFill>
                <a:latin typeface="Sparkasse Lt"/>
                <a:ea typeface="Sparkasse Lt"/>
                <a:cs typeface="Sparkasse Lt"/>
              </a:rPr>
              <a:t>mithilfe</a:t>
            </a:r>
            <a:r>
              <a:rPr sz="1100" b="0" i="0" u="none" cap="none">
                <a:ln>
                  <a:noFill/>
                </a:ln>
                <a:solidFill>
                  <a:srgbClr val="000000"/>
                </a:solidFill>
                <a:latin typeface="Sparkasse Lt"/>
                <a:ea typeface="Sparkasse Lt"/>
                <a:cs typeface="Sparkasse Lt"/>
              </a:rPr>
              <a:t> des Symbols befüllt werden kann, liegt dieser im Vordergrund der Folie. Wenn Sie das Bild eingesetzt haben, müssen Sie dieses </a:t>
            </a:r>
            <a:r>
              <a:rPr sz="1100" b="0" i="0" u="none" cap="none">
                <a:ln>
                  <a:noFill/>
                </a:ln>
                <a:solidFill>
                  <a:srgbClr val="000000"/>
                </a:solidFill>
                <a:latin typeface="+mj-lt"/>
                <a:ea typeface="+mj-lt"/>
                <a:cs typeface="+mj-lt"/>
              </a:rPr>
              <a:t>in den Hintergrund </a:t>
            </a:r>
            <a:r>
              <a:rPr sz="1100" b="0" i="0" u="none" cap="none">
                <a:ln>
                  <a:noFill/>
                </a:ln>
                <a:solidFill>
                  <a:srgbClr val="000000"/>
                </a:solidFill>
                <a:latin typeface="Sparkasse Lt"/>
                <a:ea typeface="Sparkasse Lt"/>
                <a:cs typeface="Sparkasse Lt"/>
              </a:rPr>
              <a:t>der Folie setzen, damit  die übrigen Elemente sicht- und editierbar werden. Das geht ganz einfach: Bild markieren, Menü „Start“ &gt;  „Anordnen“ &gt; „In den Hintergrund“).</a:t>
            </a:r>
          </a:p>
        </p:txBody>
      </p:sp>
      <p:pic>
        <p:nvPicPr>
          <p:cNvPr id="24" name="Grafik 8"/>
          <p:cNvPicPr>
            <a:picLocks xmlns:a="http://schemas.openxmlformats.org/drawingml/2006/main" noChangeAspect="1"/>
          </p:cNvPicPr>
          <p:nvPr/>
        </p:nvPicPr>
        <p:blipFill>
          <a:blip xmlns:r="http://schemas.openxmlformats.org/officeDocument/2006/relationships" xmlns:a="http://schemas.openxmlformats.org/drawingml/2006/main" r:embed="R546d026a38f64b5a"/>
          <a:stretch xmlns:a="http://schemas.openxmlformats.org/drawingml/2006/main">
            <a:fillRect l="0" t="0" r="0" b="0"/>
          </a:stretch>
        </p:blipFill>
        <p:spPr>
          <a:xfrm xmlns:a="http://schemas.openxmlformats.org/drawingml/2006/main" rot="0" flipH="0" flipV="0">
            <a:off x="12284420" y="3182801"/>
            <a:ext cx="1944000" cy="2044867"/>
          </a:xfrm>
          <a:prstGeom xmlns:a="http://schemas.openxmlformats.org/drawingml/2006/main" prst="rect">
            <a:avLst/>
          </a:prstGeom>
        </p:spPr>
      </p:pic>
      <p:sp>
        <p:nvSpPr>
          <p:cNvPr id="12" name="Rechteck 11">
            <a:extLst xmlns:a="http://schemas.openxmlformats.org/drawingml/2006/main">
              <a:ext uri="{FF2B5EF4-FFF2-40B4-BE49-F238E27FC236}">
                <a16:creationId xmlns:a16="http://schemas.microsoft.com/office/drawing/2014/main" id="{2EC0A34D-EBA1-649A-F5F9-970D496519B9}"/>
              </a:ext>
            </a:extLst>
          </p:cNvPr>
          <p:cNvSpPr>
            <a:spLocks xmlns:a="http://schemas.openxmlformats.org/drawingml/2006/main" noGrp="1"/>
          </p:cNvSpPr>
          <p:nvPr/>
        </p:nvSpPr>
        <p:spPr>
          <a:xfrm xmlns:a="http://schemas.openxmlformats.org/drawingml/2006/main" rot="0" flipH="0" flipV="0">
            <a:off x="12265536" y="4450561"/>
            <a:ext cx="1967368" cy="280236"/>
          </a:xfrm>
          <a:prstGeom xmlns:a="http://schemas.openxmlformats.org/drawingml/2006/main" prst="rect">
            <a:avLst/>
          </a:prstGeom>
          <a:solidFill xmlns:a="http://schemas.openxmlformats.org/drawingml/2006/main">
            <a:schemeClr val="tx2">
              <a:alpha val="0"/>
            </a:schemeClr>
          </a:solidFill>
          <a:ln xmlns:a="http://schemas.openxmlformats.org/drawingml/2006/main" w="19050">
            <a:solidFill>
              <a:schemeClr val="bg2"/>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300"/>
              </a:spcBef>
              <a:spcAft>
                <a:spcPts val="300"/>
              </a:spcAft>
              <a:buNone/>
            </a:pPr>
            <a:endParaRPr sz="2000">
              <a:solidFill>
                <a:schemeClr val="tx1"/>
              </a:solidFill>
            </a:endParaRPr>
          </a:p>
        </p:txBody>
      </p:sp>
      <p:sp>
        <p:nvSpPr>
          <p:cNvPr id="13" name="Linie L">
            <a:extLst xmlns:a="http://schemas.openxmlformats.org/drawingml/2006/main">
              <a:ext uri="{FF2B5EF4-FFF2-40B4-BE49-F238E27FC236}">
                <a16:creationId xmlns:a16="http://schemas.microsoft.com/office/drawing/2014/main" id="{30D00D3A-2F34-D350-3EE4-26133069E9EA}"/>
              </a:ext>
            </a:extLst>
          </p:cNvPr>
          <p:cNvSpPr>
            <a:spLocks xmlns:a="http://schemas.openxmlformats.org/drawingml/2006/main" noGrp="1"/>
          </p:cNvSpPr>
          <p:nvPr>
            <p:ph type="pic" idx="30"/>
          </p:nvPr>
        </p:nvSpPr>
        <p:spPr>
          <a:xfrm xmlns:a="http://schemas.openxmlformats.org/drawingml/2006/main">
            <a:off x="0" y="260727"/>
            <a:ext cx="171450" cy="6048000"/>
          </a:xfrm>
          <a:prstGeom xmlns:a="http://schemas.openxmlformats.org/drawingml/2006/main" prst="rect">
            <a:avLst/>
          </a:prstGeom>
          <a:blipFill xmlns:a="http://schemas.openxmlformats.org/drawingml/2006/main">
            <a:blip xmlns:r="http://schemas.openxmlformats.org/officeDocument/2006/relationships" r:embed="R3eac4753f72a4a61">
              <a:extLst>
                <a:ext uri="{96DAC541-7B7A-43D3-8B79-37D633B846F1}">
                  <asvg:svgBlip xmlns:asvg="http://schemas.microsoft.com/office/drawing/2016/SVG/main" r:embed="R1ca60803b07346e1"/>
                </a:ext>
              </a:extLst>
            </a:blip>
            <a:srcRect l="0" t="0" r="0" b="0"/>
            <a:stretch>
              <a:fillRect l="-4179" t="0" r="26528" b="0"/>
            </a:stretch>
          </a:blipFill>
        </p:spPr>
        <p:txBody>
          <a:bodyPr xmlns:a="http://schemas.openxmlformats.org/drawingml/2006/main"/>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8" name="Logo">
            <a:extLst xmlns:a="http://schemas.openxmlformats.org/drawingml/2006/main">
              <a:ext uri="{FF2B5EF4-FFF2-40B4-BE49-F238E27FC236}">
                <a16:creationId xmlns:a16="http://schemas.microsoft.com/office/drawing/2014/main" id="{AAEBA93A-ACB5-28BB-AEB1-E4DBD7210D46}"/>
              </a:ext>
            </a:extLst>
          </p:cNvPr>
          <p:cNvSpPr>
            <a:spLocks xmlns:a="http://schemas.openxmlformats.org/drawingml/2006/main" noGrp="1"/>
          </p:cNvSpPr>
          <p:nvPr>
            <p:ph type="pic" idx="17"/>
          </p:nvPr>
        </p:nvSpPr>
        <p:spPr>
          <a:xfrm xmlns:a="http://schemas.openxmlformats.org/drawingml/2006/main">
            <a:off x="11570400" y="259200"/>
            <a:ext cx="360000" cy="360000"/>
          </a:xfrm>
          <a:prstGeom xmlns:a="http://schemas.openxmlformats.org/drawingml/2006/main" prst="rect">
            <a:avLst/>
          </a:prstGeom>
          <a:blipFill xmlns:a="http://schemas.openxmlformats.org/drawingml/2006/main">
            <a:blip xmlns:r="http://schemas.openxmlformats.org/officeDocument/2006/relationships" r:embed="R70400a6266194850">
              <a:extLst>
                <a:ext uri="{96DAC541-7B7A-43D3-8B79-37D633B846F1}">
                  <asvg:svgBlip xmlns:asvg="http://schemas.microsoft.com/office/drawing/2016/SVG/main" r:embed="Rd2274aa2204e4a1f"/>
                </a:ext>
              </a:extLst>
            </a:blip>
            <a:srcRect l="0" t="0" r="0" b="0"/>
            <a:stretch>
              <a:fillRect l="0" t="-1352" r="0" b="-1352"/>
            </a:stretch>
          </a:blipFill>
        </p:spPr>
        <p:txBody>
          <a:bodyPr xmlns:a="http://schemas.openxmlformats.org/drawingml/2006/main" vert="horz" lIns="0" tIns="0" rIns="0" bIns="0">
            <a:noAutofit/>
          </a:bodyPr>
          <a:lstStyle xmlns:a="http://schemas.openxmlformats.org/drawingml/2006/main">
            <a:lvl1pPr>
              <a:buNone/>
              <a:defRPr sz="800">
                <a:noFill/>
              </a:defRPr>
            </a:lvl1pPr>
          </a:lstStyle>
          <a:p xmlns:a="http://schemas.openxmlformats.org/drawingml/2006/main">
            <a:pPr lvl="0">
              <a:buNone/>
            </a:pPr>
            <a:r>
              <a:t>Bild durch Klicken auf Symbol hinzufügen</a:t>
            </a:r>
            <a:endParaRPr/>
          </a:p>
        </p:txBody>
      </p:sp>
      <p:sp>
        <p:nvSpPr>
          <p:cNvPr id="11" name="Banderole">
            <a:extLst xmlns:a="http://schemas.openxmlformats.org/drawingml/2006/main">
              <a:ext uri="{FF2B5EF4-FFF2-40B4-BE49-F238E27FC236}">
                <a16:creationId xmlns:a16="http://schemas.microsoft.com/office/drawing/2014/main" id="{5E08BAA3-55D9-09D4-DB03-68E6870BA818}"/>
              </a:ext>
            </a:extLst>
          </p:cNvPr>
          <p:cNvSpPr>
            <a:spLocks xmlns:a="http://schemas.openxmlformats.org/drawingml/2006/main" noGrp="1"/>
          </p:cNvSpPr>
          <p:nvPr>
            <p:ph type="body" idx="29"/>
          </p:nvPr>
        </p:nvSpPr>
        <p:spPr>
          <a:xfrm xmlns:a="http://schemas.openxmlformats.org/drawingml/2006/main">
            <a:off x="693365" y="260648"/>
            <a:ext cx="6194724" cy="6048077"/>
          </a:xfrm>
          <a:prstGeom xmlns:a="http://schemas.openxmlformats.org/drawingml/2006/main" prst="round2DiagRect">
            <a:avLst>
              <a:gd name="adj1" fmla="val 14699"/>
              <a:gd name="adj2" fmla="val 0"/>
            </a:avLst>
          </a:prstGeom>
          <a:gradFill xmlns:a="http://schemas.openxmlformats.org/drawingml/2006/main">
            <a:gsLst>
              <a:gs pos="100000">
                <a:schemeClr val="bg2">
                  <a:lumMod val="75000"/>
                </a:schemeClr>
              </a:gs>
              <a:gs pos="78000">
                <a:schemeClr val="bg2"/>
              </a:gs>
              <a:gs pos="0">
                <a:srgbClr val="9B348E">
                  <a:alpha val="72000"/>
                </a:srgbClr>
              </a:gs>
              <a:gs pos="37000">
                <a:schemeClr val="bg2">
                  <a:alpha val="75000"/>
                </a:schemeClr>
              </a:gs>
            </a:gsLst>
            <a:lin ang="12600000" scaled="0"/>
          </a:gradFill>
        </p:spPr>
        <p:txBody>
          <a:bodyPr xmlns:a="http://schemas.openxmlformats.org/drawingml/2006/main" wrap="square" lIns="324000" tIns="2016000" rIns="288000" bIns="288000" anchor="t">
            <a:noAutofit/>
          </a:bodyPr>
          <a:lstStyle xmlns:a="http://schemas.openxmlformats.org/drawingml/2006/main">
            <a:lvl1pPr>
              <a:buNone/>
              <a:defRPr sz="2400">
                <a:solidFill>
                  <a:schemeClr val="bg1"/>
                </a:solidFill>
                <a:latin typeface="+mn-lt"/>
                <a:ea typeface="+mn-lt"/>
                <a:cs typeface="+mn-lt"/>
              </a:defRPr>
            </a:lvl1pPr>
            <a:lvl2pPr marL="0" indent="0">
              <a:spcBef>
                <a:spcPts val="1200"/>
              </a:spcBef>
              <a:spcAft>
                <a:spcPts val="0"/>
              </a:spcAft>
              <a:buFontTx/>
              <a:buNone/>
              <a:defRPr sz="1200">
                <a:solidFill>
                  <a:schemeClr val="bg1"/>
                </a:solidFill>
                <a:latin typeface="+mj-lt"/>
                <a:ea typeface="+mj-lt"/>
                <a:cs typeface="+mj-lt"/>
              </a:defRPr>
            </a:lvl2pPr>
            <a:lvl3pPr marL="0" indent="0">
              <a:spcAft>
                <a:spcPts val="0"/>
              </a:spcAft>
              <a:buClr>
                <a:schemeClr val="bg1"/>
              </a:buClr>
              <a:buFontTx/>
              <a:buNone/>
              <a:defRPr sz="1200">
                <a:solidFill>
                  <a:schemeClr val="bg1"/>
                </a:solidFill>
                <a:latin typeface="+mj-lt"/>
                <a:ea typeface="+mj-lt"/>
                <a:cs typeface="+mj-lt"/>
              </a:defRPr>
            </a:lvl3pPr>
            <a:lvl4pPr marL="0" indent="0">
              <a:spcAft>
                <a:spcPts val="0"/>
              </a:spcAft>
              <a:buClr>
                <a:schemeClr val="bg1"/>
              </a:buClr>
              <a:buFontTx/>
              <a:buNone/>
              <a:defRPr sz="1200">
                <a:solidFill>
                  <a:schemeClr val="bg1"/>
                </a:solidFill>
                <a:latin typeface="+mj-lt"/>
                <a:ea typeface="+mj-lt"/>
                <a:cs typeface="+mj-lt"/>
              </a:defRPr>
            </a:lvl4pPr>
            <a:lvl5pPr marL="0" indent="0">
              <a:spcAft>
                <a:spcPts val="0"/>
              </a:spcAft>
              <a:buClr>
                <a:schemeClr val="bg1"/>
              </a:buClr>
              <a:buFontTx/>
              <a:buNone/>
              <a:defRPr sz="1200">
                <a:solidFill>
                  <a:schemeClr val="bg1"/>
                </a:solidFill>
                <a:latin typeface="+mj-lt"/>
                <a:ea typeface="+mj-lt"/>
                <a:cs typeface="+mj-lt"/>
              </a:defRPr>
            </a:lvl5pPr>
            <a:lvl6pPr marL="0" indent="0">
              <a:spcAft>
                <a:spcPts val="0"/>
              </a:spcAft>
              <a:buFontTx/>
              <a:buNone/>
              <a:defRPr sz="1200">
                <a:solidFill>
                  <a:schemeClr val="bg1"/>
                </a:solidFill>
                <a:latin typeface="+mj-lt"/>
                <a:ea typeface="+mj-lt"/>
                <a:cs typeface="+mj-lt"/>
              </a:defRPr>
            </a:lvl6pPr>
            <a:lvl7pPr marL="0" indent="0">
              <a:spcAft>
                <a:spcPts val="0"/>
              </a:spcAft>
              <a:buFontTx/>
              <a:buNone/>
              <a:defRPr sz="1200">
                <a:solidFill>
                  <a:schemeClr val="bg1"/>
                </a:solidFill>
                <a:latin typeface="+mj-lt"/>
                <a:ea typeface="+mj-lt"/>
                <a:cs typeface="+mj-lt"/>
              </a:defRPr>
            </a:lvl7pPr>
            <a:lvl8pPr marL="0" indent="0">
              <a:spcAft>
                <a:spcPts val="0"/>
              </a:spcAft>
              <a:buClr>
                <a:schemeClr val="bg1"/>
              </a:buClr>
              <a:buFontTx/>
              <a:buNone/>
              <a:defRPr sz="1200">
                <a:solidFill>
                  <a:schemeClr val="bg1"/>
                </a:solidFill>
                <a:latin typeface="+mj-lt"/>
                <a:ea typeface="+mj-lt"/>
                <a:cs typeface="+mj-lt"/>
              </a:defRPr>
            </a:lvl8pPr>
            <a:lvl9pPr marL="0" indent="0">
              <a:spcAft>
                <a:spcPts val="0"/>
              </a:spcAft>
              <a:buClr>
                <a:schemeClr val="bg1"/>
              </a:buClr>
              <a:buFontTx/>
              <a:buNone/>
              <a:defRPr sz="1200">
                <a:solidFill>
                  <a:schemeClr val="bg1"/>
                </a:solidFill>
                <a:latin typeface="+mj-lt"/>
                <a:ea typeface="+mj-lt"/>
                <a:cs typeface="+mj-lt"/>
              </a:defRPr>
            </a:lvl9pPr>
          </a:lstStyle>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endParaRPr/>
          </a:p>
        </p:txBody>
      </p:sp>
      <p:sp>
        <p:nvSpPr>
          <p:cNvPr id="7" name="Titel 6">
            <a:extLst xmlns:a="http://schemas.openxmlformats.org/drawingml/2006/main">
              <a:ext uri="{FF2B5EF4-FFF2-40B4-BE49-F238E27FC236}">
                <a16:creationId xmlns:a16="http://schemas.microsoft.com/office/drawing/2014/main" id="{48347A0D-1277-35FE-8A9F-6D89651F885B}"/>
              </a:ext>
            </a:extLst>
          </p:cNvPr>
          <p:cNvSpPr>
            <a:spLocks xmlns:a="http://schemas.openxmlformats.org/drawingml/2006/main" noGrp="1"/>
          </p:cNvSpPr>
          <p:nvPr>
            <p:ph type="title" idx="0"/>
          </p:nvPr>
        </p:nvSpPr>
        <p:spPr>
          <a:xfrm xmlns:a="http://schemas.openxmlformats.org/drawingml/2006/main">
            <a:off x="1271588" y="908720"/>
            <a:ext cx="5040312" cy="648618"/>
          </a:xfrm>
        </p:spPr>
        <p:txBody>
          <a:bodyPr xmlns:a="http://schemas.openxmlformats.org/drawingml/2006/main"/>
          <a:lstStyle xmlns:a="http://schemas.openxmlformats.org/drawingml/2006/main">
            <a:lvl1pPr>
              <a:buNone/>
              <a:defRPr sz="3600">
                <a:solidFill>
                  <a:schemeClr val="bg1"/>
                </a:solidFill>
              </a:defRPr>
            </a:lvl1pPr>
          </a:lstStyle>
          <a:p xmlns:a="http://schemas.openxmlformats.org/drawingml/2006/main">
            <a:r>
              <a:t>Mastertitelformat bearbeiten</a:t>
            </a:r>
            <a:endParaRPr/>
          </a:p>
        </p:txBody>
      </p:sp>
      <p:sp>
        <p:nvSpPr>
          <p:cNvPr id="10" name="Quote graphic">
            <a:extLst xmlns:a="http://schemas.openxmlformats.org/drawingml/2006/main">
              <a:ext uri="{FF2B5EF4-FFF2-40B4-BE49-F238E27FC236}">
                <a16:creationId xmlns:a16="http://schemas.microsoft.com/office/drawing/2014/main" id="{25D06F83-171C-A81C-E3E6-3E9B69F58744}"/>
              </a:ext>
            </a:extLst>
          </p:cNvPr>
          <p:cNvSpPr>
            <a:spLocks xmlns:a="http://schemas.openxmlformats.org/drawingml/2006/main" noGrp="1"/>
          </p:cNvSpPr>
          <p:nvPr>
            <p:ph type="pic" idx="32"/>
          </p:nvPr>
        </p:nvSpPr>
        <p:spPr>
          <a:xfrm xmlns:a="http://schemas.openxmlformats.org/drawingml/2006/main">
            <a:off x="1271464" y="1590774"/>
            <a:ext cx="864000" cy="866118"/>
          </a:xfrm>
          <a:prstGeom xmlns:a="http://schemas.openxmlformats.org/drawingml/2006/main" prst="rect">
            <a:avLst/>
          </a:prstGeom>
          <a:blipFill xmlns:a="http://schemas.openxmlformats.org/drawingml/2006/main">
            <a:blip xmlns:r="http://schemas.openxmlformats.org/officeDocument/2006/relationships" r:embed="R3a9227807ee84c5a">
              <a:extLst>
                <a:ext uri="{96DAC541-7B7A-43D3-8B79-37D633B846F1}">
                  <asvg:svgBlip xmlns:asvg="http://schemas.microsoft.com/office/drawing/2016/SVG/main" r:embed="R46f801472ef440df"/>
                </a:ext>
              </a:extLst>
            </a:blip>
            <a:srcRect l="0" t="0" r="0" b="0"/>
            <a:stretch>
              <a:fillRect l="-123" t="0" r="-123" b="0"/>
            </a:stretch>
          </a:blipFill>
        </p:spPr>
        <p:txBody>
          <a:bodyPr xmlns:a="http://schemas.openxmlformats.org/drawingml/2006/main"/>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15" name="Bildplatzhalter 14">
            <a:extLst xmlns:a="http://schemas.openxmlformats.org/drawingml/2006/main">
              <a:ext uri="{FF2B5EF4-FFF2-40B4-BE49-F238E27FC236}">
                <a16:creationId xmlns:a16="http://schemas.microsoft.com/office/drawing/2014/main" id="{DE862A8C-8289-C0CF-7809-1DB047491227}"/>
              </a:ext>
            </a:extLst>
          </p:cNvPr>
          <p:cNvSpPr>
            <a:spLocks xmlns:a="http://schemas.openxmlformats.org/drawingml/2006/main" noGrp="1"/>
          </p:cNvSpPr>
          <p:nvPr>
            <p:ph type="pic" idx="31"/>
          </p:nvPr>
        </p:nvSpPr>
        <p:spPr>
          <a:xfrm xmlns:a="http://schemas.openxmlformats.org/drawingml/2006/main">
            <a:off x="0" y="0"/>
            <a:ext cx="12196800" cy="6453352"/>
          </a:xfrm>
        </p:spPr>
        <p:txBody>
          <a:bodyPr xmlns:a="http://schemas.openxmlformats.org/drawingml/2006/main"/>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16" name="Datumsplatzhalter 15">
            <a:extLst xmlns:a="http://schemas.openxmlformats.org/drawingml/2006/main">
              <a:ext uri="{FF2B5EF4-FFF2-40B4-BE49-F238E27FC236}">
                <a16:creationId xmlns:a16="http://schemas.microsoft.com/office/drawing/2014/main" id="{58B2C606-B800-9478-4DC0-270D3768F88C}"/>
              </a:ext>
            </a:extLst>
          </p:cNvPr>
          <p:cNvSpPr>
            <a:spLocks xmlns:a="http://schemas.openxmlformats.org/drawingml/2006/main" noGrp="1"/>
          </p:cNvSpPr>
          <p:nvPr>
            <p:ph type="dt" idx="33"/>
          </p:nvPr>
        </p:nvSpPr>
        <p:spPr/>
        <p:txBody>
          <a:bodyPr xmlns:a="http://schemas.openxmlformats.org/drawingml/2006/main"/>
          <a:lstStyle xmlns:a="http://schemas.openxmlformats.org/drawingml/2006/main"/>
          <a:p xmlns:a="http://schemas.openxmlformats.org/drawingml/2006/main">
            <a:r>
              <a:t>Intern, TT.MM.JJJJ</a:t>
            </a:r>
            <a:endParaRPr sz="800"/>
          </a:p>
        </p:txBody>
      </p:sp>
      <p:sp>
        <p:nvSpPr>
          <p:cNvPr id="19" name="Foliennummernplatzhalter 18">
            <a:extLst xmlns:a="http://schemas.openxmlformats.org/drawingml/2006/main">
              <a:ext uri="{FF2B5EF4-FFF2-40B4-BE49-F238E27FC236}">
                <a16:creationId xmlns:a16="http://schemas.microsoft.com/office/drawing/2014/main" id="{6C1627F9-C221-2935-D72A-0FB7F1E9043F}"/>
              </a:ext>
            </a:extLst>
          </p:cNvPr>
          <p:cNvSpPr>
            <a:spLocks xmlns:a="http://schemas.openxmlformats.org/drawingml/2006/main" noGrp="1"/>
          </p:cNvSpPr>
          <p:nvPr>
            <p:ph type="sldNum" idx="35"/>
          </p:nvPr>
        </p:nvSpPr>
        <p:spPr/>
        <p:txBody>
          <a:bodyPr xmlns:a="http://schemas.openxmlformats.org/drawingml/2006/main"/>
          <a:lstStyle xmlns:a="http://schemas.openxmlformats.org/drawingml/2006/main"/>
          <a:p xmlns:a="http://schemas.openxmlformats.org/drawingml/2006/main">
            <a:r>
              <a:t>Seite </a:t>
            </a:r>
            <a:fld id="{DC907883-A228-4E41-A7BF-33DDF6A01B2A}" type="slidenum">
              <a:t>‹Nr.›</a:t>
            </a:fld>
            <a:endParaRPr/>
          </a:p>
        </p:txBody>
      </p:sp>
    </p:spTree>
  </p:cSld>
</p:sldLayout>
</file>

<file path=ppt/slideLayouts/slideLayout27.xml><?xml version="1.0" encoding="utf-8"?>
<p:sldLayout xmlns:p="http://schemas.openxmlformats.org/presentationml/2006/main" preserve="1" userDrawn="1">
  <p:cSld name="Zitat auf dunklem Bild">
    <p:bg>
      <p:bgPr>
        <a:solidFill xmlns:a="http://schemas.openxmlformats.org/drawingml/2006/main">
          <a:schemeClr val="bg1"/>
        </a:solidFill>
      </p:bgPr>
    </p:bg>
    <p:spTree>
      <p:nvGrpSpPr>
        <p:cNvPr id="1" name=""/>
        <p:cNvGrpSpPr/>
        <p:nvPr/>
      </p:nvGrpSpPr>
      <p:grpSpPr>
        <a:xfrm xmlns:a="http://schemas.openxmlformats.org/drawingml/2006/main"/>
      </p:grpSpPr>
      <p:sp>
        <p:nvSpPr>
          <p:cNvPr id="20" name="Rechteck 19">
            <a:extLst xmlns:a="http://schemas.openxmlformats.org/drawingml/2006/main">
              <a:ext uri="{FF2B5EF4-FFF2-40B4-BE49-F238E27FC236}">
                <a16:creationId xmlns:a16="http://schemas.microsoft.com/office/drawing/2014/main" id="{CA46908A-CE3C-633F-F74B-1BC63170DDB6}"/>
              </a:ext>
            </a:extLst>
          </p:cNvPr>
          <p:cNvSpPr>
            <a:spLocks xmlns:a="http://schemas.openxmlformats.org/drawingml/2006/main" noGrp="1"/>
          </p:cNvSpPr>
          <p:nvPr/>
        </p:nvSpPr>
        <p:spPr>
          <a:xfrm xmlns:a="http://schemas.openxmlformats.org/drawingml/2006/main">
            <a:off x="0" y="-12531"/>
            <a:ext cx="12192000" cy="6465719"/>
          </a:xfrm>
          <a:prstGeom xmlns:a="http://schemas.openxmlformats.org/drawingml/2006/main" prst="rect">
            <a:avLst/>
          </a:prstGeom>
          <a:solidFill xmlns:a="http://schemas.openxmlformats.org/drawingml/2006/main">
            <a:schemeClr val="tx1"/>
          </a:soli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91440" tIns="45720" rIns="91440" bIns="45720" anchor="t">
            <a:noAutofit/>
          </a:bodyPr>
          <a:lstStyle xmlns:a="http://schemas.openxmlformats.org/drawingml/2006/main"/>
          <a:p xmlns:a="http://schemas.openxmlformats.org/drawingml/2006/main">
            <a:pPr algn="l">
              <a:buClr>
                <a:schemeClr val="bg1"/>
              </a:buClr>
              <a:buNone/>
            </a:pPr>
            <a:endParaRPr>
              <a:solidFill>
                <a:schemeClr val="bg1"/>
              </a:solidFill>
            </a:endParaRPr>
          </a:p>
        </p:txBody>
      </p:sp>
      <p:sp>
        <p:nvSpPr>
          <p:cNvPr id="6" name="Hinweis">
            <a:extLst xmlns:a="http://schemas.openxmlformats.org/drawingml/2006/main">
              <a:ext uri="{FF2B5EF4-FFF2-40B4-BE49-F238E27FC236}">
                <a16:creationId xmlns:a16="http://schemas.microsoft.com/office/drawing/2014/main" id="{FE3FE69A-548A-5D8C-F37D-8138D807BB17}"/>
              </a:ext>
            </a:extLst>
          </p:cNvPr>
          <p:cNvSpPr>
            <a:spLocks xmlns:a="http://schemas.openxmlformats.org/drawingml/2006/main" noGrp="1"/>
          </p:cNvSpPr>
          <p:nvPr/>
        </p:nvSpPr>
        <p:spPr>
          <a:xfrm xmlns:a="http://schemas.openxmlformats.org/drawingml/2006/main" rot="0" flipH="0" flipV="0">
            <a:off x="12284204" y="0"/>
            <a:ext cx="1944216" cy="3204000"/>
          </a:xfrm>
          <a:prstGeom xmlns:a="http://schemas.openxmlformats.org/drawingml/2006/main" prst="rect">
            <a:avLst/>
          </a:prstGeom>
          <a:solidFill xmlns:a="http://schemas.openxmlformats.org/drawingml/2006/main">
            <a:schemeClr val="bg1"/>
          </a:soli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bIns="108000" anchor="b">
            <a:spAutoFit/>
          </a:bodyPr>
          <a:lstStyle xmlns:a="http://schemas.openxmlformats.org/drawingml/2006/main"/>
          <a:p xmlns:a="http://schemas.openxmlformats.org/drawingml/2006/main">
            <a:pPr marL="0" marR="0" lvl="0" indent="0" algn="l" defTabSz="914115">
              <a:lnSpc>
                <a:spcPct val="110000"/>
              </a:lnSpc>
              <a:spcBef>
                <a:spcPts val="0"/>
              </a:spcBef>
              <a:spcAft>
                <a:spcPts val="600"/>
              </a:spcAft>
              <a:buClrTx/>
              <a:buSzTx/>
              <a:buFont typeface="Arial"/>
              <a:buNone/>
            </a:pPr>
            <a:r>
              <a:rPr sz="1200" b="0" i="0" u="none" cap="none">
                <a:ln>
                  <a:noFill/>
                </a:ln>
                <a:solidFill>
                  <a:srgbClr val="000000"/>
                </a:solidFill>
                <a:latin typeface="Sparkasse Head"/>
                <a:ea typeface="Sparkasse Head"/>
                <a:cs typeface="Sparkasse Head"/>
              </a:rPr>
              <a:t>Bitte beachten:</a:t>
            </a:r>
          </a:p>
          <a:p xmlns:a="http://schemas.openxmlformats.org/drawingml/2006/main">
            <a:pPr marL="0" marR="0" lvl="1" indent="0" algn="l" defTabSz="914115">
              <a:lnSpc>
                <a:spcPct val="110000"/>
              </a:lnSpc>
              <a:spcBef>
                <a:spcPts val="0"/>
              </a:spcBef>
              <a:spcAft>
                <a:spcPts val="600"/>
              </a:spcAft>
              <a:buClrTx/>
              <a:buSzTx/>
              <a:buFont typeface="Arial"/>
              <a:buNone/>
            </a:pPr>
            <a:r>
              <a:rPr sz="1100" b="0" i="0" u="none" cap="none">
                <a:ln>
                  <a:noFill/>
                </a:ln>
                <a:solidFill>
                  <a:srgbClr val="000000"/>
                </a:solidFill>
                <a:latin typeface="Sparkasse Lt"/>
                <a:ea typeface="Sparkasse Lt"/>
                <a:cs typeface="Sparkasse Lt"/>
              </a:rPr>
              <a:t>Damit der Bildplatzhalter </a:t>
            </a:r>
            <a:br/>
            <a:r>
              <a:rPr sz="1100" b="0" i="0" u="none" cap="none">
                <a:ln>
                  <a:noFill/>
                </a:ln>
                <a:solidFill>
                  <a:srgbClr val="000000"/>
                </a:solidFill>
                <a:latin typeface="Sparkasse Lt"/>
                <a:ea typeface="Sparkasse Lt"/>
                <a:cs typeface="Sparkasse Lt"/>
              </a:rPr>
              <a:t>für das Hintergrundbild einfacher </a:t>
            </a:r>
            <a:r>
              <a:rPr sz="1100" b="0" i="0" u="none" cap="none">
                <a:ln>
                  <a:noFill/>
                </a:ln>
                <a:solidFill>
                  <a:srgbClr val="000000"/>
                </a:solidFill>
                <a:latin typeface="Sparkasse Lt"/>
                <a:ea typeface="Sparkasse Lt"/>
                <a:cs typeface="Sparkasse Lt"/>
              </a:rPr>
              <a:t>mithilfe</a:t>
            </a:r>
            <a:r>
              <a:rPr sz="1100" b="0" i="0" u="none" cap="none">
                <a:ln>
                  <a:noFill/>
                </a:ln>
                <a:solidFill>
                  <a:srgbClr val="000000"/>
                </a:solidFill>
                <a:latin typeface="Sparkasse Lt"/>
                <a:ea typeface="Sparkasse Lt"/>
                <a:cs typeface="Sparkasse Lt"/>
              </a:rPr>
              <a:t> des Symbols befüllt werden kann, liegt dieser im Vordergrund der Folie. Wenn Sie das Bild eingesetzt haben, müssen Sie dieses </a:t>
            </a:r>
            <a:r>
              <a:rPr sz="1100" b="0" i="0" u="none" cap="none">
                <a:ln>
                  <a:noFill/>
                </a:ln>
                <a:solidFill>
                  <a:srgbClr val="000000"/>
                </a:solidFill>
                <a:latin typeface="+mj-lt"/>
                <a:ea typeface="+mj-lt"/>
                <a:cs typeface="+mj-lt"/>
              </a:rPr>
              <a:t>in den Hintergrund </a:t>
            </a:r>
            <a:r>
              <a:rPr sz="1100" b="0" i="0" u="none" cap="none">
                <a:ln>
                  <a:noFill/>
                </a:ln>
                <a:solidFill>
                  <a:srgbClr val="000000"/>
                </a:solidFill>
                <a:latin typeface="Sparkasse Lt"/>
                <a:ea typeface="Sparkasse Lt"/>
                <a:cs typeface="Sparkasse Lt"/>
              </a:rPr>
              <a:t>der Folie setzen, damit  die übrigen Elemente sicht- und editierbar werden. Das geht ganz einfach: Bild markieren, Menü „Start“ &gt;  „Anordnen“ &gt; „In den Hintergrund“).</a:t>
            </a:r>
          </a:p>
        </p:txBody>
      </p:sp>
      <p:pic>
        <p:nvPicPr>
          <p:cNvPr id="24" name="Grafik 8"/>
          <p:cNvPicPr>
            <a:picLocks xmlns:a="http://schemas.openxmlformats.org/drawingml/2006/main" noChangeAspect="1"/>
          </p:cNvPicPr>
          <p:nvPr/>
        </p:nvPicPr>
        <p:blipFill>
          <a:blip xmlns:r="http://schemas.openxmlformats.org/officeDocument/2006/relationships" xmlns:a="http://schemas.openxmlformats.org/drawingml/2006/main" r:embed="R0626e25b78ae42a6"/>
          <a:stretch xmlns:a="http://schemas.openxmlformats.org/drawingml/2006/main">
            <a:fillRect l="0" t="0" r="0" b="0"/>
          </a:stretch>
        </p:blipFill>
        <p:spPr>
          <a:xfrm xmlns:a="http://schemas.openxmlformats.org/drawingml/2006/main" rot="0" flipH="0" flipV="0">
            <a:off x="12284420" y="3182801"/>
            <a:ext cx="1944000" cy="2044867"/>
          </a:xfrm>
          <a:prstGeom xmlns:a="http://schemas.openxmlformats.org/drawingml/2006/main" prst="rect">
            <a:avLst/>
          </a:prstGeom>
        </p:spPr>
      </p:pic>
      <p:sp>
        <p:nvSpPr>
          <p:cNvPr id="12" name="Rechteck 11">
            <a:extLst xmlns:a="http://schemas.openxmlformats.org/drawingml/2006/main">
              <a:ext uri="{FF2B5EF4-FFF2-40B4-BE49-F238E27FC236}">
                <a16:creationId xmlns:a16="http://schemas.microsoft.com/office/drawing/2014/main" id="{30CB3101-2BFC-02A1-94B2-7B893EAE49A2}"/>
              </a:ext>
            </a:extLst>
          </p:cNvPr>
          <p:cNvSpPr>
            <a:spLocks xmlns:a="http://schemas.openxmlformats.org/drawingml/2006/main" noGrp="1"/>
          </p:cNvSpPr>
          <p:nvPr/>
        </p:nvSpPr>
        <p:spPr>
          <a:xfrm xmlns:a="http://schemas.openxmlformats.org/drawingml/2006/main" rot="0" flipH="0" flipV="0">
            <a:off x="12265536" y="4450561"/>
            <a:ext cx="1967368" cy="280236"/>
          </a:xfrm>
          <a:prstGeom xmlns:a="http://schemas.openxmlformats.org/drawingml/2006/main" prst="rect">
            <a:avLst/>
          </a:prstGeom>
          <a:solidFill xmlns:a="http://schemas.openxmlformats.org/drawingml/2006/main">
            <a:schemeClr val="tx2">
              <a:alpha val="0"/>
            </a:schemeClr>
          </a:solidFill>
          <a:ln xmlns:a="http://schemas.openxmlformats.org/drawingml/2006/main" w="19050">
            <a:solidFill>
              <a:schemeClr val="bg2"/>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300"/>
              </a:spcBef>
              <a:spcAft>
                <a:spcPts val="300"/>
              </a:spcAft>
              <a:buNone/>
            </a:pPr>
            <a:endParaRPr sz="2000">
              <a:solidFill>
                <a:schemeClr val="tx1"/>
              </a:solidFill>
            </a:endParaRPr>
          </a:p>
        </p:txBody>
      </p:sp>
      <p:sp>
        <p:nvSpPr>
          <p:cNvPr id="13" name="Linie L">
            <a:extLst xmlns:a="http://schemas.openxmlformats.org/drawingml/2006/main">
              <a:ext uri="{FF2B5EF4-FFF2-40B4-BE49-F238E27FC236}">
                <a16:creationId xmlns:a16="http://schemas.microsoft.com/office/drawing/2014/main" id="{30D00D3A-2F34-D350-3EE4-26133069E9EA}"/>
              </a:ext>
            </a:extLst>
          </p:cNvPr>
          <p:cNvSpPr>
            <a:spLocks xmlns:a="http://schemas.openxmlformats.org/drawingml/2006/main" noGrp="1"/>
          </p:cNvSpPr>
          <p:nvPr>
            <p:ph type="pic" idx="30"/>
          </p:nvPr>
        </p:nvSpPr>
        <p:spPr>
          <a:xfrm xmlns:a="http://schemas.openxmlformats.org/drawingml/2006/main">
            <a:off x="0" y="260727"/>
            <a:ext cx="171450" cy="6048000"/>
          </a:xfrm>
          <a:prstGeom xmlns:a="http://schemas.openxmlformats.org/drawingml/2006/main" prst="rect">
            <a:avLst/>
          </a:prstGeom>
          <a:blipFill xmlns:a="http://schemas.openxmlformats.org/drawingml/2006/main">
            <a:blip xmlns:r="http://schemas.openxmlformats.org/officeDocument/2006/relationships" r:embed="Rd45f6af41a9442da">
              <a:extLst>
                <a:ext uri="{96DAC541-7B7A-43D3-8B79-37D633B846F1}">
                  <asvg:svgBlip xmlns:asvg="http://schemas.microsoft.com/office/drawing/2016/SVG/main" r:embed="Rcf1958381ac1420d"/>
                </a:ext>
              </a:extLst>
            </a:blip>
            <a:srcRect l="0" t="0" r="0" b="0"/>
            <a:stretch>
              <a:fillRect l="-4179" t="0" r="26528" b="0"/>
            </a:stretch>
          </a:blipFill>
        </p:spPr>
        <p:txBody>
          <a:bodyPr xmlns:a="http://schemas.openxmlformats.org/drawingml/2006/main"/>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8" name="Logo">
            <a:extLst xmlns:a="http://schemas.openxmlformats.org/drawingml/2006/main">
              <a:ext uri="{FF2B5EF4-FFF2-40B4-BE49-F238E27FC236}">
                <a16:creationId xmlns:a16="http://schemas.microsoft.com/office/drawing/2014/main" id="{AAEBA93A-ACB5-28BB-AEB1-E4DBD7210D46}"/>
              </a:ext>
            </a:extLst>
          </p:cNvPr>
          <p:cNvSpPr>
            <a:spLocks xmlns:a="http://schemas.openxmlformats.org/drawingml/2006/main" noGrp="1"/>
          </p:cNvSpPr>
          <p:nvPr>
            <p:ph type="pic" idx="17"/>
          </p:nvPr>
        </p:nvSpPr>
        <p:spPr>
          <a:xfrm xmlns:a="http://schemas.openxmlformats.org/drawingml/2006/main">
            <a:off x="11570400" y="259200"/>
            <a:ext cx="360000" cy="360000"/>
          </a:xfrm>
          <a:prstGeom xmlns:a="http://schemas.openxmlformats.org/drawingml/2006/main" prst="rect">
            <a:avLst/>
          </a:prstGeom>
          <a:blipFill xmlns:a="http://schemas.openxmlformats.org/drawingml/2006/main">
            <a:blip xmlns:r="http://schemas.openxmlformats.org/officeDocument/2006/relationships" r:embed="Rf116ed3707cd43d1">
              <a:extLst>
                <a:ext uri="{96DAC541-7B7A-43D3-8B79-37D633B846F1}">
                  <asvg:svgBlip xmlns:asvg="http://schemas.microsoft.com/office/drawing/2016/SVG/main" r:embed="R67634f979f60478e"/>
                </a:ext>
              </a:extLst>
            </a:blip>
            <a:srcRect l="0" t="0" r="0" b="0"/>
            <a:stretch>
              <a:fillRect l="0" t="-1352" r="0" b="-1352"/>
            </a:stretch>
          </a:blipFill>
        </p:spPr>
        <p:txBody>
          <a:bodyPr xmlns:a="http://schemas.openxmlformats.org/drawingml/2006/main" vert="horz" lIns="0" tIns="0" rIns="0" bIns="0">
            <a:noAutofit/>
          </a:bodyPr>
          <a:lstStyle xmlns:a="http://schemas.openxmlformats.org/drawingml/2006/main">
            <a:lvl1pPr>
              <a:buNone/>
              <a:defRPr sz="800">
                <a:noFill/>
              </a:defRPr>
            </a:lvl1pPr>
          </a:lstStyle>
          <a:p xmlns:a="http://schemas.openxmlformats.org/drawingml/2006/main">
            <a:pPr lvl="0">
              <a:buNone/>
            </a:pPr>
            <a:r>
              <a:t>Bild durch Klicken auf Symbol hinzufügen</a:t>
            </a:r>
            <a:endParaRPr/>
          </a:p>
        </p:txBody>
      </p:sp>
      <p:sp>
        <p:nvSpPr>
          <p:cNvPr id="11" name="Banderole">
            <a:extLst xmlns:a="http://schemas.openxmlformats.org/drawingml/2006/main">
              <a:ext uri="{FF2B5EF4-FFF2-40B4-BE49-F238E27FC236}">
                <a16:creationId xmlns:a16="http://schemas.microsoft.com/office/drawing/2014/main" id="{5E08BAA3-55D9-09D4-DB03-68E6870BA818}"/>
              </a:ext>
            </a:extLst>
          </p:cNvPr>
          <p:cNvSpPr>
            <a:spLocks xmlns:a="http://schemas.openxmlformats.org/drawingml/2006/main" noGrp="1"/>
          </p:cNvSpPr>
          <p:nvPr>
            <p:ph type="body" idx="29"/>
          </p:nvPr>
        </p:nvSpPr>
        <p:spPr>
          <a:xfrm xmlns:a="http://schemas.openxmlformats.org/drawingml/2006/main">
            <a:off x="693365" y="260648"/>
            <a:ext cx="6194724" cy="6048077"/>
          </a:xfrm>
          <a:prstGeom xmlns:a="http://schemas.openxmlformats.org/drawingml/2006/main" prst="round2DiagRect">
            <a:avLst>
              <a:gd name="adj1" fmla="val 14699"/>
              <a:gd name="adj2" fmla="val 0"/>
            </a:avLst>
          </a:prstGeom>
          <a:gradFill xmlns:a="http://schemas.openxmlformats.org/drawingml/2006/main">
            <a:gsLst>
              <a:gs pos="0">
                <a:schemeClr val="bg1">
                  <a:alpha val="40000"/>
                </a:schemeClr>
              </a:gs>
              <a:gs pos="32000">
                <a:schemeClr val="bg1"/>
              </a:gs>
            </a:gsLst>
            <a:lin ang="13200000" scaled="0"/>
          </a:gradFill>
        </p:spPr>
        <p:txBody>
          <a:bodyPr xmlns:a="http://schemas.openxmlformats.org/drawingml/2006/main" wrap="square" lIns="324000" tIns="2016000" rIns="288000" bIns="288000" anchor="t">
            <a:noAutofit/>
          </a:bodyPr>
          <a:lstStyle xmlns:a="http://schemas.openxmlformats.org/drawingml/2006/main">
            <a:lvl1pPr>
              <a:buNone/>
              <a:defRPr sz="2400">
                <a:solidFill>
                  <a:schemeClr val="tx1"/>
                </a:solidFill>
                <a:latin typeface="+mn-lt"/>
                <a:ea typeface="+mn-lt"/>
                <a:cs typeface="+mn-lt"/>
              </a:defRPr>
            </a:lvl1pPr>
            <a:lvl2pPr marL="0" indent="0">
              <a:spcBef>
                <a:spcPts val="1200"/>
              </a:spcBef>
              <a:spcAft>
                <a:spcPts val="0"/>
              </a:spcAft>
              <a:buFontTx/>
              <a:buNone/>
              <a:defRPr sz="1200">
                <a:solidFill>
                  <a:schemeClr val="tx1"/>
                </a:solidFill>
                <a:latin typeface="+mj-lt"/>
                <a:ea typeface="+mj-lt"/>
                <a:cs typeface="+mj-lt"/>
              </a:defRPr>
            </a:lvl2pPr>
            <a:lvl3pPr marL="0" indent="0">
              <a:spcAft>
                <a:spcPts val="0"/>
              </a:spcAft>
              <a:buClr>
                <a:schemeClr val="bg1"/>
              </a:buClr>
              <a:buFontTx/>
              <a:buNone/>
              <a:defRPr sz="1200">
                <a:solidFill>
                  <a:schemeClr val="tx1"/>
                </a:solidFill>
                <a:latin typeface="+mj-lt"/>
                <a:ea typeface="+mj-lt"/>
                <a:cs typeface="+mj-lt"/>
              </a:defRPr>
            </a:lvl3pPr>
            <a:lvl4pPr marL="0" indent="0">
              <a:spcAft>
                <a:spcPts val="0"/>
              </a:spcAft>
              <a:buClr>
                <a:schemeClr val="bg1"/>
              </a:buClr>
              <a:buFontTx/>
              <a:buNone/>
              <a:defRPr sz="1200">
                <a:solidFill>
                  <a:schemeClr val="tx1"/>
                </a:solidFill>
                <a:latin typeface="+mj-lt"/>
                <a:ea typeface="+mj-lt"/>
                <a:cs typeface="+mj-lt"/>
              </a:defRPr>
            </a:lvl4pPr>
            <a:lvl5pPr marL="0" indent="0">
              <a:spcAft>
                <a:spcPts val="0"/>
              </a:spcAft>
              <a:buClr>
                <a:schemeClr val="bg1"/>
              </a:buClr>
              <a:buFontTx/>
              <a:buNone/>
              <a:defRPr sz="1200">
                <a:solidFill>
                  <a:schemeClr val="tx1"/>
                </a:solidFill>
                <a:latin typeface="+mj-lt"/>
                <a:ea typeface="+mj-lt"/>
                <a:cs typeface="+mj-lt"/>
              </a:defRPr>
            </a:lvl5pPr>
            <a:lvl6pPr marL="0" indent="0">
              <a:spcAft>
                <a:spcPts val="0"/>
              </a:spcAft>
              <a:buFontTx/>
              <a:buNone/>
              <a:defRPr sz="1200">
                <a:solidFill>
                  <a:schemeClr val="tx1"/>
                </a:solidFill>
                <a:latin typeface="+mj-lt"/>
                <a:ea typeface="+mj-lt"/>
                <a:cs typeface="+mj-lt"/>
              </a:defRPr>
            </a:lvl6pPr>
            <a:lvl7pPr marL="0" indent="0">
              <a:spcAft>
                <a:spcPts val="0"/>
              </a:spcAft>
              <a:buFontTx/>
              <a:buNone/>
              <a:defRPr sz="1200">
                <a:solidFill>
                  <a:schemeClr val="tx1"/>
                </a:solidFill>
                <a:latin typeface="+mj-lt"/>
                <a:ea typeface="+mj-lt"/>
                <a:cs typeface="+mj-lt"/>
              </a:defRPr>
            </a:lvl7pPr>
            <a:lvl8pPr marL="0" indent="0">
              <a:spcAft>
                <a:spcPts val="0"/>
              </a:spcAft>
              <a:buClr>
                <a:schemeClr val="bg1"/>
              </a:buClr>
              <a:buFontTx/>
              <a:buNone/>
              <a:defRPr sz="1200">
                <a:solidFill>
                  <a:schemeClr val="tx1"/>
                </a:solidFill>
                <a:latin typeface="+mj-lt"/>
                <a:ea typeface="+mj-lt"/>
                <a:cs typeface="+mj-lt"/>
              </a:defRPr>
            </a:lvl8pPr>
            <a:lvl9pPr marL="0" indent="0">
              <a:spcAft>
                <a:spcPts val="0"/>
              </a:spcAft>
              <a:buClr>
                <a:schemeClr val="bg1"/>
              </a:buClr>
              <a:buFontTx/>
              <a:buNone/>
              <a:defRPr sz="1200">
                <a:solidFill>
                  <a:schemeClr val="tx1"/>
                </a:solidFill>
                <a:latin typeface="+mj-lt"/>
                <a:ea typeface="+mj-lt"/>
                <a:cs typeface="+mj-lt"/>
              </a:defRPr>
            </a:lvl9pPr>
          </a:lstStyle>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endParaRPr/>
          </a:p>
        </p:txBody>
      </p:sp>
      <p:sp>
        <p:nvSpPr>
          <p:cNvPr id="7" name="Titel 6">
            <a:extLst xmlns:a="http://schemas.openxmlformats.org/drawingml/2006/main">
              <a:ext uri="{FF2B5EF4-FFF2-40B4-BE49-F238E27FC236}">
                <a16:creationId xmlns:a16="http://schemas.microsoft.com/office/drawing/2014/main" id="{48347A0D-1277-35FE-8A9F-6D89651F885B}"/>
              </a:ext>
            </a:extLst>
          </p:cNvPr>
          <p:cNvSpPr>
            <a:spLocks xmlns:a="http://schemas.openxmlformats.org/drawingml/2006/main" noGrp="1"/>
          </p:cNvSpPr>
          <p:nvPr>
            <p:ph type="title" idx="0"/>
          </p:nvPr>
        </p:nvSpPr>
        <p:spPr>
          <a:xfrm xmlns:a="http://schemas.openxmlformats.org/drawingml/2006/main">
            <a:off x="1271588" y="908720"/>
            <a:ext cx="5040312" cy="648618"/>
          </a:xfrm>
        </p:spPr>
        <p:txBody>
          <a:bodyPr xmlns:a="http://schemas.openxmlformats.org/drawingml/2006/main"/>
          <a:lstStyle xmlns:a="http://schemas.openxmlformats.org/drawingml/2006/main">
            <a:lvl1pPr>
              <a:buNone/>
              <a:defRPr sz="3600">
                <a:solidFill>
                  <a:schemeClr val="bg2"/>
                </a:solidFill>
              </a:defRPr>
            </a:lvl1pPr>
          </a:lstStyle>
          <a:p xmlns:a="http://schemas.openxmlformats.org/drawingml/2006/main">
            <a:r>
              <a:t>Mastertitelformat bearbeiten</a:t>
            </a:r>
            <a:endParaRPr/>
          </a:p>
        </p:txBody>
      </p:sp>
      <p:sp>
        <p:nvSpPr>
          <p:cNvPr id="10" name="Quote graphic">
            <a:extLst xmlns:a="http://schemas.openxmlformats.org/drawingml/2006/main">
              <a:ext uri="{FF2B5EF4-FFF2-40B4-BE49-F238E27FC236}">
                <a16:creationId xmlns:a16="http://schemas.microsoft.com/office/drawing/2014/main" id="{25D06F83-171C-A81C-E3E6-3E9B69F58744}"/>
              </a:ext>
            </a:extLst>
          </p:cNvPr>
          <p:cNvSpPr>
            <a:spLocks xmlns:a="http://schemas.openxmlformats.org/drawingml/2006/main" noGrp="1"/>
          </p:cNvSpPr>
          <p:nvPr>
            <p:ph type="pic" idx="32"/>
          </p:nvPr>
        </p:nvSpPr>
        <p:spPr>
          <a:xfrm xmlns:a="http://schemas.openxmlformats.org/drawingml/2006/main">
            <a:off x="1271464" y="1590774"/>
            <a:ext cx="864000" cy="866118"/>
          </a:xfrm>
          <a:prstGeom xmlns:a="http://schemas.openxmlformats.org/drawingml/2006/main" prst="rect">
            <a:avLst/>
          </a:prstGeom>
          <a:blipFill xmlns:a="http://schemas.openxmlformats.org/drawingml/2006/main">
            <a:blip xmlns:r="http://schemas.openxmlformats.org/officeDocument/2006/relationships" r:embed="Re5f1745dee4047f6">
              <a:extLst>
                <a:ext uri="{96DAC541-7B7A-43D3-8B79-37D633B846F1}">
                  <asvg:svgBlip xmlns:asvg="http://schemas.microsoft.com/office/drawing/2016/SVG/main" r:embed="R595a6d9e54064ff0"/>
                </a:ext>
              </a:extLst>
            </a:blip>
            <a:srcRect l="0" t="0" r="0" b="0"/>
            <a:stretch>
              <a:fillRect l="-123" t="0" r="-123" b="0"/>
            </a:stretch>
          </a:blipFill>
        </p:spPr>
        <p:txBody>
          <a:bodyPr xmlns:a="http://schemas.openxmlformats.org/drawingml/2006/main"/>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15" name="Bildplatzhalter 14">
            <a:extLst xmlns:a="http://schemas.openxmlformats.org/drawingml/2006/main">
              <a:ext uri="{FF2B5EF4-FFF2-40B4-BE49-F238E27FC236}">
                <a16:creationId xmlns:a16="http://schemas.microsoft.com/office/drawing/2014/main" id="{DE862A8C-8289-C0CF-7809-1DB047491227}"/>
              </a:ext>
            </a:extLst>
          </p:cNvPr>
          <p:cNvSpPr>
            <a:spLocks xmlns:a="http://schemas.openxmlformats.org/drawingml/2006/main" noGrp="1"/>
          </p:cNvSpPr>
          <p:nvPr>
            <p:ph type="pic" idx="31"/>
          </p:nvPr>
        </p:nvSpPr>
        <p:spPr>
          <a:xfrm xmlns:a="http://schemas.openxmlformats.org/drawingml/2006/main">
            <a:off x="0" y="0"/>
            <a:ext cx="12196800" cy="6453188"/>
          </a:xfrm>
        </p:spPr>
        <p:txBody>
          <a:bodyPr xmlns:a="http://schemas.openxmlformats.org/drawingml/2006/main"/>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16" name="Datumsplatzhalter 15">
            <a:extLst xmlns:a="http://schemas.openxmlformats.org/drawingml/2006/main">
              <a:ext uri="{FF2B5EF4-FFF2-40B4-BE49-F238E27FC236}">
                <a16:creationId xmlns:a16="http://schemas.microsoft.com/office/drawing/2014/main" id="{20916421-EA33-3788-799A-6B4F58EF3C4D}"/>
              </a:ext>
            </a:extLst>
          </p:cNvPr>
          <p:cNvSpPr>
            <a:spLocks xmlns:a="http://schemas.openxmlformats.org/drawingml/2006/main" noGrp="1"/>
          </p:cNvSpPr>
          <p:nvPr>
            <p:ph type="dt" idx="33"/>
          </p:nvPr>
        </p:nvSpPr>
        <p:spPr/>
        <p:txBody>
          <a:bodyPr xmlns:a="http://schemas.openxmlformats.org/drawingml/2006/main"/>
          <a:lstStyle xmlns:a="http://schemas.openxmlformats.org/drawingml/2006/main"/>
          <a:p xmlns:a="http://schemas.openxmlformats.org/drawingml/2006/main">
            <a:r>
              <a:t>Intern, TT.MM.JJJJ</a:t>
            </a:r>
            <a:endParaRPr sz="800"/>
          </a:p>
        </p:txBody>
      </p:sp>
      <p:sp>
        <p:nvSpPr>
          <p:cNvPr id="19" name="Foliennummernplatzhalter 18">
            <a:extLst xmlns:a="http://schemas.openxmlformats.org/drawingml/2006/main">
              <a:ext uri="{FF2B5EF4-FFF2-40B4-BE49-F238E27FC236}">
                <a16:creationId xmlns:a16="http://schemas.microsoft.com/office/drawing/2014/main" id="{E63FF458-3358-BFC1-DF2D-0C9B268AA689}"/>
              </a:ext>
            </a:extLst>
          </p:cNvPr>
          <p:cNvSpPr>
            <a:spLocks xmlns:a="http://schemas.openxmlformats.org/drawingml/2006/main" noGrp="1"/>
          </p:cNvSpPr>
          <p:nvPr>
            <p:ph type="sldNum" idx="35"/>
          </p:nvPr>
        </p:nvSpPr>
        <p:spPr/>
        <p:txBody>
          <a:bodyPr xmlns:a="http://schemas.openxmlformats.org/drawingml/2006/main"/>
          <a:lstStyle xmlns:a="http://schemas.openxmlformats.org/drawingml/2006/main"/>
          <a:p xmlns:a="http://schemas.openxmlformats.org/drawingml/2006/main">
            <a:r>
              <a:t>Seite </a:t>
            </a:r>
            <a:fld id="{DC907883-A228-4E41-A7BF-33DDF6A01B2A}" type="slidenum">
              <a:t>‹Nr.›</a:t>
            </a:fld>
            <a:endParaRPr/>
          </a:p>
        </p:txBody>
      </p:sp>
    </p:spTree>
  </p:cSld>
</p:sldLayout>
</file>

<file path=ppt/slideLayouts/slideLayout28.xml><?xml version="1.0" encoding="utf-8"?>
<p:sldLayout xmlns:p="http://schemas.openxmlformats.org/presentationml/2006/main" preserve="1" userDrawn="1">
  <p:cSld name="Statement ">
    <p:spTree>
      <p:nvGrpSpPr>
        <p:cNvPr id="1" name=""/>
        <p:cNvGrpSpPr/>
        <p:nvPr/>
      </p:nvGrpSpPr>
      <p:grpSpPr>
        <a:xfrm xmlns:a="http://schemas.openxmlformats.org/drawingml/2006/main"/>
      </p:grpSpPr>
      <p:sp>
        <p:nvSpPr>
          <p:cNvPr id="2" name="Rote Fläche">
            <a:extLst xmlns:a="http://schemas.openxmlformats.org/drawingml/2006/main">
              <a:ext uri="{FF2B5EF4-FFF2-40B4-BE49-F238E27FC236}">
                <a16:creationId xmlns:a16="http://schemas.microsoft.com/office/drawing/2014/main" id="{A4F4498E-ED88-69B3-AC9B-84CE9F177A56}"/>
              </a:ext>
            </a:extLst>
          </p:cNvPr>
          <p:cNvSpPr>
            <a:spLocks xmlns:a="http://schemas.openxmlformats.org/drawingml/2006/main" noGrp="1"/>
          </p:cNvSpPr>
          <p:nvPr/>
        </p:nvSpPr>
        <p:spPr>
          <a:xfrm xmlns:a="http://schemas.openxmlformats.org/drawingml/2006/main">
            <a:off x="0" y="260349"/>
            <a:ext cx="10991851" cy="6048377"/>
          </a:xfrm>
          <a:custGeom xmlns:a="http://schemas.openxmlformats.org/drawingml/2006/main">
            <a:gdLst>
              <a:gd name="connsiteX0" fmla="*/ 0 w 10991851"/>
              <a:gd name="connsiteY0" fmla="*/ 0 h 6048377"/>
              <a:gd name="connsiteX1" fmla="*/ 10115563 w 10991851"/>
              <a:gd name="connsiteY1" fmla="*/ 0 h 6048377"/>
              <a:gd name="connsiteX2" fmla="*/ 10991851 w 10991851"/>
              <a:gd name="connsiteY2" fmla="*/ 876289 h 6048377"/>
              <a:gd name="connsiteX3" fmla="*/ 10991851 w 10991851"/>
              <a:gd name="connsiteY3" fmla="*/ 5172088 h 6048377"/>
              <a:gd name="connsiteX4" fmla="*/ 10115563 w 10991851"/>
              <a:gd name="connsiteY4" fmla="*/ 6048377 h 6048377"/>
              <a:gd name="connsiteX5" fmla="*/ 0 w 10991851"/>
              <a:gd name="connsiteY5" fmla="*/ 6048377 h 6048377"/>
              <a:gd name="connsiteX0" fmla="*/ 25400 w 11017251"/>
              <a:gd name="connsiteY0" fmla="*/ 0 h 6048377"/>
              <a:gd name="connsiteX1" fmla="*/ 10140963 w 11017251"/>
              <a:gd name="connsiteY1" fmla="*/ 0 h 6048377"/>
              <a:gd name="connsiteX2" fmla="*/ 11017251 w 11017251"/>
              <a:gd name="connsiteY2" fmla="*/ 876289 h 6048377"/>
              <a:gd name="connsiteX3" fmla="*/ 11017251 w 11017251"/>
              <a:gd name="connsiteY3" fmla="*/ 5172088 h 6048377"/>
              <a:gd name="connsiteX4" fmla="*/ 10140963 w 11017251"/>
              <a:gd name="connsiteY4" fmla="*/ 6048377 h 6048377"/>
              <a:gd name="connsiteX5" fmla="*/ 25400 w 11017251"/>
              <a:gd name="connsiteY5" fmla="*/ 6048377 h 6048377"/>
              <a:gd name="connsiteX6" fmla="*/ 0 w 11017251"/>
              <a:gd name="connsiteY6" fmla="*/ 2762251 h 6048377"/>
              <a:gd name="connsiteX7" fmla="*/ 25400 w 11017251"/>
              <a:gd name="connsiteY7" fmla="*/ 0 h 6048377"/>
              <a:gd name="connsiteX0" fmla="*/ 0 w 11017251"/>
              <a:gd name="connsiteY0" fmla="*/ 2762251 h 6048377"/>
              <a:gd name="connsiteX1" fmla="*/ 25400 w 11017251"/>
              <a:gd name="connsiteY1" fmla="*/ 0 h 6048377"/>
              <a:gd name="connsiteX2" fmla="*/ 10140963 w 11017251"/>
              <a:gd name="connsiteY2" fmla="*/ 0 h 6048377"/>
              <a:gd name="connsiteX3" fmla="*/ 11017251 w 11017251"/>
              <a:gd name="connsiteY3" fmla="*/ 876289 h 6048377"/>
              <a:gd name="connsiteX4" fmla="*/ 11017251 w 11017251"/>
              <a:gd name="connsiteY4" fmla="*/ 5172088 h 6048377"/>
              <a:gd name="connsiteX5" fmla="*/ 10140963 w 11017251"/>
              <a:gd name="connsiteY5" fmla="*/ 6048377 h 6048377"/>
              <a:gd name="connsiteX6" fmla="*/ 25400 w 11017251"/>
              <a:gd name="connsiteY6" fmla="*/ 6048377 h 6048377"/>
              <a:gd name="connsiteX7" fmla="*/ 91440 w 11017251"/>
              <a:gd name="connsiteY7" fmla="*/ 2853691 h 6048377"/>
              <a:gd name="connsiteX0" fmla="*/ 0 w 11017251"/>
              <a:gd name="connsiteY0" fmla="*/ 2762251 h 6048377"/>
              <a:gd name="connsiteX1" fmla="*/ 25400 w 11017251"/>
              <a:gd name="connsiteY1" fmla="*/ 0 h 6048377"/>
              <a:gd name="connsiteX2" fmla="*/ 10140963 w 11017251"/>
              <a:gd name="connsiteY2" fmla="*/ 0 h 6048377"/>
              <a:gd name="connsiteX3" fmla="*/ 11017251 w 11017251"/>
              <a:gd name="connsiteY3" fmla="*/ 876289 h 6048377"/>
              <a:gd name="connsiteX4" fmla="*/ 11017251 w 11017251"/>
              <a:gd name="connsiteY4" fmla="*/ 5172088 h 6048377"/>
              <a:gd name="connsiteX5" fmla="*/ 10140963 w 11017251"/>
              <a:gd name="connsiteY5" fmla="*/ 6048377 h 6048377"/>
              <a:gd name="connsiteX6" fmla="*/ 25400 w 11017251"/>
              <a:gd name="connsiteY6" fmla="*/ 6048377 h 6048377"/>
              <a:gd name="connsiteX0" fmla="*/ 0 w 10991851"/>
              <a:gd name="connsiteY0" fmla="*/ 0 h 6048377"/>
              <a:gd name="connsiteX1" fmla="*/ 10115563 w 10991851"/>
              <a:gd name="connsiteY1" fmla="*/ 0 h 6048377"/>
              <a:gd name="connsiteX2" fmla="*/ 10991851 w 10991851"/>
              <a:gd name="connsiteY2" fmla="*/ 876289 h 6048377"/>
              <a:gd name="connsiteX3" fmla="*/ 10991851 w 10991851"/>
              <a:gd name="connsiteY3" fmla="*/ 5172088 h 6048377"/>
              <a:gd name="connsiteX4" fmla="*/ 10115563 w 10991851"/>
              <a:gd name="connsiteY4" fmla="*/ 6048377 h 6048377"/>
              <a:gd name="connsiteX5" fmla="*/ 0 w 10991851"/>
              <a:gd name="connsiteY5" fmla="*/ 6048377 h 6048377"/>
            </a:gdLst>
            <a:rect l="l" t="t" r="r" b="b"/>
            <a:pathLst>
              <a:path w="10991851" h="6048377">
                <a:moveTo>
                  <a:pt x="0" y="0"/>
                </a:moveTo>
                <a:lnTo>
                  <a:pt x="10115563" y="0"/>
                </a:lnTo>
                <a:cubicBezTo>
                  <a:pt x="10599523" y="0"/>
                  <a:pt x="10991851" y="392328"/>
                  <a:pt x="10991851" y="876289"/>
                </a:cubicBezTo>
                <a:lnTo>
                  <a:pt x="10991851" y="5172088"/>
                </a:lnTo>
                <a:cubicBezTo>
                  <a:pt x="10991851" y="5656049"/>
                  <a:pt x="10599523" y="6048377"/>
                  <a:pt x="10115563" y="6048377"/>
                </a:cubicBezTo>
                <a:lnTo>
                  <a:pt x="0" y="6048377"/>
                </a:lnTo>
              </a:path>
            </a:pathLst>
          </a:custGeom>
          <a:noFill xmlns:a="http://schemas.openxmlformats.org/drawingml/2006/main"/>
          <a:ln xmlns:a="http://schemas.openxmlformats.org/drawingml/2006/main" w="12700">
            <a:solidFill>
              <a:schemeClr val="bg2"/>
            </a:solidFill>
          </a:ln>
        </p:spPr>
        <p:txBody>
          <a:bodyPr xmlns:a="http://schemas.openxmlformats.org/drawingml/2006/main" vert="horz" wrap="square" lIns="720000" tIns="0" rIns="936000" bIns="36000" anchor="ctr">
            <a:noAutofit/>
          </a:bodyPr>
          <a:lstStyle xmlns:a="http://schemas.openxmlformats.org/drawingml/2006/main">
            <a:lvl1pPr marL="0" algn="ctr" defTabSz="914115">
              <a:lnSpc>
                <a:spcPct val="95000"/>
              </a:lnSpc>
              <a:spcBef>
                <a:spcPct val="0"/>
              </a:spcBef>
              <a:buNone/>
              <a:defRPr sz="6000" b="0" kern="1200">
                <a:solidFill>
                  <a:schemeClr val="bg1"/>
                </a:solidFill>
                <a:latin typeface="+mj-lt"/>
                <a:ea typeface="+mj-lt"/>
                <a:cs typeface="+mj-lt"/>
              </a:defRPr>
            </a:lvl1pPr>
          </a:lstStyle>
          <a:p xmlns:a="http://schemas.openxmlformats.org/drawingml/2006/main">
            <a:endParaRPr/>
          </a:p>
        </p:txBody>
      </p:sp>
      <p:sp>
        <p:nvSpPr>
          <p:cNvPr id="7" name="Titel 13">
            <a:extLst xmlns:a="http://schemas.openxmlformats.org/drawingml/2006/main">
              <a:ext uri="{FF2B5EF4-FFF2-40B4-BE49-F238E27FC236}">
                <a16:creationId xmlns:a16="http://schemas.microsoft.com/office/drawing/2014/main" id="{43602674-D216-5BEB-472A-160127167D0A}"/>
              </a:ext>
            </a:extLst>
          </p:cNvPr>
          <p:cNvSpPr>
            <a:spLocks xmlns:a="http://schemas.openxmlformats.org/drawingml/2006/main" noGrp="1"/>
          </p:cNvSpPr>
          <p:nvPr/>
        </p:nvSpPr>
        <p:spPr>
          <a:xfrm xmlns:a="http://schemas.openxmlformats.org/drawingml/2006/main" rot="0" flipH="0" flipV="0">
            <a:off x="10812524" y="4714534"/>
            <a:ext cx="753840" cy="728733"/>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22" name="Textfeld 21">
            <a:extLst xmlns:a="http://schemas.openxmlformats.org/drawingml/2006/main">
              <a:ext uri="{FF2B5EF4-FFF2-40B4-BE49-F238E27FC236}">
                <a16:creationId xmlns:a16="http://schemas.microsoft.com/office/drawing/2014/main" id="{BCD6175C-90DC-79FF-E3A6-79F38891EFEC}"/>
              </a:ext>
            </a:extLst>
          </p:cNvPr>
          <p:cNvSpPr>
            <a:spLocks xmlns:a="http://schemas.openxmlformats.org/drawingml/2006/main" noGrp="1"/>
          </p:cNvSpPr>
          <p:nvPr/>
        </p:nvSpPr>
        <p:spPr>
          <a:xfrm xmlns:a="http://schemas.openxmlformats.org/drawingml/2006/main" rot="0" flipH="0" flipV="0">
            <a:off x="11826688" y="4546585"/>
            <a:ext cx="365313" cy="1834743"/>
          </a:xfrm>
          <a:custGeom xmlns:a="http://schemas.openxmlformats.org/drawingml/2006/main">
            <a:gdLst>
              <a:gd name="connsiteX0" fmla="*/ 326107 w 365313"/>
              <a:gd name="connsiteY0" fmla="*/ 0 h 1834743"/>
              <a:gd name="connsiteX1" fmla="*/ 365313 w 365313"/>
              <a:gd name="connsiteY1" fmla="*/ 0 h 1834743"/>
              <a:gd name="connsiteX2" fmla="*/ 365313 w 365313"/>
              <a:gd name="connsiteY2" fmla="*/ 1834743 h 1834743"/>
              <a:gd name="connsiteX3" fmla="*/ 0 w 365313"/>
              <a:gd name="connsiteY3" fmla="*/ 1834743 h 1834743"/>
              <a:gd name="connsiteX4" fmla="*/ 0 w 365313"/>
              <a:gd name="connsiteY4" fmla="*/ 326107 h 1834743"/>
              <a:gd name="connsiteX5" fmla="*/ 326107 w 365313"/>
              <a:gd name="connsiteY5" fmla="*/ 0 h 1834743"/>
              <a:gd name="connsiteX0" fmla="*/ 326107 w 384362"/>
              <a:gd name="connsiteY0" fmla="*/ 0 h 1834743"/>
              <a:gd name="connsiteX1" fmla="*/ 365313 w 384362"/>
              <a:gd name="connsiteY1" fmla="*/ 0 h 1834743"/>
              <a:gd name="connsiteX2" fmla="*/ 384362 w 384362"/>
              <a:gd name="connsiteY2" fmla="*/ 1238141 h 1834743"/>
              <a:gd name="connsiteX3" fmla="*/ 365313 w 384362"/>
              <a:gd name="connsiteY3" fmla="*/ 1834743 h 1834743"/>
              <a:gd name="connsiteX4" fmla="*/ 0 w 384362"/>
              <a:gd name="connsiteY4" fmla="*/ 1834743 h 1834743"/>
              <a:gd name="connsiteX5" fmla="*/ 0 w 384362"/>
              <a:gd name="connsiteY5" fmla="*/ 326107 h 1834743"/>
              <a:gd name="connsiteX6" fmla="*/ 326107 w 384362"/>
              <a:gd name="connsiteY6" fmla="*/ 0 h 1834743"/>
              <a:gd name="connsiteX0" fmla="*/ 384362 w 475802"/>
              <a:gd name="connsiteY0" fmla="*/ 1238141 h 1834743"/>
              <a:gd name="connsiteX1" fmla="*/ 365313 w 475802"/>
              <a:gd name="connsiteY1" fmla="*/ 1834743 h 1834743"/>
              <a:gd name="connsiteX2" fmla="*/ 0 w 475802"/>
              <a:gd name="connsiteY2" fmla="*/ 1834743 h 1834743"/>
              <a:gd name="connsiteX3" fmla="*/ 0 w 475802"/>
              <a:gd name="connsiteY3" fmla="*/ 326107 h 1834743"/>
              <a:gd name="connsiteX4" fmla="*/ 326107 w 475802"/>
              <a:gd name="connsiteY4" fmla="*/ 0 h 1834743"/>
              <a:gd name="connsiteX5" fmla="*/ 365313 w 475802"/>
              <a:gd name="connsiteY5" fmla="*/ 0 h 1834743"/>
              <a:gd name="connsiteX6" fmla="*/ 475802 w 475802"/>
              <a:gd name="connsiteY6" fmla="*/ 1329581 h 1834743"/>
              <a:gd name="connsiteX0" fmla="*/ 384362 w 384362"/>
              <a:gd name="connsiteY0" fmla="*/ 1238141 h 1834743"/>
              <a:gd name="connsiteX1" fmla="*/ 365313 w 384362"/>
              <a:gd name="connsiteY1" fmla="*/ 1834743 h 1834743"/>
              <a:gd name="connsiteX2" fmla="*/ 0 w 384362"/>
              <a:gd name="connsiteY2" fmla="*/ 1834743 h 1834743"/>
              <a:gd name="connsiteX3" fmla="*/ 0 w 384362"/>
              <a:gd name="connsiteY3" fmla="*/ 326107 h 1834743"/>
              <a:gd name="connsiteX4" fmla="*/ 326107 w 384362"/>
              <a:gd name="connsiteY4" fmla="*/ 0 h 1834743"/>
              <a:gd name="connsiteX5" fmla="*/ 365313 w 384362"/>
              <a:gd name="connsiteY5" fmla="*/ 0 h 1834743"/>
              <a:gd name="connsiteX0" fmla="*/ 365313 w 365313"/>
              <a:gd name="connsiteY0" fmla="*/ 1834743 h 1834743"/>
              <a:gd name="connsiteX1" fmla="*/ 0 w 365313"/>
              <a:gd name="connsiteY1" fmla="*/ 1834743 h 1834743"/>
              <a:gd name="connsiteX2" fmla="*/ 0 w 365313"/>
              <a:gd name="connsiteY2" fmla="*/ 326107 h 1834743"/>
              <a:gd name="connsiteX3" fmla="*/ 326107 w 365313"/>
              <a:gd name="connsiteY3" fmla="*/ 0 h 1834743"/>
              <a:gd name="connsiteX4" fmla="*/ 365313 w 365313"/>
              <a:gd name="connsiteY4" fmla="*/ 0 h 1834743"/>
            </a:gdLst>
            <a:rect l="l" t="t" r="r" b="b"/>
            <a:pathLst>
              <a:path w="365313" h="1834743">
                <a:moveTo>
                  <a:pt x="365313" y="1834743"/>
                </a:moveTo>
                <a:lnTo>
                  <a:pt x="0" y="1834743"/>
                </a:lnTo>
                <a:lnTo>
                  <a:pt x="0" y="326107"/>
                </a:lnTo>
                <a:cubicBezTo>
                  <a:pt x="0" y="146003"/>
                  <a:pt x="146003" y="0"/>
                  <a:pt x="326107" y="0"/>
                </a:cubicBezTo>
                <a:lnTo>
                  <a:pt x="365313" y="0"/>
                </a:lnTo>
              </a:path>
            </a:pathLst>
          </a:cu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9" name="Titel 13">
            <a:extLst xmlns:a="http://schemas.openxmlformats.org/drawingml/2006/main">
              <a:ext uri="{FF2B5EF4-FFF2-40B4-BE49-F238E27FC236}">
                <a16:creationId xmlns:a16="http://schemas.microsoft.com/office/drawing/2014/main" id="{023A5D4E-8B4C-4381-21E9-17CBD780AABE}"/>
              </a:ext>
            </a:extLst>
          </p:cNvPr>
          <p:cNvSpPr>
            <a:spLocks xmlns:a="http://schemas.openxmlformats.org/drawingml/2006/main" noGrp="1"/>
          </p:cNvSpPr>
          <p:nvPr/>
        </p:nvSpPr>
        <p:spPr>
          <a:xfrm xmlns:a="http://schemas.openxmlformats.org/drawingml/2006/main" rot="0" flipH="0" flipV="0">
            <a:off x="10812524" y="3364710"/>
            <a:ext cx="1168247" cy="1129339"/>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21" name="Textfeld 20">
            <a:extLst xmlns:a="http://schemas.openxmlformats.org/drawingml/2006/main">
              <a:ext uri="{FF2B5EF4-FFF2-40B4-BE49-F238E27FC236}">
                <a16:creationId xmlns:a16="http://schemas.microsoft.com/office/drawing/2014/main" id="{BEF17B52-D837-38F7-7434-F22FD2A9A590}"/>
              </a:ext>
            </a:extLst>
          </p:cNvPr>
          <p:cNvSpPr>
            <a:spLocks xmlns:a="http://schemas.openxmlformats.org/drawingml/2006/main" noGrp="1"/>
          </p:cNvSpPr>
          <p:nvPr/>
        </p:nvSpPr>
        <p:spPr>
          <a:xfrm xmlns:a="http://schemas.openxmlformats.org/drawingml/2006/main" rot="0" flipH="0" flipV="0">
            <a:off x="11441580" y="3698299"/>
            <a:ext cx="750420" cy="1303084"/>
          </a:xfrm>
          <a:custGeom xmlns:a="http://schemas.openxmlformats.org/drawingml/2006/main">
            <a:gdLst>
              <a:gd name="connsiteX0" fmla="*/ 231610 w 750420"/>
              <a:gd name="connsiteY0" fmla="*/ 0 h 1303084"/>
              <a:gd name="connsiteX1" fmla="*/ 750420 w 750420"/>
              <a:gd name="connsiteY1" fmla="*/ 0 h 1303084"/>
              <a:gd name="connsiteX2" fmla="*/ 750420 w 750420"/>
              <a:gd name="connsiteY2" fmla="*/ 1303084 h 1303084"/>
              <a:gd name="connsiteX3" fmla="*/ 0 w 750420"/>
              <a:gd name="connsiteY3" fmla="*/ 1303084 h 1303084"/>
              <a:gd name="connsiteX4" fmla="*/ 0 w 750420"/>
              <a:gd name="connsiteY4" fmla="*/ 231610 h 1303084"/>
              <a:gd name="connsiteX5" fmla="*/ 231610 w 750420"/>
              <a:gd name="connsiteY5" fmla="*/ 0 h 1303084"/>
              <a:gd name="connsiteX0" fmla="*/ 231610 w 750420"/>
              <a:gd name="connsiteY0" fmla="*/ 0 h 1303084"/>
              <a:gd name="connsiteX1" fmla="*/ 750420 w 750420"/>
              <a:gd name="connsiteY1" fmla="*/ 0 h 1303084"/>
              <a:gd name="connsiteX2" fmla="*/ 750420 w 750420"/>
              <a:gd name="connsiteY2" fmla="*/ 667202 h 1303084"/>
              <a:gd name="connsiteX3" fmla="*/ 750420 w 750420"/>
              <a:gd name="connsiteY3" fmla="*/ 1303084 h 1303084"/>
              <a:gd name="connsiteX4" fmla="*/ 0 w 750420"/>
              <a:gd name="connsiteY4" fmla="*/ 1303084 h 1303084"/>
              <a:gd name="connsiteX5" fmla="*/ 0 w 750420"/>
              <a:gd name="connsiteY5" fmla="*/ 231610 h 1303084"/>
              <a:gd name="connsiteX6" fmla="*/ 231610 w 750420"/>
              <a:gd name="connsiteY6" fmla="*/ 0 h 1303084"/>
              <a:gd name="connsiteX0" fmla="*/ 750420 w 841860"/>
              <a:gd name="connsiteY0" fmla="*/ 667202 h 1303084"/>
              <a:gd name="connsiteX1" fmla="*/ 750420 w 841860"/>
              <a:gd name="connsiteY1" fmla="*/ 1303084 h 1303084"/>
              <a:gd name="connsiteX2" fmla="*/ 0 w 841860"/>
              <a:gd name="connsiteY2" fmla="*/ 1303084 h 1303084"/>
              <a:gd name="connsiteX3" fmla="*/ 0 w 841860"/>
              <a:gd name="connsiteY3" fmla="*/ 231610 h 1303084"/>
              <a:gd name="connsiteX4" fmla="*/ 231610 w 841860"/>
              <a:gd name="connsiteY4" fmla="*/ 0 h 1303084"/>
              <a:gd name="connsiteX5" fmla="*/ 750420 w 841860"/>
              <a:gd name="connsiteY5" fmla="*/ 0 h 1303084"/>
              <a:gd name="connsiteX6" fmla="*/ 841860 w 841860"/>
              <a:gd name="connsiteY6" fmla="*/ 758642 h 1303084"/>
              <a:gd name="connsiteX0" fmla="*/ 750420 w 750420"/>
              <a:gd name="connsiteY0" fmla="*/ 667202 h 1303084"/>
              <a:gd name="connsiteX1" fmla="*/ 750420 w 750420"/>
              <a:gd name="connsiteY1" fmla="*/ 1303084 h 1303084"/>
              <a:gd name="connsiteX2" fmla="*/ 0 w 750420"/>
              <a:gd name="connsiteY2" fmla="*/ 1303084 h 1303084"/>
              <a:gd name="connsiteX3" fmla="*/ 0 w 750420"/>
              <a:gd name="connsiteY3" fmla="*/ 231610 h 1303084"/>
              <a:gd name="connsiteX4" fmla="*/ 231610 w 750420"/>
              <a:gd name="connsiteY4" fmla="*/ 0 h 1303084"/>
              <a:gd name="connsiteX5" fmla="*/ 750420 w 750420"/>
              <a:gd name="connsiteY5" fmla="*/ 0 h 1303084"/>
              <a:gd name="connsiteX0" fmla="*/ 750420 w 750420"/>
              <a:gd name="connsiteY0" fmla="*/ 1303084 h 1303084"/>
              <a:gd name="connsiteX1" fmla="*/ 0 w 750420"/>
              <a:gd name="connsiteY1" fmla="*/ 1303084 h 1303084"/>
              <a:gd name="connsiteX2" fmla="*/ 0 w 750420"/>
              <a:gd name="connsiteY2" fmla="*/ 231610 h 1303084"/>
              <a:gd name="connsiteX3" fmla="*/ 231610 w 750420"/>
              <a:gd name="connsiteY3" fmla="*/ 0 h 1303084"/>
              <a:gd name="connsiteX4" fmla="*/ 750420 w 750420"/>
              <a:gd name="connsiteY4" fmla="*/ 0 h 1303084"/>
            </a:gdLst>
            <a:rect l="l" t="t" r="r" b="b"/>
            <a:pathLst>
              <a:path w="750420" h="1303084">
                <a:moveTo>
                  <a:pt x="750420" y="1303084"/>
                </a:moveTo>
                <a:lnTo>
                  <a:pt x="0" y="1303084"/>
                </a:lnTo>
                <a:lnTo>
                  <a:pt x="0" y="231610"/>
                </a:lnTo>
                <a:cubicBezTo>
                  <a:pt x="0" y="103695"/>
                  <a:pt x="103695" y="0"/>
                  <a:pt x="231610" y="0"/>
                </a:cubicBezTo>
                <a:lnTo>
                  <a:pt x="750420" y="0"/>
                </a:lnTo>
              </a:path>
            </a:pathLst>
          </a:cu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20" name="Textfeld 19">
            <a:extLst xmlns:a="http://schemas.openxmlformats.org/drawingml/2006/main">
              <a:ext uri="{FF2B5EF4-FFF2-40B4-BE49-F238E27FC236}">
                <a16:creationId xmlns:a16="http://schemas.microsoft.com/office/drawing/2014/main" id="{D0E0444C-F40A-7EB0-309E-0CCEFC81F3EC}"/>
              </a:ext>
            </a:extLst>
          </p:cNvPr>
          <p:cNvSpPr>
            <a:spLocks xmlns:a="http://schemas.openxmlformats.org/drawingml/2006/main" noGrp="1"/>
          </p:cNvSpPr>
          <p:nvPr/>
        </p:nvSpPr>
        <p:spPr>
          <a:xfrm xmlns:a="http://schemas.openxmlformats.org/drawingml/2006/main" rot="0" flipH="0" flipV="0">
            <a:off x="11711176" y="2780928"/>
            <a:ext cx="480824" cy="694979"/>
          </a:xfrm>
          <a:custGeom xmlns:a="http://schemas.openxmlformats.org/drawingml/2006/main">
            <a:gdLst>
              <a:gd name="connsiteX0" fmla="*/ 123526 w 480824"/>
              <a:gd name="connsiteY0" fmla="*/ 0 h 694979"/>
              <a:gd name="connsiteX1" fmla="*/ 480824 w 480824"/>
              <a:gd name="connsiteY1" fmla="*/ 0 h 694979"/>
              <a:gd name="connsiteX2" fmla="*/ 480824 w 480824"/>
              <a:gd name="connsiteY2" fmla="*/ 694979 h 694979"/>
              <a:gd name="connsiteX3" fmla="*/ 0 w 480824"/>
              <a:gd name="connsiteY3" fmla="*/ 694979 h 694979"/>
              <a:gd name="connsiteX4" fmla="*/ 0 w 480824"/>
              <a:gd name="connsiteY4" fmla="*/ 123526 h 694979"/>
              <a:gd name="connsiteX5" fmla="*/ 123526 w 480824"/>
              <a:gd name="connsiteY5" fmla="*/ 0 h 694979"/>
              <a:gd name="connsiteX0" fmla="*/ 123526 w 480824"/>
              <a:gd name="connsiteY0" fmla="*/ 0 h 694979"/>
              <a:gd name="connsiteX1" fmla="*/ 480824 w 480824"/>
              <a:gd name="connsiteY1" fmla="*/ 0 h 694979"/>
              <a:gd name="connsiteX2" fmla="*/ 471299 w 480824"/>
              <a:gd name="connsiteY2" fmla="*/ 384423 h 694979"/>
              <a:gd name="connsiteX3" fmla="*/ 480824 w 480824"/>
              <a:gd name="connsiteY3" fmla="*/ 694979 h 694979"/>
              <a:gd name="connsiteX4" fmla="*/ 0 w 480824"/>
              <a:gd name="connsiteY4" fmla="*/ 694979 h 694979"/>
              <a:gd name="connsiteX5" fmla="*/ 0 w 480824"/>
              <a:gd name="connsiteY5" fmla="*/ 123526 h 694979"/>
              <a:gd name="connsiteX6" fmla="*/ 123526 w 480824"/>
              <a:gd name="connsiteY6" fmla="*/ 0 h 694979"/>
              <a:gd name="connsiteX0" fmla="*/ 471299 w 562739"/>
              <a:gd name="connsiteY0" fmla="*/ 384423 h 694979"/>
              <a:gd name="connsiteX1" fmla="*/ 480824 w 562739"/>
              <a:gd name="connsiteY1" fmla="*/ 694979 h 694979"/>
              <a:gd name="connsiteX2" fmla="*/ 0 w 562739"/>
              <a:gd name="connsiteY2" fmla="*/ 694979 h 694979"/>
              <a:gd name="connsiteX3" fmla="*/ 0 w 562739"/>
              <a:gd name="connsiteY3" fmla="*/ 123526 h 694979"/>
              <a:gd name="connsiteX4" fmla="*/ 123526 w 562739"/>
              <a:gd name="connsiteY4" fmla="*/ 0 h 694979"/>
              <a:gd name="connsiteX5" fmla="*/ 480824 w 562739"/>
              <a:gd name="connsiteY5" fmla="*/ 0 h 694979"/>
              <a:gd name="connsiteX6" fmla="*/ 562739 w 562739"/>
              <a:gd name="connsiteY6" fmla="*/ 475863 h 694979"/>
              <a:gd name="connsiteX0" fmla="*/ 471299 w 480824"/>
              <a:gd name="connsiteY0" fmla="*/ 384423 h 694979"/>
              <a:gd name="connsiteX1" fmla="*/ 480824 w 480824"/>
              <a:gd name="connsiteY1" fmla="*/ 694979 h 694979"/>
              <a:gd name="connsiteX2" fmla="*/ 0 w 480824"/>
              <a:gd name="connsiteY2" fmla="*/ 694979 h 694979"/>
              <a:gd name="connsiteX3" fmla="*/ 0 w 480824"/>
              <a:gd name="connsiteY3" fmla="*/ 123526 h 694979"/>
              <a:gd name="connsiteX4" fmla="*/ 123526 w 480824"/>
              <a:gd name="connsiteY4" fmla="*/ 0 h 694979"/>
              <a:gd name="connsiteX5" fmla="*/ 480824 w 480824"/>
              <a:gd name="connsiteY5" fmla="*/ 0 h 694979"/>
              <a:gd name="connsiteX0" fmla="*/ 480824 w 480824"/>
              <a:gd name="connsiteY0" fmla="*/ 694979 h 694979"/>
              <a:gd name="connsiteX1" fmla="*/ 0 w 480824"/>
              <a:gd name="connsiteY1" fmla="*/ 694979 h 694979"/>
              <a:gd name="connsiteX2" fmla="*/ 0 w 480824"/>
              <a:gd name="connsiteY2" fmla="*/ 123526 h 694979"/>
              <a:gd name="connsiteX3" fmla="*/ 123526 w 480824"/>
              <a:gd name="connsiteY3" fmla="*/ 0 h 694979"/>
              <a:gd name="connsiteX4" fmla="*/ 480824 w 480824"/>
              <a:gd name="connsiteY4" fmla="*/ 0 h 694979"/>
            </a:gdLst>
            <a:rect l="l" t="t" r="r" b="b"/>
            <a:pathLst>
              <a:path w="480824" h="694979">
                <a:moveTo>
                  <a:pt x="480824" y="694979"/>
                </a:moveTo>
                <a:lnTo>
                  <a:pt x="0" y="694979"/>
                </a:lnTo>
                <a:lnTo>
                  <a:pt x="0" y="123526"/>
                </a:lnTo>
                <a:cubicBezTo>
                  <a:pt x="0" y="55304"/>
                  <a:pt x="55304" y="0"/>
                  <a:pt x="123526" y="0"/>
                </a:cubicBezTo>
                <a:lnTo>
                  <a:pt x="480824" y="0"/>
                </a:lnTo>
              </a:path>
            </a:pathLst>
          </a:cu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5" name="Titel 7">
            <a:extLst xmlns:a="http://schemas.openxmlformats.org/drawingml/2006/main">
              <a:ext uri="{FF2B5EF4-FFF2-40B4-BE49-F238E27FC236}">
                <a16:creationId xmlns:a16="http://schemas.microsoft.com/office/drawing/2014/main" id="{847738F1-D143-13CF-D60B-0B8ACCCE7F69}"/>
              </a:ext>
            </a:extLst>
          </p:cNvPr>
          <p:cNvSpPr>
            <a:spLocks xmlns:a="http://schemas.openxmlformats.org/drawingml/2006/main" noGrp="1"/>
          </p:cNvSpPr>
          <p:nvPr>
            <p:ph type="title" idx="0" hasCustomPrompt="1"/>
          </p:nvPr>
        </p:nvSpPr>
        <p:spPr>
          <a:xfrm xmlns:a="http://schemas.openxmlformats.org/drawingml/2006/main">
            <a:off x="695325" y="260351"/>
            <a:ext cx="9361488" cy="6048374"/>
          </a:xfrm>
        </p:spPr>
        <p:txBody>
          <a:bodyPr xmlns:a="http://schemas.openxmlformats.org/drawingml/2006/main" anchor="ctr"/>
          <a:lstStyle xmlns:a="http://schemas.openxmlformats.org/drawingml/2006/main">
            <a:lvl1pPr algn="ctr">
              <a:buNone/>
              <a:defRPr sz="6000">
                <a:solidFill>
                  <a:schemeClr val="bg2"/>
                </a:solidFill>
              </a:defRPr>
            </a:lvl1pPr>
          </a:lstStyle>
          <a:p xmlns:a="http://schemas.openxmlformats.org/drawingml/2006/main">
            <a:r>
              <a:t>Statement einfügen</a:t>
            </a:r>
          </a:p>
        </p:txBody>
      </p:sp>
      <p:sp>
        <p:nvSpPr>
          <p:cNvPr id="8" name="Datumsplatzhalter 7">
            <a:extLst xmlns:a="http://schemas.openxmlformats.org/drawingml/2006/main">
              <a:ext uri="{FF2B5EF4-FFF2-40B4-BE49-F238E27FC236}">
                <a16:creationId xmlns:a16="http://schemas.microsoft.com/office/drawing/2014/main" id="{D098A4F3-61EF-970B-59E1-2B494AE2B4B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Intern, TT.MM.JJJJ</a:t>
            </a:r>
            <a:endParaRPr sz="800"/>
          </a:p>
        </p:txBody>
      </p:sp>
      <p:sp>
        <p:nvSpPr>
          <p:cNvPr id="11" name="Foliennummernplatzhalter 10">
            <a:extLst xmlns:a="http://schemas.openxmlformats.org/drawingml/2006/main">
              <a:ext uri="{FF2B5EF4-FFF2-40B4-BE49-F238E27FC236}">
                <a16:creationId xmlns:a16="http://schemas.microsoft.com/office/drawing/2014/main" id="{0748C423-7A50-DF31-5645-71B9EB73AEE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Seite </a:t>
            </a:r>
            <a:fld id="{DC907883-A228-4E41-A7BF-33DDF6A01B2A}" type="slidenum">
              <a:t>‹Nr.›</a:t>
            </a:fld>
            <a:endParaRPr/>
          </a:p>
        </p:txBody>
      </p:sp>
    </p:spTree>
  </p:cSld>
</p:sldLayout>
</file>

<file path=ppt/slideLayouts/slideLayout29.xml><?xml version="1.0" encoding="utf-8"?>
<p:sldLayout xmlns:p="http://schemas.openxmlformats.org/presentationml/2006/main" preserve="1" userDrawn="1">
  <p:cSld name="Statement  2">
    <p:spTree>
      <p:nvGrpSpPr>
        <p:cNvPr id="1" name=""/>
        <p:cNvGrpSpPr/>
        <p:nvPr/>
      </p:nvGrpSpPr>
      <p:grpSpPr>
        <a:xfrm xmlns:a="http://schemas.openxmlformats.org/drawingml/2006/main"/>
      </p:grpSpPr>
      <p:sp>
        <p:nvSpPr>
          <p:cNvPr id="6" name="Rote Fläche">
            <a:extLst xmlns:a="http://schemas.openxmlformats.org/drawingml/2006/main">
              <a:ext uri="{FF2B5EF4-FFF2-40B4-BE49-F238E27FC236}">
                <a16:creationId xmlns:a16="http://schemas.microsoft.com/office/drawing/2014/main" id="{04FE0025-EB75-860E-EBF6-3F837DB5B118}"/>
              </a:ext>
            </a:extLst>
          </p:cNvPr>
          <p:cNvSpPr>
            <a:spLocks xmlns:a="http://schemas.openxmlformats.org/drawingml/2006/main" noGrp="1"/>
          </p:cNvSpPr>
          <p:nvPr/>
        </p:nvSpPr>
        <p:spPr>
          <a:xfrm xmlns:a="http://schemas.openxmlformats.org/drawingml/2006/main">
            <a:off x="0" y="260349"/>
            <a:ext cx="10991851" cy="6048377"/>
          </a:xfrm>
          <a:custGeom xmlns:a="http://schemas.openxmlformats.org/drawingml/2006/main">
            <a:gdLst>
              <a:gd name="connsiteX0" fmla="*/ 0 w 10991851"/>
              <a:gd name="connsiteY0" fmla="*/ 0 h 6048377"/>
              <a:gd name="connsiteX1" fmla="*/ 10115563 w 10991851"/>
              <a:gd name="connsiteY1" fmla="*/ 0 h 6048377"/>
              <a:gd name="connsiteX2" fmla="*/ 10991851 w 10991851"/>
              <a:gd name="connsiteY2" fmla="*/ 876289 h 6048377"/>
              <a:gd name="connsiteX3" fmla="*/ 10991851 w 10991851"/>
              <a:gd name="connsiteY3" fmla="*/ 5172088 h 6048377"/>
              <a:gd name="connsiteX4" fmla="*/ 10115563 w 10991851"/>
              <a:gd name="connsiteY4" fmla="*/ 6048377 h 6048377"/>
              <a:gd name="connsiteX5" fmla="*/ 0 w 10991851"/>
              <a:gd name="connsiteY5" fmla="*/ 6048377 h 6048377"/>
              <a:gd name="connsiteX0" fmla="*/ 25400 w 11017251"/>
              <a:gd name="connsiteY0" fmla="*/ 0 h 6048377"/>
              <a:gd name="connsiteX1" fmla="*/ 10140963 w 11017251"/>
              <a:gd name="connsiteY1" fmla="*/ 0 h 6048377"/>
              <a:gd name="connsiteX2" fmla="*/ 11017251 w 11017251"/>
              <a:gd name="connsiteY2" fmla="*/ 876289 h 6048377"/>
              <a:gd name="connsiteX3" fmla="*/ 11017251 w 11017251"/>
              <a:gd name="connsiteY3" fmla="*/ 5172088 h 6048377"/>
              <a:gd name="connsiteX4" fmla="*/ 10140963 w 11017251"/>
              <a:gd name="connsiteY4" fmla="*/ 6048377 h 6048377"/>
              <a:gd name="connsiteX5" fmla="*/ 25400 w 11017251"/>
              <a:gd name="connsiteY5" fmla="*/ 6048377 h 6048377"/>
              <a:gd name="connsiteX6" fmla="*/ 0 w 11017251"/>
              <a:gd name="connsiteY6" fmla="*/ 2762251 h 6048377"/>
              <a:gd name="connsiteX7" fmla="*/ 25400 w 11017251"/>
              <a:gd name="connsiteY7" fmla="*/ 0 h 6048377"/>
              <a:gd name="connsiteX0" fmla="*/ 0 w 11017251"/>
              <a:gd name="connsiteY0" fmla="*/ 2762251 h 6048377"/>
              <a:gd name="connsiteX1" fmla="*/ 25400 w 11017251"/>
              <a:gd name="connsiteY1" fmla="*/ 0 h 6048377"/>
              <a:gd name="connsiteX2" fmla="*/ 10140963 w 11017251"/>
              <a:gd name="connsiteY2" fmla="*/ 0 h 6048377"/>
              <a:gd name="connsiteX3" fmla="*/ 11017251 w 11017251"/>
              <a:gd name="connsiteY3" fmla="*/ 876289 h 6048377"/>
              <a:gd name="connsiteX4" fmla="*/ 11017251 w 11017251"/>
              <a:gd name="connsiteY4" fmla="*/ 5172088 h 6048377"/>
              <a:gd name="connsiteX5" fmla="*/ 10140963 w 11017251"/>
              <a:gd name="connsiteY5" fmla="*/ 6048377 h 6048377"/>
              <a:gd name="connsiteX6" fmla="*/ 25400 w 11017251"/>
              <a:gd name="connsiteY6" fmla="*/ 6048377 h 6048377"/>
              <a:gd name="connsiteX7" fmla="*/ 91440 w 11017251"/>
              <a:gd name="connsiteY7" fmla="*/ 2853691 h 6048377"/>
              <a:gd name="connsiteX0" fmla="*/ 0 w 11017251"/>
              <a:gd name="connsiteY0" fmla="*/ 2762251 h 6048377"/>
              <a:gd name="connsiteX1" fmla="*/ 25400 w 11017251"/>
              <a:gd name="connsiteY1" fmla="*/ 0 h 6048377"/>
              <a:gd name="connsiteX2" fmla="*/ 10140963 w 11017251"/>
              <a:gd name="connsiteY2" fmla="*/ 0 h 6048377"/>
              <a:gd name="connsiteX3" fmla="*/ 11017251 w 11017251"/>
              <a:gd name="connsiteY3" fmla="*/ 876289 h 6048377"/>
              <a:gd name="connsiteX4" fmla="*/ 11017251 w 11017251"/>
              <a:gd name="connsiteY4" fmla="*/ 5172088 h 6048377"/>
              <a:gd name="connsiteX5" fmla="*/ 10140963 w 11017251"/>
              <a:gd name="connsiteY5" fmla="*/ 6048377 h 6048377"/>
              <a:gd name="connsiteX6" fmla="*/ 25400 w 11017251"/>
              <a:gd name="connsiteY6" fmla="*/ 6048377 h 6048377"/>
              <a:gd name="connsiteX0" fmla="*/ 0 w 10991851"/>
              <a:gd name="connsiteY0" fmla="*/ 0 h 6048377"/>
              <a:gd name="connsiteX1" fmla="*/ 10115563 w 10991851"/>
              <a:gd name="connsiteY1" fmla="*/ 0 h 6048377"/>
              <a:gd name="connsiteX2" fmla="*/ 10991851 w 10991851"/>
              <a:gd name="connsiteY2" fmla="*/ 876289 h 6048377"/>
              <a:gd name="connsiteX3" fmla="*/ 10991851 w 10991851"/>
              <a:gd name="connsiteY3" fmla="*/ 5172088 h 6048377"/>
              <a:gd name="connsiteX4" fmla="*/ 10115563 w 10991851"/>
              <a:gd name="connsiteY4" fmla="*/ 6048377 h 6048377"/>
              <a:gd name="connsiteX5" fmla="*/ 0 w 10991851"/>
              <a:gd name="connsiteY5" fmla="*/ 6048377 h 6048377"/>
            </a:gdLst>
            <a:rect l="l" t="t" r="r" b="b"/>
            <a:pathLst>
              <a:path w="10991851" h="6048377">
                <a:moveTo>
                  <a:pt x="0" y="0"/>
                </a:moveTo>
                <a:lnTo>
                  <a:pt x="10115563" y="0"/>
                </a:lnTo>
                <a:cubicBezTo>
                  <a:pt x="10599523" y="0"/>
                  <a:pt x="10991851" y="392328"/>
                  <a:pt x="10991851" y="876289"/>
                </a:cubicBezTo>
                <a:lnTo>
                  <a:pt x="10991851" y="5172088"/>
                </a:lnTo>
                <a:cubicBezTo>
                  <a:pt x="10991851" y="5656049"/>
                  <a:pt x="10599523" y="6048377"/>
                  <a:pt x="10115563" y="6048377"/>
                </a:cubicBezTo>
                <a:lnTo>
                  <a:pt x="0" y="6048377"/>
                </a:lnTo>
              </a:path>
            </a:pathLst>
          </a:custGeom>
          <a:gradFill xmlns:a="http://schemas.openxmlformats.org/drawingml/2006/main">
            <a:gsLst>
              <a:gs pos="63000">
                <a:schemeClr val="bg2"/>
              </a:gs>
              <a:gs pos="0">
                <a:srgbClr val="9B348E">
                  <a:alpha val="83000"/>
                </a:srgbClr>
              </a:gs>
              <a:gs pos="33000">
                <a:schemeClr val="bg2">
                  <a:alpha val="94000"/>
                </a:schemeClr>
              </a:gs>
            </a:gsLst>
            <a:lin ang="13200000" scaled="0"/>
          </a:gradFill>
          <a:ln xmlns:a="http://schemas.openxmlformats.org/drawingml/2006/main" w="12700">
            <a:noFill/>
          </a:ln>
        </p:spPr>
        <p:txBody>
          <a:bodyPr xmlns:a="http://schemas.openxmlformats.org/drawingml/2006/main" vert="horz" wrap="square" lIns="720000" tIns="0" rIns="936000" bIns="36000" anchor="ctr">
            <a:noAutofit/>
          </a:bodyPr>
          <a:lstStyle xmlns:a="http://schemas.openxmlformats.org/drawingml/2006/main">
            <a:lvl1pPr marL="0" algn="ctr" defTabSz="914115">
              <a:lnSpc>
                <a:spcPct val="95000"/>
              </a:lnSpc>
              <a:spcBef>
                <a:spcPct val="0"/>
              </a:spcBef>
              <a:buNone/>
              <a:defRPr sz="6000" b="0" kern="1200">
                <a:solidFill>
                  <a:schemeClr val="bg1"/>
                </a:solidFill>
                <a:latin typeface="+mj-lt"/>
                <a:ea typeface="+mj-lt"/>
                <a:cs typeface="+mj-lt"/>
              </a:defRPr>
            </a:lvl1pPr>
          </a:lstStyle>
          <a:p xmlns:a="http://schemas.openxmlformats.org/drawingml/2006/main">
            <a:endParaRPr/>
          </a:p>
        </p:txBody>
      </p:sp>
      <p:sp>
        <p:nvSpPr>
          <p:cNvPr id="7" name="Titel 13">
            <a:extLst xmlns:a="http://schemas.openxmlformats.org/drawingml/2006/main">
              <a:ext uri="{FF2B5EF4-FFF2-40B4-BE49-F238E27FC236}">
                <a16:creationId xmlns:a16="http://schemas.microsoft.com/office/drawing/2014/main" id="{43602674-D216-5BEB-472A-160127167D0A}"/>
              </a:ext>
            </a:extLst>
          </p:cNvPr>
          <p:cNvSpPr>
            <a:spLocks xmlns:a="http://schemas.openxmlformats.org/drawingml/2006/main" noGrp="1"/>
          </p:cNvSpPr>
          <p:nvPr/>
        </p:nvSpPr>
        <p:spPr>
          <a:xfrm xmlns:a="http://schemas.openxmlformats.org/drawingml/2006/main" rot="0" flipH="0" flipV="0">
            <a:off x="10812524" y="4714534"/>
            <a:ext cx="753840" cy="728733"/>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22" name="Textfeld 21">
            <a:extLst xmlns:a="http://schemas.openxmlformats.org/drawingml/2006/main">
              <a:ext uri="{FF2B5EF4-FFF2-40B4-BE49-F238E27FC236}">
                <a16:creationId xmlns:a16="http://schemas.microsoft.com/office/drawing/2014/main" id="{BCD6175C-90DC-79FF-E3A6-79F38891EFEC}"/>
              </a:ext>
            </a:extLst>
          </p:cNvPr>
          <p:cNvSpPr>
            <a:spLocks xmlns:a="http://schemas.openxmlformats.org/drawingml/2006/main" noGrp="1"/>
          </p:cNvSpPr>
          <p:nvPr/>
        </p:nvSpPr>
        <p:spPr>
          <a:xfrm xmlns:a="http://schemas.openxmlformats.org/drawingml/2006/main" rot="0" flipH="0" flipV="0">
            <a:off x="11826688" y="4546585"/>
            <a:ext cx="365313" cy="1834743"/>
          </a:xfrm>
          <a:custGeom xmlns:a="http://schemas.openxmlformats.org/drawingml/2006/main">
            <a:gdLst>
              <a:gd name="connsiteX0" fmla="*/ 326107 w 365313"/>
              <a:gd name="connsiteY0" fmla="*/ 0 h 1834743"/>
              <a:gd name="connsiteX1" fmla="*/ 365313 w 365313"/>
              <a:gd name="connsiteY1" fmla="*/ 0 h 1834743"/>
              <a:gd name="connsiteX2" fmla="*/ 365313 w 365313"/>
              <a:gd name="connsiteY2" fmla="*/ 1834743 h 1834743"/>
              <a:gd name="connsiteX3" fmla="*/ 0 w 365313"/>
              <a:gd name="connsiteY3" fmla="*/ 1834743 h 1834743"/>
              <a:gd name="connsiteX4" fmla="*/ 0 w 365313"/>
              <a:gd name="connsiteY4" fmla="*/ 326107 h 1834743"/>
              <a:gd name="connsiteX5" fmla="*/ 326107 w 365313"/>
              <a:gd name="connsiteY5" fmla="*/ 0 h 1834743"/>
              <a:gd name="connsiteX0" fmla="*/ 326107 w 384362"/>
              <a:gd name="connsiteY0" fmla="*/ 0 h 1834743"/>
              <a:gd name="connsiteX1" fmla="*/ 365313 w 384362"/>
              <a:gd name="connsiteY1" fmla="*/ 0 h 1834743"/>
              <a:gd name="connsiteX2" fmla="*/ 384362 w 384362"/>
              <a:gd name="connsiteY2" fmla="*/ 1238141 h 1834743"/>
              <a:gd name="connsiteX3" fmla="*/ 365313 w 384362"/>
              <a:gd name="connsiteY3" fmla="*/ 1834743 h 1834743"/>
              <a:gd name="connsiteX4" fmla="*/ 0 w 384362"/>
              <a:gd name="connsiteY4" fmla="*/ 1834743 h 1834743"/>
              <a:gd name="connsiteX5" fmla="*/ 0 w 384362"/>
              <a:gd name="connsiteY5" fmla="*/ 326107 h 1834743"/>
              <a:gd name="connsiteX6" fmla="*/ 326107 w 384362"/>
              <a:gd name="connsiteY6" fmla="*/ 0 h 1834743"/>
              <a:gd name="connsiteX0" fmla="*/ 384362 w 475802"/>
              <a:gd name="connsiteY0" fmla="*/ 1238141 h 1834743"/>
              <a:gd name="connsiteX1" fmla="*/ 365313 w 475802"/>
              <a:gd name="connsiteY1" fmla="*/ 1834743 h 1834743"/>
              <a:gd name="connsiteX2" fmla="*/ 0 w 475802"/>
              <a:gd name="connsiteY2" fmla="*/ 1834743 h 1834743"/>
              <a:gd name="connsiteX3" fmla="*/ 0 w 475802"/>
              <a:gd name="connsiteY3" fmla="*/ 326107 h 1834743"/>
              <a:gd name="connsiteX4" fmla="*/ 326107 w 475802"/>
              <a:gd name="connsiteY4" fmla="*/ 0 h 1834743"/>
              <a:gd name="connsiteX5" fmla="*/ 365313 w 475802"/>
              <a:gd name="connsiteY5" fmla="*/ 0 h 1834743"/>
              <a:gd name="connsiteX6" fmla="*/ 475802 w 475802"/>
              <a:gd name="connsiteY6" fmla="*/ 1329581 h 1834743"/>
              <a:gd name="connsiteX0" fmla="*/ 384362 w 384362"/>
              <a:gd name="connsiteY0" fmla="*/ 1238141 h 1834743"/>
              <a:gd name="connsiteX1" fmla="*/ 365313 w 384362"/>
              <a:gd name="connsiteY1" fmla="*/ 1834743 h 1834743"/>
              <a:gd name="connsiteX2" fmla="*/ 0 w 384362"/>
              <a:gd name="connsiteY2" fmla="*/ 1834743 h 1834743"/>
              <a:gd name="connsiteX3" fmla="*/ 0 w 384362"/>
              <a:gd name="connsiteY3" fmla="*/ 326107 h 1834743"/>
              <a:gd name="connsiteX4" fmla="*/ 326107 w 384362"/>
              <a:gd name="connsiteY4" fmla="*/ 0 h 1834743"/>
              <a:gd name="connsiteX5" fmla="*/ 365313 w 384362"/>
              <a:gd name="connsiteY5" fmla="*/ 0 h 1834743"/>
              <a:gd name="connsiteX0" fmla="*/ 365313 w 365313"/>
              <a:gd name="connsiteY0" fmla="*/ 1834743 h 1834743"/>
              <a:gd name="connsiteX1" fmla="*/ 0 w 365313"/>
              <a:gd name="connsiteY1" fmla="*/ 1834743 h 1834743"/>
              <a:gd name="connsiteX2" fmla="*/ 0 w 365313"/>
              <a:gd name="connsiteY2" fmla="*/ 326107 h 1834743"/>
              <a:gd name="connsiteX3" fmla="*/ 326107 w 365313"/>
              <a:gd name="connsiteY3" fmla="*/ 0 h 1834743"/>
              <a:gd name="connsiteX4" fmla="*/ 365313 w 365313"/>
              <a:gd name="connsiteY4" fmla="*/ 0 h 1834743"/>
            </a:gdLst>
            <a:rect l="l" t="t" r="r" b="b"/>
            <a:pathLst>
              <a:path w="365313" h="1834743">
                <a:moveTo>
                  <a:pt x="365313" y="1834743"/>
                </a:moveTo>
                <a:lnTo>
                  <a:pt x="0" y="1834743"/>
                </a:lnTo>
                <a:lnTo>
                  <a:pt x="0" y="326107"/>
                </a:lnTo>
                <a:cubicBezTo>
                  <a:pt x="0" y="146003"/>
                  <a:pt x="146003" y="0"/>
                  <a:pt x="326107" y="0"/>
                </a:cubicBezTo>
                <a:lnTo>
                  <a:pt x="365313" y="0"/>
                </a:lnTo>
              </a:path>
            </a:pathLst>
          </a:cu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9" name="Titel 13">
            <a:extLst xmlns:a="http://schemas.openxmlformats.org/drawingml/2006/main">
              <a:ext uri="{FF2B5EF4-FFF2-40B4-BE49-F238E27FC236}">
                <a16:creationId xmlns:a16="http://schemas.microsoft.com/office/drawing/2014/main" id="{023A5D4E-8B4C-4381-21E9-17CBD780AABE}"/>
              </a:ext>
            </a:extLst>
          </p:cNvPr>
          <p:cNvSpPr>
            <a:spLocks xmlns:a="http://schemas.openxmlformats.org/drawingml/2006/main" noGrp="1"/>
          </p:cNvSpPr>
          <p:nvPr/>
        </p:nvSpPr>
        <p:spPr>
          <a:xfrm xmlns:a="http://schemas.openxmlformats.org/drawingml/2006/main" rot="0" flipH="0" flipV="0">
            <a:off x="10812524" y="3364710"/>
            <a:ext cx="1168247" cy="1129339"/>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21" name="Textfeld 20">
            <a:extLst xmlns:a="http://schemas.openxmlformats.org/drawingml/2006/main">
              <a:ext uri="{FF2B5EF4-FFF2-40B4-BE49-F238E27FC236}">
                <a16:creationId xmlns:a16="http://schemas.microsoft.com/office/drawing/2014/main" id="{BEF17B52-D837-38F7-7434-F22FD2A9A590}"/>
              </a:ext>
            </a:extLst>
          </p:cNvPr>
          <p:cNvSpPr>
            <a:spLocks xmlns:a="http://schemas.openxmlformats.org/drawingml/2006/main" noGrp="1"/>
          </p:cNvSpPr>
          <p:nvPr/>
        </p:nvSpPr>
        <p:spPr>
          <a:xfrm xmlns:a="http://schemas.openxmlformats.org/drawingml/2006/main" rot="0" flipH="0" flipV="0">
            <a:off x="11441580" y="3698299"/>
            <a:ext cx="750420" cy="1303084"/>
          </a:xfrm>
          <a:custGeom xmlns:a="http://schemas.openxmlformats.org/drawingml/2006/main">
            <a:gdLst>
              <a:gd name="connsiteX0" fmla="*/ 231610 w 750420"/>
              <a:gd name="connsiteY0" fmla="*/ 0 h 1303084"/>
              <a:gd name="connsiteX1" fmla="*/ 750420 w 750420"/>
              <a:gd name="connsiteY1" fmla="*/ 0 h 1303084"/>
              <a:gd name="connsiteX2" fmla="*/ 750420 w 750420"/>
              <a:gd name="connsiteY2" fmla="*/ 1303084 h 1303084"/>
              <a:gd name="connsiteX3" fmla="*/ 0 w 750420"/>
              <a:gd name="connsiteY3" fmla="*/ 1303084 h 1303084"/>
              <a:gd name="connsiteX4" fmla="*/ 0 w 750420"/>
              <a:gd name="connsiteY4" fmla="*/ 231610 h 1303084"/>
              <a:gd name="connsiteX5" fmla="*/ 231610 w 750420"/>
              <a:gd name="connsiteY5" fmla="*/ 0 h 1303084"/>
              <a:gd name="connsiteX0" fmla="*/ 231610 w 750420"/>
              <a:gd name="connsiteY0" fmla="*/ 0 h 1303084"/>
              <a:gd name="connsiteX1" fmla="*/ 750420 w 750420"/>
              <a:gd name="connsiteY1" fmla="*/ 0 h 1303084"/>
              <a:gd name="connsiteX2" fmla="*/ 750420 w 750420"/>
              <a:gd name="connsiteY2" fmla="*/ 667202 h 1303084"/>
              <a:gd name="connsiteX3" fmla="*/ 750420 w 750420"/>
              <a:gd name="connsiteY3" fmla="*/ 1303084 h 1303084"/>
              <a:gd name="connsiteX4" fmla="*/ 0 w 750420"/>
              <a:gd name="connsiteY4" fmla="*/ 1303084 h 1303084"/>
              <a:gd name="connsiteX5" fmla="*/ 0 w 750420"/>
              <a:gd name="connsiteY5" fmla="*/ 231610 h 1303084"/>
              <a:gd name="connsiteX6" fmla="*/ 231610 w 750420"/>
              <a:gd name="connsiteY6" fmla="*/ 0 h 1303084"/>
              <a:gd name="connsiteX0" fmla="*/ 750420 w 841860"/>
              <a:gd name="connsiteY0" fmla="*/ 667202 h 1303084"/>
              <a:gd name="connsiteX1" fmla="*/ 750420 w 841860"/>
              <a:gd name="connsiteY1" fmla="*/ 1303084 h 1303084"/>
              <a:gd name="connsiteX2" fmla="*/ 0 w 841860"/>
              <a:gd name="connsiteY2" fmla="*/ 1303084 h 1303084"/>
              <a:gd name="connsiteX3" fmla="*/ 0 w 841860"/>
              <a:gd name="connsiteY3" fmla="*/ 231610 h 1303084"/>
              <a:gd name="connsiteX4" fmla="*/ 231610 w 841860"/>
              <a:gd name="connsiteY4" fmla="*/ 0 h 1303084"/>
              <a:gd name="connsiteX5" fmla="*/ 750420 w 841860"/>
              <a:gd name="connsiteY5" fmla="*/ 0 h 1303084"/>
              <a:gd name="connsiteX6" fmla="*/ 841860 w 841860"/>
              <a:gd name="connsiteY6" fmla="*/ 758642 h 1303084"/>
              <a:gd name="connsiteX0" fmla="*/ 750420 w 750420"/>
              <a:gd name="connsiteY0" fmla="*/ 667202 h 1303084"/>
              <a:gd name="connsiteX1" fmla="*/ 750420 w 750420"/>
              <a:gd name="connsiteY1" fmla="*/ 1303084 h 1303084"/>
              <a:gd name="connsiteX2" fmla="*/ 0 w 750420"/>
              <a:gd name="connsiteY2" fmla="*/ 1303084 h 1303084"/>
              <a:gd name="connsiteX3" fmla="*/ 0 w 750420"/>
              <a:gd name="connsiteY3" fmla="*/ 231610 h 1303084"/>
              <a:gd name="connsiteX4" fmla="*/ 231610 w 750420"/>
              <a:gd name="connsiteY4" fmla="*/ 0 h 1303084"/>
              <a:gd name="connsiteX5" fmla="*/ 750420 w 750420"/>
              <a:gd name="connsiteY5" fmla="*/ 0 h 1303084"/>
              <a:gd name="connsiteX0" fmla="*/ 750420 w 750420"/>
              <a:gd name="connsiteY0" fmla="*/ 1303084 h 1303084"/>
              <a:gd name="connsiteX1" fmla="*/ 0 w 750420"/>
              <a:gd name="connsiteY1" fmla="*/ 1303084 h 1303084"/>
              <a:gd name="connsiteX2" fmla="*/ 0 w 750420"/>
              <a:gd name="connsiteY2" fmla="*/ 231610 h 1303084"/>
              <a:gd name="connsiteX3" fmla="*/ 231610 w 750420"/>
              <a:gd name="connsiteY3" fmla="*/ 0 h 1303084"/>
              <a:gd name="connsiteX4" fmla="*/ 750420 w 750420"/>
              <a:gd name="connsiteY4" fmla="*/ 0 h 1303084"/>
            </a:gdLst>
            <a:rect l="l" t="t" r="r" b="b"/>
            <a:pathLst>
              <a:path w="750420" h="1303084">
                <a:moveTo>
                  <a:pt x="750420" y="1303084"/>
                </a:moveTo>
                <a:lnTo>
                  <a:pt x="0" y="1303084"/>
                </a:lnTo>
                <a:lnTo>
                  <a:pt x="0" y="231610"/>
                </a:lnTo>
                <a:cubicBezTo>
                  <a:pt x="0" y="103695"/>
                  <a:pt x="103695" y="0"/>
                  <a:pt x="231610" y="0"/>
                </a:cubicBezTo>
                <a:lnTo>
                  <a:pt x="750420" y="0"/>
                </a:lnTo>
              </a:path>
            </a:pathLst>
          </a:cu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20" name="Textfeld 19">
            <a:extLst xmlns:a="http://schemas.openxmlformats.org/drawingml/2006/main">
              <a:ext uri="{FF2B5EF4-FFF2-40B4-BE49-F238E27FC236}">
                <a16:creationId xmlns:a16="http://schemas.microsoft.com/office/drawing/2014/main" id="{D0E0444C-F40A-7EB0-309E-0CCEFC81F3EC}"/>
              </a:ext>
            </a:extLst>
          </p:cNvPr>
          <p:cNvSpPr>
            <a:spLocks xmlns:a="http://schemas.openxmlformats.org/drawingml/2006/main" noGrp="1"/>
          </p:cNvSpPr>
          <p:nvPr/>
        </p:nvSpPr>
        <p:spPr>
          <a:xfrm xmlns:a="http://schemas.openxmlformats.org/drawingml/2006/main" rot="0" flipH="0" flipV="0">
            <a:off x="11711176" y="2780928"/>
            <a:ext cx="480824" cy="694979"/>
          </a:xfrm>
          <a:custGeom xmlns:a="http://schemas.openxmlformats.org/drawingml/2006/main">
            <a:gdLst>
              <a:gd name="connsiteX0" fmla="*/ 123526 w 480824"/>
              <a:gd name="connsiteY0" fmla="*/ 0 h 694979"/>
              <a:gd name="connsiteX1" fmla="*/ 480824 w 480824"/>
              <a:gd name="connsiteY1" fmla="*/ 0 h 694979"/>
              <a:gd name="connsiteX2" fmla="*/ 480824 w 480824"/>
              <a:gd name="connsiteY2" fmla="*/ 694979 h 694979"/>
              <a:gd name="connsiteX3" fmla="*/ 0 w 480824"/>
              <a:gd name="connsiteY3" fmla="*/ 694979 h 694979"/>
              <a:gd name="connsiteX4" fmla="*/ 0 w 480824"/>
              <a:gd name="connsiteY4" fmla="*/ 123526 h 694979"/>
              <a:gd name="connsiteX5" fmla="*/ 123526 w 480824"/>
              <a:gd name="connsiteY5" fmla="*/ 0 h 694979"/>
              <a:gd name="connsiteX0" fmla="*/ 123526 w 480824"/>
              <a:gd name="connsiteY0" fmla="*/ 0 h 694979"/>
              <a:gd name="connsiteX1" fmla="*/ 480824 w 480824"/>
              <a:gd name="connsiteY1" fmla="*/ 0 h 694979"/>
              <a:gd name="connsiteX2" fmla="*/ 471299 w 480824"/>
              <a:gd name="connsiteY2" fmla="*/ 384423 h 694979"/>
              <a:gd name="connsiteX3" fmla="*/ 480824 w 480824"/>
              <a:gd name="connsiteY3" fmla="*/ 694979 h 694979"/>
              <a:gd name="connsiteX4" fmla="*/ 0 w 480824"/>
              <a:gd name="connsiteY4" fmla="*/ 694979 h 694979"/>
              <a:gd name="connsiteX5" fmla="*/ 0 w 480824"/>
              <a:gd name="connsiteY5" fmla="*/ 123526 h 694979"/>
              <a:gd name="connsiteX6" fmla="*/ 123526 w 480824"/>
              <a:gd name="connsiteY6" fmla="*/ 0 h 694979"/>
              <a:gd name="connsiteX0" fmla="*/ 471299 w 562739"/>
              <a:gd name="connsiteY0" fmla="*/ 384423 h 694979"/>
              <a:gd name="connsiteX1" fmla="*/ 480824 w 562739"/>
              <a:gd name="connsiteY1" fmla="*/ 694979 h 694979"/>
              <a:gd name="connsiteX2" fmla="*/ 0 w 562739"/>
              <a:gd name="connsiteY2" fmla="*/ 694979 h 694979"/>
              <a:gd name="connsiteX3" fmla="*/ 0 w 562739"/>
              <a:gd name="connsiteY3" fmla="*/ 123526 h 694979"/>
              <a:gd name="connsiteX4" fmla="*/ 123526 w 562739"/>
              <a:gd name="connsiteY4" fmla="*/ 0 h 694979"/>
              <a:gd name="connsiteX5" fmla="*/ 480824 w 562739"/>
              <a:gd name="connsiteY5" fmla="*/ 0 h 694979"/>
              <a:gd name="connsiteX6" fmla="*/ 562739 w 562739"/>
              <a:gd name="connsiteY6" fmla="*/ 475863 h 694979"/>
              <a:gd name="connsiteX0" fmla="*/ 471299 w 480824"/>
              <a:gd name="connsiteY0" fmla="*/ 384423 h 694979"/>
              <a:gd name="connsiteX1" fmla="*/ 480824 w 480824"/>
              <a:gd name="connsiteY1" fmla="*/ 694979 h 694979"/>
              <a:gd name="connsiteX2" fmla="*/ 0 w 480824"/>
              <a:gd name="connsiteY2" fmla="*/ 694979 h 694979"/>
              <a:gd name="connsiteX3" fmla="*/ 0 w 480824"/>
              <a:gd name="connsiteY3" fmla="*/ 123526 h 694979"/>
              <a:gd name="connsiteX4" fmla="*/ 123526 w 480824"/>
              <a:gd name="connsiteY4" fmla="*/ 0 h 694979"/>
              <a:gd name="connsiteX5" fmla="*/ 480824 w 480824"/>
              <a:gd name="connsiteY5" fmla="*/ 0 h 694979"/>
              <a:gd name="connsiteX0" fmla="*/ 480824 w 480824"/>
              <a:gd name="connsiteY0" fmla="*/ 694979 h 694979"/>
              <a:gd name="connsiteX1" fmla="*/ 0 w 480824"/>
              <a:gd name="connsiteY1" fmla="*/ 694979 h 694979"/>
              <a:gd name="connsiteX2" fmla="*/ 0 w 480824"/>
              <a:gd name="connsiteY2" fmla="*/ 123526 h 694979"/>
              <a:gd name="connsiteX3" fmla="*/ 123526 w 480824"/>
              <a:gd name="connsiteY3" fmla="*/ 0 h 694979"/>
              <a:gd name="connsiteX4" fmla="*/ 480824 w 480824"/>
              <a:gd name="connsiteY4" fmla="*/ 0 h 694979"/>
            </a:gdLst>
            <a:rect l="l" t="t" r="r" b="b"/>
            <a:pathLst>
              <a:path w="480824" h="694979">
                <a:moveTo>
                  <a:pt x="480824" y="694979"/>
                </a:moveTo>
                <a:lnTo>
                  <a:pt x="0" y="694979"/>
                </a:lnTo>
                <a:lnTo>
                  <a:pt x="0" y="123526"/>
                </a:lnTo>
                <a:cubicBezTo>
                  <a:pt x="0" y="55304"/>
                  <a:pt x="55304" y="0"/>
                  <a:pt x="123526" y="0"/>
                </a:cubicBezTo>
                <a:lnTo>
                  <a:pt x="480824" y="0"/>
                </a:lnTo>
              </a:path>
            </a:pathLst>
          </a:cu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8" name="Titel 7">
            <a:extLst xmlns:a="http://schemas.openxmlformats.org/drawingml/2006/main">
              <a:ext uri="{FF2B5EF4-FFF2-40B4-BE49-F238E27FC236}">
                <a16:creationId xmlns:a16="http://schemas.microsoft.com/office/drawing/2014/main" id="{E4FE68BC-B2D7-A37C-2640-D7C74054B1D8}"/>
              </a:ext>
            </a:extLst>
          </p:cNvPr>
          <p:cNvSpPr>
            <a:spLocks xmlns:a="http://schemas.openxmlformats.org/drawingml/2006/main" noGrp="1"/>
          </p:cNvSpPr>
          <p:nvPr>
            <p:ph type="title" idx="0" hasCustomPrompt="1"/>
          </p:nvPr>
        </p:nvSpPr>
        <p:spPr>
          <a:xfrm xmlns:a="http://schemas.openxmlformats.org/drawingml/2006/main">
            <a:off x="695325" y="260351"/>
            <a:ext cx="9361488" cy="6048374"/>
          </a:xfrm>
        </p:spPr>
        <p:txBody>
          <a:bodyPr xmlns:a="http://schemas.openxmlformats.org/drawingml/2006/main" anchor="ctr"/>
          <a:lstStyle xmlns:a="http://schemas.openxmlformats.org/drawingml/2006/main">
            <a:lvl1pPr algn="ctr">
              <a:buNone/>
              <a:defRPr sz="6000">
                <a:solidFill>
                  <a:schemeClr val="bg1"/>
                </a:solidFill>
              </a:defRPr>
            </a:lvl1pPr>
          </a:lstStyle>
          <a:p xmlns:a="http://schemas.openxmlformats.org/drawingml/2006/main">
            <a:r>
              <a:t>Statement einfügen</a:t>
            </a:r>
          </a:p>
        </p:txBody>
      </p:sp>
      <p:sp>
        <p:nvSpPr>
          <p:cNvPr id="5" name="Datumsplatzhalter 4">
            <a:extLst xmlns:a="http://schemas.openxmlformats.org/drawingml/2006/main">
              <a:ext uri="{FF2B5EF4-FFF2-40B4-BE49-F238E27FC236}">
                <a16:creationId xmlns:a16="http://schemas.microsoft.com/office/drawing/2014/main" id="{AE9785CC-F141-3F73-C058-B40BF750AF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Intern, TT.MM.JJJJ</a:t>
            </a:r>
            <a:endParaRPr sz="800"/>
          </a:p>
        </p:txBody>
      </p:sp>
      <p:sp>
        <p:nvSpPr>
          <p:cNvPr id="11" name="Foliennummernplatzhalter 10">
            <a:extLst xmlns:a="http://schemas.openxmlformats.org/drawingml/2006/main">
              <a:ext uri="{FF2B5EF4-FFF2-40B4-BE49-F238E27FC236}">
                <a16:creationId xmlns:a16="http://schemas.microsoft.com/office/drawing/2014/main" id="{85123EF6-9AB3-A11C-C3B9-78A28723AAD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r>
              <a:t>Seite </a:t>
            </a:r>
            <a:fld id="{DC907883-A228-4E41-A7BF-33DDF6A01B2A}" type="slidenum">
              <a:t>‹Nr.›</a:t>
            </a:fld>
            <a:endParaRPr/>
          </a:p>
        </p:txBody>
      </p:sp>
    </p:spTree>
  </p:cSld>
</p:sldLayout>
</file>

<file path=ppt/slideLayouts/slideLayout30.xml><?xml version="1.0" encoding="utf-8"?>
<p:sldLayout xmlns:p="http://schemas.openxmlformats.org/presentationml/2006/main" preserve="1" userDrawn="1">
  <p:cSld name="Statement  auf hellem Bild">
    <p:bg>
      <p:bgPr>
        <a:solidFill xmlns:a="http://schemas.openxmlformats.org/drawingml/2006/main">
          <a:schemeClr val="bg1"/>
        </a:solidFill>
      </p:bgPr>
    </p:bg>
    <p:spTree>
      <p:nvGrpSpPr>
        <p:cNvPr id="1" name=""/>
        <p:cNvGrpSpPr/>
        <p:nvPr/>
      </p:nvGrpSpPr>
      <p:grpSpPr>
        <a:xfrm xmlns:a="http://schemas.openxmlformats.org/drawingml/2006/main"/>
      </p:grpSpPr>
      <p:sp>
        <p:nvSpPr>
          <p:cNvPr id="21" name="Rechteck 20">
            <a:extLst xmlns:a="http://schemas.openxmlformats.org/drawingml/2006/main">
              <a:ext uri="{FF2B5EF4-FFF2-40B4-BE49-F238E27FC236}">
                <a16:creationId xmlns:a16="http://schemas.microsoft.com/office/drawing/2014/main" id="{1DE718F3-BC2B-3D66-84F4-EEBDF15335A5}"/>
              </a:ext>
            </a:extLst>
          </p:cNvPr>
          <p:cNvSpPr>
            <a:spLocks xmlns:a="http://schemas.openxmlformats.org/drawingml/2006/main" noGrp="1"/>
          </p:cNvSpPr>
          <p:nvPr/>
        </p:nvSpPr>
        <p:spPr>
          <a:xfrm xmlns:a="http://schemas.openxmlformats.org/drawingml/2006/main">
            <a:off x="0" y="-12531"/>
            <a:ext cx="12192000" cy="6465719"/>
          </a:xfrm>
          <a:prstGeom xmlns:a="http://schemas.openxmlformats.org/drawingml/2006/main" prst="rect">
            <a:avLst/>
          </a:prstGeom>
          <a:solidFill xmlns:a="http://schemas.openxmlformats.org/drawingml/2006/main">
            <a:schemeClr val="tx2"/>
          </a:soli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91440" tIns="45720" rIns="91440" bIns="45720" anchor="t">
            <a:noAutofit/>
          </a:bodyPr>
          <a:lstStyle xmlns:a="http://schemas.openxmlformats.org/drawingml/2006/main"/>
          <a:p xmlns:a="http://schemas.openxmlformats.org/drawingml/2006/main">
            <a:pPr algn="l">
              <a:buClr>
                <a:schemeClr val="bg1"/>
              </a:buClr>
              <a:buNone/>
            </a:pPr>
            <a:endParaRPr>
              <a:solidFill>
                <a:schemeClr val="bg1"/>
              </a:solidFill>
            </a:endParaRPr>
          </a:p>
        </p:txBody>
      </p:sp>
      <p:sp>
        <p:nvSpPr>
          <p:cNvPr id="12" name="Hinweis">
            <a:extLst xmlns:a="http://schemas.openxmlformats.org/drawingml/2006/main">
              <a:ext uri="{FF2B5EF4-FFF2-40B4-BE49-F238E27FC236}">
                <a16:creationId xmlns:a16="http://schemas.microsoft.com/office/drawing/2014/main" id="{7600FBAE-44DE-3953-EAFA-11A7EF784BE6}"/>
              </a:ext>
            </a:extLst>
          </p:cNvPr>
          <p:cNvSpPr>
            <a:spLocks xmlns:a="http://schemas.openxmlformats.org/drawingml/2006/main" noGrp="1"/>
          </p:cNvSpPr>
          <p:nvPr/>
        </p:nvSpPr>
        <p:spPr>
          <a:xfrm xmlns:a="http://schemas.openxmlformats.org/drawingml/2006/main" rot="0" flipH="0" flipV="0">
            <a:off x="12284204" y="0"/>
            <a:ext cx="1944216" cy="3204000"/>
          </a:xfrm>
          <a:prstGeom xmlns:a="http://schemas.openxmlformats.org/drawingml/2006/main" prst="rect">
            <a:avLst/>
          </a:prstGeom>
          <a:solidFill xmlns:a="http://schemas.openxmlformats.org/drawingml/2006/main">
            <a:schemeClr val="bg1"/>
          </a:soli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bIns="108000" anchor="b">
            <a:spAutoFit/>
          </a:bodyPr>
          <a:lstStyle xmlns:a="http://schemas.openxmlformats.org/drawingml/2006/main"/>
          <a:p xmlns:a="http://schemas.openxmlformats.org/drawingml/2006/main">
            <a:pPr marL="0" marR="0" lvl="0" indent="0" algn="l" defTabSz="914115">
              <a:lnSpc>
                <a:spcPct val="110000"/>
              </a:lnSpc>
              <a:spcBef>
                <a:spcPts val="0"/>
              </a:spcBef>
              <a:spcAft>
                <a:spcPts val="600"/>
              </a:spcAft>
              <a:buClrTx/>
              <a:buSzTx/>
              <a:buFont typeface="Arial"/>
              <a:buNone/>
            </a:pPr>
            <a:r>
              <a:rPr sz="1200" b="0" i="0" u="none" cap="none">
                <a:ln>
                  <a:noFill/>
                </a:ln>
                <a:solidFill>
                  <a:srgbClr val="000000"/>
                </a:solidFill>
                <a:latin typeface="Sparkasse Head"/>
                <a:ea typeface="Sparkasse Head"/>
                <a:cs typeface="Sparkasse Head"/>
              </a:rPr>
              <a:t>Bitte beachten:</a:t>
            </a:r>
          </a:p>
          <a:p xmlns:a="http://schemas.openxmlformats.org/drawingml/2006/main">
            <a:pPr marL="0" marR="0" lvl="1" indent="0" algn="l" defTabSz="914115">
              <a:lnSpc>
                <a:spcPct val="110000"/>
              </a:lnSpc>
              <a:spcBef>
                <a:spcPts val="0"/>
              </a:spcBef>
              <a:spcAft>
                <a:spcPts val="600"/>
              </a:spcAft>
              <a:buClrTx/>
              <a:buSzTx/>
              <a:buFont typeface="Arial"/>
              <a:buNone/>
            </a:pPr>
            <a:r>
              <a:rPr sz="1100" b="0" i="0" u="none" cap="none">
                <a:ln>
                  <a:noFill/>
                </a:ln>
                <a:solidFill>
                  <a:srgbClr val="000000"/>
                </a:solidFill>
                <a:latin typeface="Sparkasse Lt"/>
                <a:ea typeface="Sparkasse Lt"/>
                <a:cs typeface="Sparkasse Lt"/>
              </a:rPr>
              <a:t>Damit der Bildplatzhalter </a:t>
            </a:r>
            <a:br/>
            <a:r>
              <a:rPr sz="1100" b="0" i="0" u="none" cap="none">
                <a:ln>
                  <a:noFill/>
                </a:ln>
                <a:solidFill>
                  <a:srgbClr val="000000"/>
                </a:solidFill>
                <a:latin typeface="Sparkasse Lt"/>
                <a:ea typeface="Sparkasse Lt"/>
                <a:cs typeface="Sparkasse Lt"/>
              </a:rPr>
              <a:t>für das Hintergrundbild einfacher </a:t>
            </a:r>
            <a:r>
              <a:rPr sz="1100" b="0" i="0" u="none" cap="none">
                <a:ln>
                  <a:noFill/>
                </a:ln>
                <a:solidFill>
                  <a:srgbClr val="000000"/>
                </a:solidFill>
                <a:latin typeface="Sparkasse Lt"/>
                <a:ea typeface="Sparkasse Lt"/>
                <a:cs typeface="Sparkasse Lt"/>
              </a:rPr>
              <a:t>mithilfe</a:t>
            </a:r>
            <a:r>
              <a:rPr sz="1100" b="0" i="0" u="none" cap="none">
                <a:ln>
                  <a:noFill/>
                </a:ln>
                <a:solidFill>
                  <a:srgbClr val="000000"/>
                </a:solidFill>
                <a:latin typeface="Sparkasse Lt"/>
                <a:ea typeface="Sparkasse Lt"/>
                <a:cs typeface="Sparkasse Lt"/>
              </a:rPr>
              <a:t> des Symbols befüllt werden kann, liegt dieser im Vordergrund der Folie. Wenn Sie das Bild eingesetzt haben, müssen Sie dieses </a:t>
            </a:r>
            <a:r>
              <a:rPr sz="1100" b="0" i="0" u="none" cap="none">
                <a:ln>
                  <a:noFill/>
                </a:ln>
                <a:solidFill>
                  <a:srgbClr val="000000"/>
                </a:solidFill>
                <a:latin typeface="+mj-lt"/>
                <a:ea typeface="+mj-lt"/>
                <a:cs typeface="+mj-lt"/>
              </a:rPr>
              <a:t>in den Hintergrund </a:t>
            </a:r>
            <a:r>
              <a:rPr sz="1100" b="0" i="0" u="none" cap="none">
                <a:ln>
                  <a:noFill/>
                </a:ln>
                <a:solidFill>
                  <a:srgbClr val="000000"/>
                </a:solidFill>
                <a:latin typeface="Sparkasse Lt"/>
                <a:ea typeface="Sparkasse Lt"/>
                <a:cs typeface="Sparkasse Lt"/>
              </a:rPr>
              <a:t>der Folie setzen, damit  die übrigen Elemente sicht- und editierbar werden. Das geht ganz einfach: Bild markieren, Menü „Start“ &gt;  „Anordnen“ &gt; „In den Hintergrund“).</a:t>
            </a:r>
          </a:p>
        </p:txBody>
      </p:sp>
      <p:pic>
        <p:nvPicPr>
          <p:cNvPr id="25" name="Grafik 12"/>
          <p:cNvPicPr>
            <a:picLocks xmlns:a="http://schemas.openxmlformats.org/drawingml/2006/main" noChangeAspect="1"/>
          </p:cNvPicPr>
          <p:nvPr/>
        </p:nvPicPr>
        <p:blipFill>
          <a:blip xmlns:r="http://schemas.openxmlformats.org/officeDocument/2006/relationships" xmlns:a="http://schemas.openxmlformats.org/drawingml/2006/main" r:embed="Rffe6fe4234dd4481"/>
          <a:stretch xmlns:a="http://schemas.openxmlformats.org/drawingml/2006/main">
            <a:fillRect l="0" t="0" r="0" b="0"/>
          </a:stretch>
        </p:blipFill>
        <p:spPr>
          <a:xfrm xmlns:a="http://schemas.openxmlformats.org/drawingml/2006/main" rot="0" flipH="0" flipV="0">
            <a:off x="12284420" y="3182801"/>
            <a:ext cx="1944000" cy="2044867"/>
          </a:xfrm>
          <a:prstGeom xmlns:a="http://schemas.openxmlformats.org/drawingml/2006/main" prst="rect">
            <a:avLst/>
          </a:prstGeom>
        </p:spPr>
      </p:pic>
      <p:sp>
        <p:nvSpPr>
          <p:cNvPr id="14" name="Rechteck 13">
            <a:extLst xmlns:a="http://schemas.openxmlformats.org/drawingml/2006/main">
              <a:ext uri="{FF2B5EF4-FFF2-40B4-BE49-F238E27FC236}">
                <a16:creationId xmlns:a16="http://schemas.microsoft.com/office/drawing/2014/main" id="{349975D1-6389-0421-C6D9-1266B5D8E04A}"/>
              </a:ext>
            </a:extLst>
          </p:cNvPr>
          <p:cNvSpPr>
            <a:spLocks xmlns:a="http://schemas.openxmlformats.org/drawingml/2006/main" noGrp="1"/>
          </p:cNvSpPr>
          <p:nvPr/>
        </p:nvSpPr>
        <p:spPr>
          <a:xfrm xmlns:a="http://schemas.openxmlformats.org/drawingml/2006/main" rot="0" flipH="0" flipV="0">
            <a:off x="12265536" y="4450561"/>
            <a:ext cx="1967368" cy="280236"/>
          </a:xfrm>
          <a:prstGeom xmlns:a="http://schemas.openxmlformats.org/drawingml/2006/main" prst="rect">
            <a:avLst/>
          </a:prstGeom>
          <a:solidFill xmlns:a="http://schemas.openxmlformats.org/drawingml/2006/main">
            <a:schemeClr val="tx2">
              <a:alpha val="0"/>
            </a:schemeClr>
          </a:solidFill>
          <a:ln xmlns:a="http://schemas.openxmlformats.org/drawingml/2006/main" w="19050">
            <a:solidFill>
              <a:schemeClr val="bg2"/>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300"/>
              </a:spcBef>
              <a:spcAft>
                <a:spcPts val="300"/>
              </a:spcAft>
              <a:buNone/>
            </a:pPr>
            <a:endParaRPr sz="2000">
              <a:solidFill>
                <a:schemeClr val="tx1"/>
              </a:solidFill>
            </a:endParaRPr>
          </a:p>
        </p:txBody>
      </p:sp>
      <p:sp>
        <p:nvSpPr>
          <p:cNvPr id="2" name="Logo">
            <a:extLst xmlns:a="http://schemas.openxmlformats.org/drawingml/2006/main">
              <a:ext uri="{FF2B5EF4-FFF2-40B4-BE49-F238E27FC236}">
                <a16:creationId xmlns:a16="http://schemas.microsoft.com/office/drawing/2014/main" id="{C4818589-17F9-2505-F64F-20EFEFB90D51}"/>
              </a:ext>
            </a:extLst>
          </p:cNvPr>
          <p:cNvSpPr>
            <a:spLocks xmlns:a="http://schemas.openxmlformats.org/drawingml/2006/main" noGrp="1"/>
          </p:cNvSpPr>
          <p:nvPr>
            <p:ph type="pic" idx="17"/>
          </p:nvPr>
        </p:nvSpPr>
        <p:spPr>
          <a:xfrm xmlns:a="http://schemas.openxmlformats.org/drawingml/2006/main">
            <a:off x="11570400" y="259200"/>
            <a:ext cx="360000" cy="360000"/>
          </a:xfrm>
          <a:prstGeom xmlns:a="http://schemas.openxmlformats.org/drawingml/2006/main" prst="rect">
            <a:avLst/>
          </a:prstGeom>
          <a:blipFill xmlns:a="http://schemas.openxmlformats.org/drawingml/2006/main">
            <a:blip xmlns:r="http://schemas.openxmlformats.org/officeDocument/2006/relationships" r:embed="Re218bb0df8ce4aa4">
              <a:extLst>
                <a:ext uri="{96DAC541-7B7A-43D3-8B79-37D633B846F1}">
                  <asvg:svgBlip xmlns:asvg="http://schemas.microsoft.com/office/drawing/2016/SVG/main" r:embed="R1e907ca6394b4767"/>
                </a:ext>
              </a:extLst>
            </a:blip>
            <a:srcRect l="0" t="0" r="0" b="0"/>
            <a:stretch>
              <a:fillRect l="0" t="-1352" r="0" b="-1352"/>
            </a:stretch>
          </a:blipFill>
        </p:spPr>
        <p:txBody>
          <a:bodyPr xmlns:a="http://schemas.openxmlformats.org/drawingml/2006/main" vert="horz" lIns="0" tIns="0" rIns="0" bIns="0">
            <a:noAutofit/>
          </a:bodyPr>
          <a:lstStyle xmlns:a="http://schemas.openxmlformats.org/drawingml/2006/main">
            <a:lvl1pPr>
              <a:buNone/>
              <a:defRPr sz="800">
                <a:noFill/>
              </a:defRPr>
            </a:lvl1pPr>
          </a:lstStyle>
          <a:p xmlns:a="http://schemas.openxmlformats.org/drawingml/2006/main">
            <a:pPr lvl="0">
              <a:buNone/>
            </a:pPr>
            <a:r>
              <a:t>Bild durch Klicken auf Symbol hinzufügen</a:t>
            </a:r>
            <a:endParaRPr/>
          </a:p>
        </p:txBody>
      </p:sp>
      <p:sp>
        <p:nvSpPr>
          <p:cNvPr id="5" name="Titel 4">
            <a:extLst xmlns:a="http://schemas.openxmlformats.org/drawingml/2006/main">
              <a:ext uri="{FF2B5EF4-FFF2-40B4-BE49-F238E27FC236}">
                <a16:creationId xmlns:a16="http://schemas.microsoft.com/office/drawing/2014/main" id="{82C4134C-2739-DEF6-7EC1-E4543514A7B5}"/>
              </a:ext>
            </a:extLst>
          </p:cNvPr>
          <p:cNvSpPr>
            <a:spLocks xmlns:a="http://schemas.openxmlformats.org/drawingml/2006/main" noGrp="1"/>
          </p:cNvSpPr>
          <p:nvPr>
            <p:ph type="title" idx="0" hasCustomPrompt="1"/>
          </p:nvPr>
        </p:nvSpPr>
        <p:spPr>
          <a:xfrm xmlns:a="http://schemas.openxmlformats.org/drawingml/2006/main">
            <a:off x="0" y="260349"/>
            <a:ext cx="10991851" cy="6048377"/>
          </a:xfrm>
          <a:custGeom xmlns:a="http://schemas.openxmlformats.org/drawingml/2006/main">
            <a:gdLst>
              <a:gd name="connsiteX0" fmla="*/ 0 w 10991851"/>
              <a:gd name="connsiteY0" fmla="*/ 0 h 6048377"/>
              <a:gd name="connsiteX1" fmla="*/ 10115563 w 10991851"/>
              <a:gd name="connsiteY1" fmla="*/ 0 h 6048377"/>
              <a:gd name="connsiteX2" fmla="*/ 10991851 w 10991851"/>
              <a:gd name="connsiteY2" fmla="*/ 876289 h 6048377"/>
              <a:gd name="connsiteX3" fmla="*/ 10991851 w 10991851"/>
              <a:gd name="connsiteY3" fmla="*/ 5172088 h 6048377"/>
              <a:gd name="connsiteX4" fmla="*/ 10115563 w 10991851"/>
              <a:gd name="connsiteY4" fmla="*/ 6048377 h 6048377"/>
              <a:gd name="connsiteX5" fmla="*/ 0 w 10991851"/>
              <a:gd name="connsiteY5" fmla="*/ 6048377 h 6048377"/>
              <a:gd name="connsiteX0" fmla="*/ 25400 w 11017251"/>
              <a:gd name="connsiteY0" fmla="*/ 0 h 6048377"/>
              <a:gd name="connsiteX1" fmla="*/ 10140963 w 11017251"/>
              <a:gd name="connsiteY1" fmla="*/ 0 h 6048377"/>
              <a:gd name="connsiteX2" fmla="*/ 11017251 w 11017251"/>
              <a:gd name="connsiteY2" fmla="*/ 876289 h 6048377"/>
              <a:gd name="connsiteX3" fmla="*/ 11017251 w 11017251"/>
              <a:gd name="connsiteY3" fmla="*/ 5172088 h 6048377"/>
              <a:gd name="connsiteX4" fmla="*/ 10140963 w 11017251"/>
              <a:gd name="connsiteY4" fmla="*/ 6048377 h 6048377"/>
              <a:gd name="connsiteX5" fmla="*/ 25400 w 11017251"/>
              <a:gd name="connsiteY5" fmla="*/ 6048377 h 6048377"/>
              <a:gd name="connsiteX6" fmla="*/ 0 w 11017251"/>
              <a:gd name="connsiteY6" fmla="*/ 2762251 h 6048377"/>
              <a:gd name="connsiteX7" fmla="*/ 25400 w 11017251"/>
              <a:gd name="connsiteY7" fmla="*/ 0 h 6048377"/>
              <a:gd name="connsiteX0" fmla="*/ 0 w 11017251"/>
              <a:gd name="connsiteY0" fmla="*/ 2762251 h 6048377"/>
              <a:gd name="connsiteX1" fmla="*/ 25400 w 11017251"/>
              <a:gd name="connsiteY1" fmla="*/ 0 h 6048377"/>
              <a:gd name="connsiteX2" fmla="*/ 10140963 w 11017251"/>
              <a:gd name="connsiteY2" fmla="*/ 0 h 6048377"/>
              <a:gd name="connsiteX3" fmla="*/ 11017251 w 11017251"/>
              <a:gd name="connsiteY3" fmla="*/ 876289 h 6048377"/>
              <a:gd name="connsiteX4" fmla="*/ 11017251 w 11017251"/>
              <a:gd name="connsiteY4" fmla="*/ 5172088 h 6048377"/>
              <a:gd name="connsiteX5" fmla="*/ 10140963 w 11017251"/>
              <a:gd name="connsiteY5" fmla="*/ 6048377 h 6048377"/>
              <a:gd name="connsiteX6" fmla="*/ 25400 w 11017251"/>
              <a:gd name="connsiteY6" fmla="*/ 6048377 h 6048377"/>
              <a:gd name="connsiteX7" fmla="*/ 91440 w 11017251"/>
              <a:gd name="connsiteY7" fmla="*/ 2853691 h 6048377"/>
              <a:gd name="connsiteX0" fmla="*/ 0 w 11017251"/>
              <a:gd name="connsiteY0" fmla="*/ 2762251 h 6048377"/>
              <a:gd name="connsiteX1" fmla="*/ 25400 w 11017251"/>
              <a:gd name="connsiteY1" fmla="*/ 0 h 6048377"/>
              <a:gd name="connsiteX2" fmla="*/ 10140963 w 11017251"/>
              <a:gd name="connsiteY2" fmla="*/ 0 h 6048377"/>
              <a:gd name="connsiteX3" fmla="*/ 11017251 w 11017251"/>
              <a:gd name="connsiteY3" fmla="*/ 876289 h 6048377"/>
              <a:gd name="connsiteX4" fmla="*/ 11017251 w 11017251"/>
              <a:gd name="connsiteY4" fmla="*/ 5172088 h 6048377"/>
              <a:gd name="connsiteX5" fmla="*/ 10140963 w 11017251"/>
              <a:gd name="connsiteY5" fmla="*/ 6048377 h 6048377"/>
              <a:gd name="connsiteX6" fmla="*/ 25400 w 11017251"/>
              <a:gd name="connsiteY6" fmla="*/ 6048377 h 6048377"/>
              <a:gd name="connsiteX0" fmla="*/ 0 w 10991851"/>
              <a:gd name="connsiteY0" fmla="*/ 0 h 6048377"/>
              <a:gd name="connsiteX1" fmla="*/ 10115563 w 10991851"/>
              <a:gd name="connsiteY1" fmla="*/ 0 h 6048377"/>
              <a:gd name="connsiteX2" fmla="*/ 10991851 w 10991851"/>
              <a:gd name="connsiteY2" fmla="*/ 876289 h 6048377"/>
              <a:gd name="connsiteX3" fmla="*/ 10991851 w 10991851"/>
              <a:gd name="connsiteY3" fmla="*/ 5172088 h 6048377"/>
              <a:gd name="connsiteX4" fmla="*/ 10115563 w 10991851"/>
              <a:gd name="connsiteY4" fmla="*/ 6048377 h 6048377"/>
              <a:gd name="connsiteX5" fmla="*/ 0 w 10991851"/>
              <a:gd name="connsiteY5" fmla="*/ 6048377 h 6048377"/>
            </a:gdLst>
            <a:rect l="l" t="t" r="r" b="b"/>
            <a:pathLst>
              <a:path w="10991851" h="6048377">
                <a:moveTo>
                  <a:pt x="0" y="0"/>
                </a:moveTo>
                <a:lnTo>
                  <a:pt x="10115563" y="0"/>
                </a:lnTo>
                <a:cubicBezTo>
                  <a:pt x="10599523" y="0"/>
                  <a:pt x="10991851" y="392328"/>
                  <a:pt x="10991851" y="876289"/>
                </a:cubicBezTo>
                <a:lnTo>
                  <a:pt x="10991851" y="5172088"/>
                </a:lnTo>
                <a:cubicBezTo>
                  <a:pt x="10991851" y="5656049"/>
                  <a:pt x="10599523" y="6048377"/>
                  <a:pt x="10115563" y="6048377"/>
                </a:cubicBezTo>
                <a:lnTo>
                  <a:pt x="0" y="6048377"/>
                </a:lnTo>
              </a:path>
            </a:pathLst>
          </a:custGeom>
          <a:noFill xmlns:a="http://schemas.openxmlformats.org/drawingml/2006/main"/>
          <a:ln xmlns:a="http://schemas.openxmlformats.org/drawingml/2006/main" w="12700">
            <a:solidFill>
              <a:schemeClr val="bg2"/>
            </a:solidFill>
          </a:ln>
        </p:spPr>
        <p:txBody>
          <a:bodyPr xmlns:a="http://schemas.openxmlformats.org/drawingml/2006/main" wrap="square" lIns="720000" rIns="936000" anchor="ctr">
            <a:noAutofit/>
          </a:bodyPr>
          <a:lstStyle xmlns:a="http://schemas.openxmlformats.org/drawingml/2006/main">
            <a:lvl1pPr algn="ctr">
              <a:buNone/>
              <a:defRPr sz="6000">
                <a:solidFill>
                  <a:schemeClr val="bg2"/>
                </a:solidFill>
              </a:defRPr>
            </a:lvl1pPr>
          </a:lstStyle>
          <a:p xmlns:a="http://schemas.openxmlformats.org/drawingml/2006/main">
            <a:r>
              <a:t>Statement einfügen</a:t>
            </a:r>
          </a:p>
        </p:txBody>
      </p:sp>
      <p:sp>
        <p:nvSpPr>
          <p:cNvPr id="6" name="Bildplatzhalter 5">
            <a:extLst xmlns:a="http://schemas.openxmlformats.org/drawingml/2006/main">
              <a:ext uri="{FF2B5EF4-FFF2-40B4-BE49-F238E27FC236}">
                <a16:creationId xmlns:a16="http://schemas.microsoft.com/office/drawing/2014/main" id="{FCCDABC7-F273-0412-74CC-662E566E1ED9}"/>
              </a:ext>
            </a:extLst>
          </p:cNvPr>
          <p:cNvSpPr>
            <a:spLocks xmlns:a="http://schemas.openxmlformats.org/drawingml/2006/main" noGrp="1"/>
          </p:cNvSpPr>
          <p:nvPr>
            <p:ph type="pic" idx="26"/>
          </p:nvPr>
        </p:nvSpPr>
        <p:spPr>
          <a:xfrm xmlns:a="http://schemas.openxmlformats.org/drawingml/2006/main">
            <a:off x="0" y="0"/>
            <a:ext cx="12192000" cy="6453188"/>
          </a:xfrm>
        </p:spPr>
        <p:txBody>
          <a:bodyPr xmlns:a="http://schemas.openxmlformats.org/drawingml/2006/main"/>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18" name="Datumsplatzhalter 17">
            <a:extLst xmlns:a="http://schemas.openxmlformats.org/drawingml/2006/main">
              <a:ext uri="{FF2B5EF4-FFF2-40B4-BE49-F238E27FC236}">
                <a16:creationId xmlns:a16="http://schemas.microsoft.com/office/drawing/2014/main" id="{77530B96-3718-8E95-6A21-FBBF1F1F2AF0}"/>
              </a:ext>
            </a:extLst>
          </p:cNvPr>
          <p:cNvSpPr>
            <a:spLocks xmlns:a="http://schemas.openxmlformats.org/drawingml/2006/main" noGrp="1"/>
          </p:cNvSpPr>
          <p:nvPr>
            <p:ph type="dt" idx="27"/>
          </p:nvPr>
        </p:nvSpPr>
        <p:spPr/>
        <p:txBody>
          <a:bodyPr xmlns:a="http://schemas.openxmlformats.org/drawingml/2006/main"/>
          <a:lstStyle xmlns:a="http://schemas.openxmlformats.org/drawingml/2006/main"/>
          <a:p xmlns:a="http://schemas.openxmlformats.org/drawingml/2006/main">
            <a:r>
              <a:t>Intern, TT.MM.JJJJ</a:t>
            </a:r>
            <a:endParaRPr sz="800"/>
          </a:p>
        </p:txBody>
      </p:sp>
      <p:sp>
        <p:nvSpPr>
          <p:cNvPr id="20" name="Foliennummernplatzhalter 19">
            <a:extLst xmlns:a="http://schemas.openxmlformats.org/drawingml/2006/main">
              <a:ext uri="{FF2B5EF4-FFF2-40B4-BE49-F238E27FC236}">
                <a16:creationId xmlns:a16="http://schemas.microsoft.com/office/drawing/2014/main" id="{D315F15D-ED48-6CD0-5E66-511C503BD963}"/>
              </a:ext>
            </a:extLst>
          </p:cNvPr>
          <p:cNvSpPr>
            <a:spLocks xmlns:a="http://schemas.openxmlformats.org/drawingml/2006/main" noGrp="1"/>
          </p:cNvSpPr>
          <p:nvPr>
            <p:ph type="sldNum" idx="29"/>
          </p:nvPr>
        </p:nvSpPr>
        <p:spPr/>
        <p:txBody>
          <a:bodyPr xmlns:a="http://schemas.openxmlformats.org/drawingml/2006/main"/>
          <a:lstStyle xmlns:a="http://schemas.openxmlformats.org/drawingml/2006/main"/>
          <a:p xmlns:a="http://schemas.openxmlformats.org/drawingml/2006/main">
            <a:r>
              <a:t>Seite </a:t>
            </a:r>
            <a:fld id="{DC907883-A228-4E41-A7BF-33DDF6A01B2A}" type="slidenum">
              <a:t>‹Nr.›</a:t>
            </a:fld>
            <a:endParaRPr/>
          </a:p>
        </p:txBody>
      </p:sp>
    </p:spTree>
  </p:cSld>
</p:sldLayout>
</file>

<file path=ppt/slideLayouts/slideLayout31.xml><?xml version="1.0" encoding="utf-8"?>
<p:sldLayout xmlns:p="http://schemas.openxmlformats.org/presentationml/2006/main" preserve="1" userDrawn="1">
  <p:cSld name="Statement  auf dunklem Bild">
    <p:bg>
      <p:bgPr>
        <a:solidFill xmlns:a="http://schemas.openxmlformats.org/drawingml/2006/main">
          <a:schemeClr val="bg1"/>
        </a:solidFill>
      </p:bgPr>
    </p:bg>
    <p:spTree>
      <p:nvGrpSpPr>
        <p:cNvPr id="1" name=""/>
        <p:cNvGrpSpPr/>
        <p:nvPr/>
      </p:nvGrpSpPr>
      <p:grpSpPr>
        <a:xfrm xmlns:a="http://schemas.openxmlformats.org/drawingml/2006/main"/>
      </p:grpSpPr>
      <p:sp>
        <p:nvSpPr>
          <p:cNvPr id="17" name="Rechteck 16">
            <a:extLst xmlns:a="http://schemas.openxmlformats.org/drawingml/2006/main">
              <a:ext uri="{FF2B5EF4-FFF2-40B4-BE49-F238E27FC236}">
                <a16:creationId xmlns:a16="http://schemas.microsoft.com/office/drawing/2014/main" id="{A8B9D0B1-243D-5BC1-631F-E116F63D3D96}"/>
              </a:ext>
            </a:extLst>
          </p:cNvPr>
          <p:cNvSpPr>
            <a:spLocks xmlns:a="http://schemas.openxmlformats.org/drawingml/2006/main" noGrp="1"/>
          </p:cNvSpPr>
          <p:nvPr/>
        </p:nvSpPr>
        <p:spPr>
          <a:xfrm xmlns:a="http://schemas.openxmlformats.org/drawingml/2006/main">
            <a:off x="0" y="-12531"/>
            <a:ext cx="12192000" cy="6465719"/>
          </a:xfrm>
          <a:prstGeom xmlns:a="http://schemas.openxmlformats.org/drawingml/2006/main" prst="rect">
            <a:avLst/>
          </a:prstGeom>
          <a:solidFill xmlns:a="http://schemas.openxmlformats.org/drawingml/2006/main">
            <a:schemeClr val="tx1"/>
          </a:soli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91440" tIns="45720" rIns="91440" bIns="45720" anchor="t">
            <a:noAutofit/>
          </a:bodyPr>
          <a:lstStyle xmlns:a="http://schemas.openxmlformats.org/drawingml/2006/main"/>
          <a:p xmlns:a="http://schemas.openxmlformats.org/drawingml/2006/main">
            <a:pPr algn="l">
              <a:buClr>
                <a:schemeClr val="bg1"/>
              </a:buClr>
              <a:buNone/>
            </a:pPr>
            <a:endParaRPr>
              <a:solidFill>
                <a:schemeClr val="bg1"/>
              </a:solidFill>
            </a:endParaRPr>
          </a:p>
        </p:txBody>
      </p:sp>
      <p:sp>
        <p:nvSpPr>
          <p:cNvPr id="9" name="Hinweis">
            <a:extLst xmlns:a="http://schemas.openxmlformats.org/drawingml/2006/main">
              <a:ext uri="{FF2B5EF4-FFF2-40B4-BE49-F238E27FC236}">
                <a16:creationId xmlns:a16="http://schemas.microsoft.com/office/drawing/2014/main" id="{C3CA9575-7493-12C3-0DB7-B8A0AA19F85C}"/>
              </a:ext>
            </a:extLst>
          </p:cNvPr>
          <p:cNvSpPr>
            <a:spLocks xmlns:a="http://schemas.openxmlformats.org/drawingml/2006/main" noGrp="1"/>
          </p:cNvSpPr>
          <p:nvPr/>
        </p:nvSpPr>
        <p:spPr>
          <a:xfrm xmlns:a="http://schemas.openxmlformats.org/drawingml/2006/main" rot="0" flipH="0" flipV="0">
            <a:off x="12284204" y="0"/>
            <a:ext cx="1944216" cy="3204000"/>
          </a:xfrm>
          <a:prstGeom xmlns:a="http://schemas.openxmlformats.org/drawingml/2006/main" prst="rect">
            <a:avLst/>
          </a:prstGeom>
          <a:solidFill xmlns:a="http://schemas.openxmlformats.org/drawingml/2006/main">
            <a:schemeClr val="bg1"/>
          </a:soli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bIns="108000" anchor="b">
            <a:spAutoFit/>
          </a:bodyPr>
          <a:lstStyle xmlns:a="http://schemas.openxmlformats.org/drawingml/2006/main"/>
          <a:p xmlns:a="http://schemas.openxmlformats.org/drawingml/2006/main">
            <a:pPr marL="0" marR="0" lvl="0" indent="0" algn="l" defTabSz="914115">
              <a:lnSpc>
                <a:spcPct val="110000"/>
              </a:lnSpc>
              <a:spcBef>
                <a:spcPts val="0"/>
              </a:spcBef>
              <a:spcAft>
                <a:spcPts val="600"/>
              </a:spcAft>
              <a:buClrTx/>
              <a:buSzTx/>
              <a:buFont typeface="Arial"/>
              <a:buNone/>
            </a:pPr>
            <a:r>
              <a:rPr sz="1200" b="0" i="0" u="none" cap="none">
                <a:ln>
                  <a:noFill/>
                </a:ln>
                <a:solidFill>
                  <a:srgbClr val="000000"/>
                </a:solidFill>
                <a:latin typeface="Sparkasse Head"/>
                <a:ea typeface="Sparkasse Head"/>
                <a:cs typeface="Sparkasse Head"/>
              </a:rPr>
              <a:t>Bitte beachten:</a:t>
            </a:r>
          </a:p>
          <a:p xmlns:a="http://schemas.openxmlformats.org/drawingml/2006/main">
            <a:pPr marL="0" marR="0" lvl="1" indent="0" algn="l" defTabSz="914115">
              <a:lnSpc>
                <a:spcPct val="110000"/>
              </a:lnSpc>
              <a:spcBef>
                <a:spcPts val="0"/>
              </a:spcBef>
              <a:spcAft>
                <a:spcPts val="600"/>
              </a:spcAft>
              <a:buClrTx/>
              <a:buSzTx/>
              <a:buFont typeface="Arial"/>
              <a:buNone/>
            </a:pPr>
            <a:r>
              <a:rPr sz="1100" b="0" i="0" u="none" cap="none">
                <a:ln>
                  <a:noFill/>
                </a:ln>
                <a:solidFill>
                  <a:srgbClr val="000000"/>
                </a:solidFill>
                <a:latin typeface="Sparkasse Lt"/>
                <a:ea typeface="Sparkasse Lt"/>
                <a:cs typeface="Sparkasse Lt"/>
              </a:rPr>
              <a:t>Damit der Bildplatzhalter </a:t>
            </a:r>
            <a:br/>
            <a:r>
              <a:rPr sz="1100" b="0" i="0" u="none" cap="none">
                <a:ln>
                  <a:noFill/>
                </a:ln>
                <a:solidFill>
                  <a:srgbClr val="000000"/>
                </a:solidFill>
                <a:latin typeface="Sparkasse Lt"/>
                <a:ea typeface="Sparkasse Lt"/>
                <a:cs typeface="Sparkasse Lt"/>
              </a:rPr>
              <a:t>für das Hintergrundbild einfacher </a:t>
            </a:r>
            <a:r>
              <a:rPr sz="1100" b="0" i="0" u="none" cap="none">
                <a:ln>
                  <a:noFill/>
                </a:ln>
                <a:solidFill>
                  <a:srgbClr val="000000"/>
                </a:solidFill>
                <a:latin typeface="Sparkasse Lt"/>
                <a:ea typeface="Sparkasse Lt"/>
                <a:cs typeface="Sparkasse Lt"/>
              </a:rPr>
              <a:t>mithilfe</a:t>
            </a:r>
            <a:r>
              <a:rPr sz="1100" b="0" i="0" u="none" cap="none">
                <a:ln>
                  <a:noFill/>
                </a:ln>
                <a:solidFill>
                  <a:srgbClr val="000000"/>
                </a:solidFill>
                <a:latin typeface="Sparkasse Lt"/>
                <a:ea typeface="Sparkasse Lt"/>
                <a:cs typeface="Sparkasse Lt"/>
              </a:rPr>
              <a:t> des Symbols befüllt werden kann, liegt dieser im Vordergrund der Folie. Wenn Sie das Bild eingesetzt haben, müssen Sie dieses </a:t>
            </a:r>
            <a:r>
              <a:rPr sz="1100" b="0" i="0" u="none" cap="none">
                <a:ln>
                  <a:noFill/>
                </a:ln>
                <a:solidFill>
                  <a:srgbClr val="000000"/>
                </a:solidFill>
                <a:latin typeface="+mj-lt"/>
                <a:ea typeface="+mj-lt"/>
                <a:cs typeface="+mj-lt"/>
              </a:rPr>
              <a:t>in den Hintergrund </a:t>
            </a:r>
            <a:r>
              <a:rPr sz="1100" b="0" i="0" u="none" cap="none">
                <a:ln>
                  <a:noFill/>
                </a:ln>
                <a:solidFill>
                  <a:srgbClr val="000000"/>
                </a:solidFill>
                <a:latin typeface="Sparkasse Lt"/>
                <a:ea typeface="Sparkasse Lt"/>
                <a:cs typeface="Sparkasse Lt"/>
              </a:rPr>
              <a:t>der Folie setzen, damit  die übrigen Elemente sicht- und editierbar werden. Das geht ganz einfach: Bild markieren, Menü „Start“ &gt;  „Anordnen“ &gt; „In den Hintergrund“).</a:t>
            </a:r>
          </a:p>
        </p:txBody>
      </p:sp>
      <p:pic>
        <p:nvPicPr>
          <p:cNvPr id="21" name="Grafik 11"/>
          <p:cNvPicPr>
            <a:picLocks xmlns:a="http://schemas.openxmlformats.org/drawingml/2006/main" noChangeAspect="1"/>
          </p:cNvPicPr>
          <p:nvPr/>
        </p:nvPicPr>
        <p:blipFill>
          <a:blip xmlns:r="http://schemas.openxmlformats.org/officeDocument/2006/relationships" xmlns:a="http://schemas.openxmlformats.org/drawingml/2006/main" r:embed="R2953166af2b64150"/>
          <a:stretch xmlns:a="http://schemas.openxmlformats.org/drawingml/2006/main">
            <a:fillRect l="0" t="0" r="0" b="0"/>
          </a:stretch>
        </p:blipFill>
        <p:spPr>
          <a:xfrm xmlns:a="http://schemas.openxmlformats.org/drawingml/2006/main" rot="0" flipH="0" flipV="0">
            <a:off x="12284420" y="3182801"/>
            <a:ext cx="1944000" cy="2044867"/>
          </a:xfrm>
          <a:prstGeom xmlns:a="http://schemas.openxmlformats.org/drawingml/2006/main" prst="rect">
            <a:avLst/>
          </a:prstGeom>
        </p:spPr>
      </p:pic>
      <p:sp>
        <p:nvSpPr>
          <p:cNvPr id="13" name="Rechteck 12">
            <a:extLst xmlns:a="http://schemas.openxmlformats.org/drawingml/2006/main">
              <a:ext uri="{FF2B5EF4-FFF2-40B4-BE49-F238E27FC236}">
                <a16:creationId xmlns:a16="http://schemas.microsoft.com/office/drawing/2014/main" id="{91971039-8415-E667-80B6-173473B16B99}"/>
              </a:ext>
            </a:extLst>
          </p:cNvPr>
          <p:cNvSpPr>
            <a:spLocks xmlns:a="http://schemas.openxmlformats.org/drawingml/2006/main" noGrp="1"/>
          </p:cNvSpPr>
          <p:nvPr/>
        </p:nvSpPr>
        <p:spPr>
          <a:xfrm xmlns:a="http://schemas.openxmlformats.org/drawingml/2006/main" rot="0" flipH="0" flipV="0">
            <a:off x="12265536" y="4450561"/>
            <a:ext cx="1967368" cy="280236"/>
          </a:xfrm>
          <a:prstGeom xmlns:a="http://schemas.openxmlformats.org/drawingml/2006/main" prst="rect">
            <a:avLst/>
          </a:prstGeom>
          <a:solidFill xmlns:a="http://schemas.openxmlformats.org/drawingml/2006/main">
            <a:schemeClr val="tx2">
              <a:alpha val="0"/>
            </a:schemeClr>
          </a:solidFill>
          <a:ln xmlns:a="http://schemas.openxmlformats.org/drawingml/2006/main" w="19050">
            <a:solidFill>
              <a:schemeClr val="bg2"/>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300"/>
              </a:spcBef>
              <a:spcAft>
                <a:spcPts val="300"/>
              </a:spcAft>
              <a:buNone/>
            </a:pPr>
            <a:endParaRPr sz="2000">
              <a:solidFill>
                <a:schemeClr val="tx1"/>
              </a:solidFill>
            </a:endParaRPr>
          </a:p>
        </p:txBody>
      </p:sp>
      <p:sp>
        <p:nvSpPr>
          <p:cNvPr id="11" name="Logo">
            <a:extLst xmlns:a="http://schemas.openxmlformats.org/drawingml/2006/main">
              <a:ext uri="{FF2B5EF4-FFF2-40B4-BE49-F238E27FC236}">
                <a16:creationId xmlns:a16="http://schemas.microsoft.com/office/drawing/2014/main" id="{61A6E69A-F7EA-4361-3677-DAC5E4A5FFAB}"/>
              </a:ext>
            </a:extLst>
          </p:cNvPr>
          <p:cNvSpPr>
            <a:spLocks xmlns:a="http://schemas.openxmlformats.org/drawingml/2006/main" noGrp="1"/>
          </p:cNvSpPr>
          <p:nvPr>
            <p:ph type="pic" idx="17"/>
          </p:nvPr>
        </p:nvSpPr>
        <p:spPr>
          <a:xfrm xmlns:a="http://schemas.openxmlformats.org/drawingml/2006/main">
            <a:off x="11570400" y="259200"/>
            <a:ext cx="360000" cy="360000"/>
          </a:xfrm>
          <a:prstGeom xmlns:a="http://schemas.openxmlformats.org/drawingml/2006/main" prst="rect">
            <a:avLst/>
          </a:prstGeom>
          <a:blipFill xmlns:a="http://schemas.openxmlformats.org/drawingml/2006/main">
            <a:blip xmlns:r="http://schemas.openxmlformats.org/officeDocument/2006/relationships" r:embed="R0b896f81f1ce483c">
              <a:extLst>
                <a:ext uri="{96DAC541-7B7A-43D3-8B79-37D633B846F1}">
                  <asvg:svgBlip xmlns:asvg="http://schemas.microsoft.com/office/drawing/2016/SVG/main" r:embed="R2fb9a1ff194140bb"/>
                </a:ext>
              </a:extLst>
            </a:blip>
            <a:srcRect l="0" t="0" r="0" b="0"/>
            <a:stretch>
              <a:fillRect l="0" t="-1352" r="0" b="-1352"/>
            </a:stretch>
          </a:blipFill>
        </p:spPr>
        <p:txBody>
          <a:bodyPr xmlns:a="http://schemas.openxmlformats.org/drawingml/2006/main" vert="horz" lIns="0" tIns="0" rIns="0" bIns="0">
            <a:noAutofit/>
          </a:bodyPr>
          <a:lstStyle xmlns:a="http://schemas.openxmlformats.org/drawingml/2006/main">
            <a:lvl1pPr>
              <a:buNone/>
              <a:defRPr sz="800">
                <a:noFill/>
              </a:defRPr>
            </a:lvl1pPr>
          </a:lstStyle>
          <a:p xmlns:a="http://schemas.openxmlformats.org/drawingml/2006/main">
            <a:pPr lvl="0">
              <a:buNone/>
            </a:pPr>
            <a:r>
              <a:t>Bild durch Klicken auf Symbol hinzufügen</a:t>
            </a:r>
            <a:endParaRPr/>
          </a:p>
        </p:txBody>
      </p:sp>
      <p:sp>
        <p:nvSpPr>
          <p:cNvPr id="5" name="Titel 4">
            <a:extLst xmlns:a="http://schemas.openxmlformats.org/drawingml/2006/main">
              <a:ext uri="{FF2B5EF4-FFF2-40B4-BE49-F238E27FC236}">
                <a16:creationId xmlns:a16="http://schemas.microsoft.com/office/drawing/2014/main" id="{82C4134C-2739-DEF6-7EC1-E4543514A7B5}"/>
              </a:ext>
            </a:extLst>
          </p:cNvPr>
          <p:cNvSpPr>
            <a:spLocks xmlns:a="http://schemas.openxmlformats.org/drawingml/2006/main" noGrp="1"/>
          </p:cNvSpPr>
          <p:nvPr>
            <p:ph type="title" idx="0" hasCustomPrompt="1"/>
          </p:nvPr>
        </p:nvSpPr>
        <p:spPr>
          <a:xfrm xmlns:a="http://schemas.openxmlformats.org/drawingml/2006/main">
            <a:off x="0" y="260349"/>
            <a:ext cx="10991851" cy="6048377"/>
          </a:xfrm>
          <a:custGeom xmlns:a="http://schemas.openxmlformats.org/drawingml/2006/main">
            <a:gdLst>
              <a:gd name="connsiteX0" fmla="*/ 0 w 10991851"/>
              <a:gd name="connsiteY0" fmla="*/ 0 h 6048377"/>
              <a:gd name="connsiteX1" fmla="*/ 10115563 w 10991851"/>
              <a:gd name="connsiteY1" fmla="*/ 0 h 6048377"/>
              <a:gd name="connsiteX2" fmla="*/ 10991851 w 10991851"/>
              <a:gd name="connsiteY2" fmla="*/ 876289 h 6048377"/>
              <a:gd name="connsiteX3" fmla="*/ 10991851 w 10991851"/>
              <a:gd name="connsiteY3" fmla="*/ 5172088 h 6048377"/>
              <a:gd name="connsiteX4" fmla="*/ 10115563 w 10991851"/>
              <a:gd name="connsiteY4" fmla="*/ 6048377 h 6048377"/>
              <a:gd name="connsiteX5" fmla="*/ 0 w 10991851"/>
              <a:gd name="connsiteY5" fmla="*/ 6048377 h 6048377"/>
              <a:gd name="connsiteX0" fmla="*/ 25400 w 11017251"/>
              <a:gd name="connsiteY0" fmla="*/ 0 h 6048377"/>
              <a:gd name="connsiteX1" fmla="*/ 10140963 w 11017251"/>
              <a:gd name="connsiteY1" fmla="*/ 0 h 6048377"/>
              <a:gd name="connsiteX2" fmla="*/ 11017251 w 11017251"/>
              <a:gd name="connsiteY2" fmla="*/ 876289 h 6048377"/>
              <a:gd name="connsiteX3" fmla="*/ 11017251 w 11017251"/>
              <a:gd name="connsiteY3" fmla="*/ 5172088 h 6048377"/>
              <a:gd name="connsiteX4" fmla="*/ 10140963 w 11017251"/>
              <a:gd name="connsiteY4" fmla="*/ 6048377 h 6048377"/>
              <a:gd name="connsiteX5" fmla="*/ 25400 w 11017251"/>
              <a:gd name="connsiteY5" fmla="*/ 6048377 h 6048377"/>
              <a:gd name="connsiteX6" fmla="*/ 0 w 11017251"/>
              <a:gd name="connsiteY6" fmla="*/ 2762251 h 6048377"/>
              <a:gd name="connsiteX7" fmla="*/ 25400 w 11017251"/>
              <a:gd name="connsiteY7" fmla="*/ 0 h 6048377"/>
              <a:gd name="connsiteX0" fmla="*/ 0 w 11017251"/>
              <a:gd name="connsiteY0" fmla="*/ 2762251 h 6048377"/>
              <a:gd name="connsiteX1" fmla="*/ 25400 w 11017251"/>
              <a:gd name="connsiteY1" fmla="*/ 0 h 6048377"/>
              <a:gd name="connsiteX2" fmla="*/ 10140963 w 11017251"/>
              <a:gd name="connsiteY2" fmla="*/ 0 h 6048377"/>
              <a:gd name="connsiteX3" fmla="*/ 11017251 w 11017251"/>
              <a:gd name="connsiteY3" fmla="*/ 876289 h 6048377"/>
              <a:gd name="connsiteX4" fmla="*/ 11017251 w 11017251"/>
              <a:gd name="connsiteY4" fmla="*/ 5172088 h 6048377"/>
              <a:gd name="connsiteX5" fmla="*/ 10140963 w 11017251"/>
              <a:gd name="connsiteY5" fmla="*/ 6048377 h 6048377"/>
              <a:gd name="connsiteX6" fmla="*/ 25400 w 11017251"/>
              <a:gd name="connsiteY6" fmla="*/ 6048377 h 6048377"/>
              <a:gd name="connsiteX7" fmla="*/ 91440 w 11017251"/>
              <a:gd name="connsiteY7" fmla="*/ 2853691 h 6048377"/>
              <a:gd name="connsiteX0" fmla="*/ 0 w 11017251"/>
              <a:gd name="connsiteY0" fmla="*/ 2762251 h 6048377"/>
              <a:gd name="connsiteX1" fmla="*/ 25400 w 11017251"/>
              <a:gd name="connsiteY1" fmla="*/ 0 h 6048377"/>
              <a:gd name="connsiteX2" fmla="*/ 10140963 w 11017251"/>
              <a:gd name="connsiteY2" fmla="*/ 0 h 6048377"/>
              <a:gd name="connsiteX3" fmla="*/ 11017251 w 11017251"/>
              <a:gd name="connsiteY3" fmla="*/ 876289 h 6048377"/>
              <a:gd name="connsiteX4" fmla="*/ 11017251 w 11017251"/>
              <a:gd name="connsiteY4" fmla="*/ 5172088 h 6048377"/>
              <a:gd name="connsiteX5" fmla="*/ 10140963 w 11017251"/>
              <a:gd name="connsiteY5" fmla="*/ 6048377 h 6048377"/>
              <a:gd name="connsiteX6" fmla="*/ 25400 w 11017251"/>
              <a:gd name="connsiteY6" fmla="*/ 6048377 h 6048377"/>
              <a:gd name="connsiteX0" fmla="*/ 0 w 10991851"/>
              <a:gd name="connsiteY0" fmla="*/ 0 h 6048377"/>
              <a:gd name="connsiteX1" fmla="*/ 10115563 w 10991851"/>
              <a:gd name="connsiteY1" fmla="*/ 0 h 6048377"/>
              <a:gd name="connsiteX2" fmla="*/ 10991851 w 10991851"/>
              <a:gd name="connsiteY2" fmla="*/ 876289 h 6048377"/>
              <a:gd name="connsiteX3" fmla="*/ 10991851 w 10991851"/>
              <a:gd name="connsiteY3" fmla="*/ 5172088 h 6048377"/>
              <a:gd name="connsiteX4" fmla="*/ 10115563 w 10991851"/>
              <a:gd name="connsiteY4" fmla="*/ 6048377 h 6048377"/>
              <a:gd name="connsiteX5" fmla="*/ 0 w 10991851"/>
              <a:gd name="connsiteY5" fmla="*/ 6048377 h 6048377"/>
            </a:gdLst>
            <a:rect l="l" t="t" r="r" b="b"/>
            <a:pathLst>
              <a:path w="10991851" h="6048377">
                <a:moveTo>
                  <a:pt x="0" y="0"/>
                </a:moveTo>
                <a:lnTo>
                  <a:pt x="10115563" y="0"/>
                </a:lnTo>
                <a:cubicBezTo>
                  <a:pt x="10599523" y="0"/>
                  <a:pt x="10991851" y="392328"/>
                  <a:pt x="10991851" y="876289"/>
                </a:cubicBezTo>
                <a:lnTo>
                  <a:pt x="10991851" y="5172088"/>
                </a:lnTo>
                <a:cubicBezTo>
                  <a:pt x="10991851" y="5656049"/>
                  <a:pt x="10599523" y="6048377"/>
                  <a:pt x="10115563" y="6048377"/>
                </a:cubicBezTo>
                <a:lnTo>
                  <a:pt x="0" y="6048377"/>
                </a:lnTo>
              </a:path>
            </a:pathLst>
          </a:custGeom>
          <a:noFill xmlns:a="http://schemas.openxmlformats.org/drawingml/2006/main"/>
          <a:ln xmlns:a="http://schemas.openxmlformats.org/drawingml/2006/main" w="12700">
            <a:solidFill>
              <a:schemeClr val="bg1"/>
            </a:solidFill>
          </a:ln>
        </p:spPr>
        <p:txBody>
          <a:bodyPr xmlns:a="http://schemas.openxmlformats.org/drawingml/2006/main" wrap="square" lIns="720000" rIns="936000" anchor="ctr">
            <a:noAutofit/>
          </a:bodyPr>
          <a:lstStyle xmlns:a="http://schemas.openxmlformats.org/drawingml/2006/main">
            <a:lvl1pPr algn="ctr">
              <a:buNone/>
              <a:defRPr sz="6000">
                <a:solidFill>
                  <a:schemeClr val="bg1"/>
                </a:solidFill>
              </a:defRPr>
            </a:lvl1pPr>
          </a:lstStyle>
          <a:p xmlns:a="http://schemas.openxmlformats.org/drawingml/2006/main">
            <a:r>
              <a:t>Statement einfügen</a:t>
            </a:r>
          </a:p>
        </p:txBody>
      </p:sp>
      <p:sp>
        <p:nvSpPr>
          <p:cNvPr id="6" name="Bildplatzhalter 5">
            <a:extLst xmlns:a="http://schemas.openxmlformats.org/drawingml/2006/main">
              <a:ext uri="{FF2B5EF4-FFF2-40B4-BE49-F238E27FC236}">
                <a16:creationId xmlns:a16="http://schemas.microsoft.com/office/drawing/2014/main" id="{FCCDABC7-F273-0412-74CC-662E566E1ED9}"/>
              </a:ext>
            </a:extLst>
          </p:cNvPr>
          <p:cNvSpPr>
            <a:spLocks xmlns:a="http://schemas.openxmlformats.org/drawingml/2006/main" noGrp="1"/>
          </p:cNvSpPr>
          <p:nvPr>
            <p:ph type="pic" idx="26"/>
          </p:nvPr>
        </p:nvSpPr>
        <p:spPr>
          <a:xfrm xmlns:a="http://schemas.openxmlformats.org/drawingml/2006/main">
            <a:off x="-9116" y="0"/>
            <a:ext cx="12192000" cy="6453352"/>
          </a:xfrm>
        </p:spPr>
        <p:txBody>
          <a:bodyPr xmlns:a="http://schemas.openxmlformats.org/drawingml/2006/main"/>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10" name="Datumsplatzhalter 9">
            <a:extLst xmlns:a="http://schemas.openxmlformats.org/drawingml/2006/main">
              <a:ext uri="{FF2B5EF4-FFF2-40B4-BE49-F238E27FC236}">
                <a16:creationId xmlns:a16="http://schemas.microsoft.com/office/drawing/2014/main" id="{7AEFAE0F-6F70-1920-86E0-67051EEC83C5}"/>
              </a:ext>
            </a:extLst>
          </p:cNvPr>
          <p:cNvSpPr>
            <a:spLocks xmlns:a="http://schemas.openxmlformats.org/drawingml/2006/main" noGrp="1"/>
          </p:cNvSpPr>
          <p:nvPr>
            <p:ph type="dt" idx="27"/>
          </p:nvPr>
        </p:nvSpPr>
        <p:spPr/>
        <p:txBody>
          <a:bodyPr xmlns:a="http://schemas.openxmlformats.org/drawingml/2006/main"/>
          <a:lstStyle xmlns:a="http://schemas.openxmlformats.org/drawingml/2006/main"/>
          <a:p xmlns:a="http://schemas.openxmlformats.org/drawingml/2006/main">
            <a:r>
              <a:t>Intern, TT.MM.JJJJ</a:t>
            </a:r>
            <a:endParaRPr sz="800"/>
          </a:p>
        </p:txBody>
      </p:sp>
      <p:sp>
        <p:nvSpPr>
          <p:cNvPr id="16" name="Foliennummernplatzhalter 15">
            <a:extLst xmlns:a="http://schemas.openxmlformats.org/drawingml/2006/main">
              <a:ext uri="{FF2B5EF4-FFF2-40B4-BE49-F238E27FC236}">
                <a16:creationId xmlns:a16="http://schemas.microsoft.com/office/drawing/2014/main" id="{0B277C48-3A50-F0B4-7E2F-EB46F92AC98C}"/>
              </a:ext>
            </a:extLst>
          </p:cNvPr>
          <p:cNvSpPr>
            <a:spLocks xmlns:a="http://schemas.openxmlformats.org/drawingml/2006/main" noGrp="1"/>
          </p:cNvSpPr>
          <p:nvPr>
            <p:ph type="sldNum" idx="29"/>
          </p:nvPr>
        </p:nvSpPr>
        <p:spPr/>
        <p:txBody>
          <a:bodyPr xmlns:a="http://schemas.openxmlformats.org/drawingml/2006/main"/>
          <a:lstStyle xmlns:a="http://schemas.openxmlformats.org/drawingml/2006/main"/>
          <a:p xmlns:a="http://schemas.openxmlformats.org/drawingml/2006/main">
            <a:r>
              <a:t>Seite </a:t>
            </a:r>
            <a:fld id="{DC907883-A228-4E41-A7BF-33DDF6A01B2A}" type="slidenum">
              <a:t>‹Nr.›</a:t>
            </a:fld>
            <a:endParaRPr/>
          </a:p>
        </p:txBody>
      </p:sp>
    </p:spTree>
  </p:cSld>
</p:sldLayout>
</file>

<file path=ppt/slideLayouts/slideLayout32.xml><?xml version="1.0" encoding="utf-8"?>
<p:sldLayout xmlns:p="http://schemas.openxmlformats.org/presentationml/2006/main" preserve="1" userDrawn="1">
  <p:cSld name="Abschluss und Kontakt">
    <p:spTree>
      <p:nvGrpSpPr>
        <p:cNvPr id="1" name=""/>
        <p:cNvGrpSpPr/>
        <p:nvPr/>
      </p:nvGrpSpPr>
      <p:grpSpPr>
        <a:xfrm xmlns:a="http://schemas.openxmlformats.org/drawingml/2006/main"/>
      </p:grpSpPr>
      <p:sp>
        <p:nvSpPr>
          <p:cNvPr id="10" name="Titel 13">
            <a:extLst xmlns:a="http://schemas.openxmlformats.org/drawingml/2006/main">
              <a:ext uri="{FF2B5EF4-FFF2-40B4-BE49-F238E27FC236}">
                <a16:creationId xmlns:a16="http://schemas.microsoft.com/office/drawing/2014/main" id="{2066A9E2-F75C-9F61-086B-9CAEFB10E29F}"/>
              </a:ext>
            </a:extLst>
          </p:cNvPr>
          <p:cNvSpPr>
            <a:spLocks xmlns:a="http://schemas.openxmlformats.org/drawingml/2006/main" noGrp="1"/>
          </p:cNvSpPr>
          <p:nvPr/>
        </p:nvSpPr>
        <p:spPr>
          <a:xfrm xmlns:a="http://schemas.openxmlformats.org/drawingml/2006/main" rot="0" flipH="0" flipV="0">
            <a:off x="7536160" y="2958054"/>
            <a:ext cx="741680" cy="772583"/>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6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1" name="Titel 13">
            <a:extLst xmlns:a="http://schemas.openxmlformats.org/drawingml/2006/main">
              <a:ext uri="{FF2B5EF4-FFF2-40B4-BE49-F238E27FC236}">
                <a16:creationId xmlns:a16="http://schemas.microsoft.com/office/drawing/2014/main" id="{807E8EF6-4B78-2D4D-BAB6-4732C7DC7CA9}"/>
              </a:ext>
            </a:extLst>
          </p:cNvPr>
          <p:cNvSpPr>
            <a:spLocks xmlns:a="http://schemas.openxmlformats.org/drawingml/2006/main" noGrp="1"/>
          </p:cNvSpPr>
          <p:nvPr/>
        </p:nvSpPr>
        <p:spPr>
          <a:xfrm xmlns:a="http://schemas.openxmlformats.org/drawingml/2006/main" rot="0" flipH="0" flipV="0">
            <a:off x="8533965" y="2779999"/>
            <a:ext cx="1867340" cy="1945144"/>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6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2" name="Titel 13">
            <a:extLst xmlns:a="http://schemas.openxmlformats.org/drawingml/2006/main">
              <a:ext uri="{FF2B5EF4-FFF2-40B4-BE49-F238E27FC236}">
                <a16:creationId xmlns:a16="http://schemas.microsoft.com/office/drawing/2014/main" id="{44C4C5F8-FB1E-D273-ABEE-59C9B2C606AB}"/>
              </a:ext>
            </a:extLst>
          </p:cNvPr>
          <p:cNvSpPr>
            <a:spLocks xmlns:a="http://schemas.openxmlformats.org/drawingml/2006/main" noGrp="1"/>
          </p:cNvSpPr>
          <p:nvPr/>
        </p:nvSpPr>
        <p:spPr>
          <a:xfrm xmlns:a="http://schemas.openxmlformats.org/drawingml/2006/main" rot="0" flipH="0" flipV="0">
            <a:off x="7536160" y="1527007"/>
            <a:ext cx="1149403" cy="1197294"/>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6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3" name="Titel 13">
            <a:extLst xmlns:a="http://schemas.openxmlformats.org/drawingml/2006/main">
              <a:ext uri="{FF2B5EF4-FFF2-40B4-BE49-F238E27FC236}">
                <a16:creationId xmlns:a16="http://schemas.microsoft.com/office/drawing/2014/main" id="{8895D62F-AC6C-39E9-E968-9C9DD70B24CD}"/>
              </a:ext>
            </a:extLst>
          </p:cNvPr>
          <p:cNvSpPr>
            <a:spLocks xmlns:a="http://schemas.openxmlformats.org/drawingml/2006/main" noGrp="1"/>
          </p:cNvSpPr>
          <p:nvPr/>
        </p:nvSpPr>
        <p:spPr>
          <a:xfrm xmlns:a="http://schemas.openxmlformats.org/drawingml/2006/main" rot="0" flipH="0" flipV="0">
            <a:off x="8155069" y="1880669"/>
            <a:ext cx="1326235" cy="1381494"/>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6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4" name="Titel 13">
            <a:extLst xmlns:a="http://schemas.openxmlformats.org/drawingml/2006/main">
              <a:ext uri="{FF2B5EF4-FFF2-40B4-BE49-F238E27FC236}">
                <a16:creationId xmlns:a16="http://schemas.microsoft.com/office/drawing/2014/main" id="{8FBDE68F-40CF-704A-8FCB-5CAD8EFFAA84}"/>
              </a:ext>
            </a:extLst>
          </p:cNvPr>
          <p:cNvSpPr>
            <a:spLocks xmlns:a="http://schemas.openxmlformats.org/drawingml/2006/main" noGrp="1"/>
          </p:cNvSpPr>
          <p:nvPr/>
        </p:nvSpPr>
        <p:spPr>
          <a:xfrm xmlns:a="http://schemas.openxmlformats.org/drawingml/2006/main" rot="0" flipH="0" flipV="0">
            <a:off x="8420317" y="908098"/>
            <a:ext cx="707324" cy="736797"/>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6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5" name="Titel 13">
            <a:extLst xmlns:a="http://schemas.openxmlformats.org/drawingml/2006/main">
              <a:ext uri="{FF2B5EF4-FFF2-40B4-BE49-F238E27FC236}">
                <a16:creationId xmlns:a16="http://schemas.microsoft.com/office/drawing/2014/main" id="{798938D2-DAFA-9145-D2D5-71F123C27187}"/>
              </a:ext>
            </a:extLst>
          </p:cNvPr>
          <p:cNvSpPr>
            <a:spLocks xmlns:a="http://schemas.openxmlformats.org/drawingml/2006/main" noGrp="1"/>
          </p:cNvSpPr>
          <p:nvPr/>
        </p:nvSpPr>
        <p:spPr>
          <a:xfrm xmlns:a="http://schemas.openxmlformats.org/drawingml/2006/main" rot="0" flipH="0" flipV="0">
            <a:off x="8950324" y="1084929"/>
            <a:ext cx="973058" cy="1013603"/>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6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6" name="Titel 13">
            <a:extLst xmlns:a="http://schemas.openxmlformats.org/drawingml/2006/main">
              <a:ext uri="{FF2B5EF4-FFF2-40B4-BE49-F238E27FC236}">
                <a16:creationId xmlns:a16="http://schemas.microsoft.com/office/drawing/2014/main" id="{28778CF2-96CB-3EED-7363-147FFE26489A}"/>
              </a:ext>
            </a:extLst>
          </p:cNvPr>
          <p:cNvSpPr>
            <a:spLocks xmlns:a="http://schemas.openxmlformats.org/drawingml/2006/main" noGrp="1"/>
          </p:cNvSpPr>
          <p:nvPr/>
        </p:nvSpPr>
        <p:spPr>
          <a:xfrm xmlns:a="http://schemas.openxmlformats.org/drawingml/2006/main" rot="0" flipH="0" flipV="0">
            <a:off x="9658136" y="1335004"/>
            <a:ext cx="1679897" cy="1749894"/>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6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7" name="Titel 13">
            <a:extLst xmlns:a="http://schemas.openxmlformats.org/drawingml/2006/main">
              <a:ext uri="{FF2B5EF4-FFF2-40B4-BE49-F238E27FC236}">
                <a16:creationId xmlns:a16="http://schemas.microsoft.com/office/drawing/2014/main" id="{F27A2AA0-6E44-66E5-395B-A21DA2DE6D42}"/>
              </a:ext>
            </a:extLst>
          </p:cNvPr>
          <p:cNvSpPr>
            <a:spLocks xmlns:a="http://schemas.openxmlformats.org/drawingml/2006/main" noGrp="1"/>
          </p:cNvSpPr>
          <p:nvPr/>
        </p:nvSpPr>
        <p:spPr>
          <a:xfrm xmlns:a="http://schemas.openxmlformats.org/drawingml/2006/main" rot="0" flipH="0" flipV="0">
            <a:off x="10011798" y="2411163"/>
            <a:ext cx="933669" cy="972572"/>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6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8" name="Titel 13">
            <a:extLst xmlns:a="http://schemas.openxmlformats.org/drawingml/2006/main">
              <a:ext uri="{FF2B5EF4-FFF2-40B4-BE49-F238E27FC236}">
                <a16:creationId xmlns:a16="http://schemas.microsoft.com/office/drawing/2014/main" id="{C7055918-0E70-B034-9820-95B8B906E20B}"/>
              </a:ext>
            </a:extLst>
          </p:cNvPr>
          <p:cNvSpPr>
            <a:spLocks xmlns:a="http://schemas.openxmlformats.org/drawingml/2006/main" noGrp="1"/>
          </p:cNvSpPr>
          <p:nvPr/>
        </p:nvSpPr>
        <p:spPr>
          <a:xfrm xmlns:a="http://schemas.openxmlformats.org/drawingml/2006/main" rot="0" flipH="0" flipV="0">
            <a:off x="11249616" y="1527007"/>
            <a:ext cx="679031" cy="707325"/>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6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6" name="Topline">
            <a:extLst xmlns:a="http://schemas.openxmlformats.org/drawingml/2006/main">
              <a:ext uri="{FF2B5EF4-FFF2-40B4-BE49-F238E27FC236}">
                <a16:creationId xmlns:a16="http://schemas.microsoft.com/office/drawing/2014/main" id="{C7050113-4006-19DB-B564-30690108E137}"/>
              </a:ext>
            </a:extLst>
          </p:cNvPr>
          <p:cNvSpPr>
            <a:spLocks xmlns:a="http://schemas.openxmlformats.org/drawingml/2006/main" noGrp="1"/>
          </p:cNvSpPr>
          <p:nvPr>
            <p:ph type="body" idx="26" hasCustomPrompt="1"/>
          </p:nvPr>
        </p:nvSpPr>
        <p:spPr>
          <a:xfrm xmlns:a="http://schemas.openxmlformats.org/drawingml/2006/main">
            <a:off x="695401" y="548680"/>
            <a:ext cx="10296000" cy="288000"/>
          </a:xfrm>
        </p:spPr>
        <p:txBody>
          <a:bodyPr xmlns:a="http://schemas.openxmlformats.org/drawingml/2006/main" anchor="b"/>
          <a:lstStyle xmlns:a="http://schemas.openxmlformats.org/drawingml/2006/main">
            <a:lvl1pPr marL="0" indent="0">
              <a:spcAft>
                <a:spcPts val="0"/>
              </a:spcAft>
              <a:buFontTx/>
              <a:buNone/>
              <a:defRPr sz="1400">
                <a:solidFill>
                  <a:schemeClr val="bg2"/>
                </a:solidFill>
                <a:latin typeface="+mn-lt"/>
                <a:ea typeface="+mn-lt"/>
                <a:cs typeface="+mn-lt"/>
              </a:defRPr>
            </a:lvl1pPr>
            <a:lvl2pPr marL="0" indent="0">
              <a:spcAft>
                <a:spcPts val="0"/>
              </a:spcAft>
              <a:buFontTx/>
              <a:buNone/>
              <a:defRPr sz="1400">
                <a:solidFill>
                  <a:schemeClr val="bg2"/>
                </a:solidFill>
                <a:latin typeface="+mn-lt"/>
                <a:ea typeface="+mn-lt"/>
                <a:cs typeface="+mn-lt"/>
              </a:defRPr>
            </a:lvl2pPr>
            <a:lvl3pPr marL="0" indent="0">
              <a:spcAft>
                <a:spcPts val="0"/>
              </a:spcAft>
              <a:buFontTx/>
              <a:buNone/>
              <a:defRPr sz="1400">
                <a:solidFill>
                  <a:schemeClr val="bg2"/>
                </a:solidFill>
                <a:latin typeface="+mn-lt"/>
                <a:ea typeface="+mn-lt"/>
                <a:cs typeface="+mn-lt"/>
              </a:defRPr>
            </a:lvl3pPr>
            <a:lvl4pPr marL="0" indent="0">
              <a:spcAft>
                <a:spcPts val="0"/>
              </a:spcAft>
              <a:buFontTx/>
              <a:buNone/>
              <a:defRPr sz="1400">
                <a:solidFill>
                  <a:schemeClr val="bg2"/>
                </a:solidFill>
                <a:latin typeface="+mn-lt"/>
                <a:ea typeface="+mn-lt"/>
                <a:cs typeface="+mn-lt"/>
              </a:defRPr>
            </a:lvl4pPr>
            <a:lvl5pPr marL="0" indent="0">
              <a:spcAft>
                <a:spcPts val="0"/>
              </a:spcAft>
              <a:buFontTx/>
              <a:buNone/>
              <a:defRPr sz="1400">
                <a:solidFill>
                  <a:schemeClr val="bg2"/>
                </a:solidFill>
                <a:latin typeface="+mn-lt"/>
                <a:ea typeface="+mn-lt"/>
                <a:cs typeface="+mn-lt"/>
              </a:defRPr>
            </a:lvl5pPr>
            <a:lvl6pPr marL="0" indent="0">
              <a:spcAft>
                <a:spcPts val="0"/>
              </a:spcAft>
              <a:buFontTx/>
              <a:buNone/>
              <a:defRPr sz="1400">
                <a:solidFill>
                  <a:schemeClr val="bg2"/>
                </a:solidFill>
                <a:latin typeface="+mn-lt"/>
                <a:ea typeface="+mn-lt"/>
                <a:cs typeface="+mn-lt"/>
              </a:defRPr>
            </a:lvl6pPr>
            <a:lvl7pPr marL="0" indent="0">
              <a:spcAft>
                <a:spcPts val="0"/>
              </a:spcAft>
              <a:buFontTx/>
              <a:buNone/>
              <a:defRPr sz="1400">
                <a:solidFill>
                  <a:schemeClr val="bg2"/>
                </a:solidFill>
                <a:latin typeface="+mn-lt"/>
                <a:ea typeface="+mn-lt"/>
                <a:cs typeface="+mn-lt"/>
              </a:defRPr>
            </a:lvl7pPr>
            <a:lvl8pPr marL="0" indent="0">
              <a:spcAft>
                <a:spcPts val="0"/>
              </a:spcAft>
              <a:buFontTx/>
              <a:buNone/>
              <a:defRPr sz="1400">
                <a:solidFill>
                  <a:schemeClr val="bg2"/>
                </a:solidFill>
                <a:latin typeface="+mn-lt"/>
                <a:ea typeface="+mn-lt"/>
                <a:cs typeface="+mn-lt"/>
              </a:defRPr>
            </a:lvl8pPr>
            <a:lvl9pPr marL="0" indent="0">
              <a:spcAft>
                <a:spcPts val="0"/>
              </a:spcAft>
              <a:buFontTx/>
              <a:buNone/>
              <a:defRPr sz="1400">
                <a:solidFill>
                  <a:schemeClr val="bg2"/>
                </a:solidFill>
                <a:latin typeface="+mn-lt"/>
                <a:ea typeface="+mn-lt"/>
                <a:cs typeface="+mn-lt"/>
              </a:defRPr>
            </a:lvl9pPr>
          </a:lstStyle>
          <a:p xmlns:a="http://schemas.openxmlformats.org/drawingml/2006/main">
            <a:pPr lvl="0">
              <a:buNone/>
            </a:pPr>
            <a:r>
              <a:t>Optionale </a:t>
            </a:r>
            <a:r>
              <a:t>Topline</a:t>
            </a:r>
            <a:r>
              <a:t> hinzufügen</a:t>
            </a:r>
          </a:p>
        </p:txBody>
      </p:sp>
      <p:sp>
        <p:nvSpPr>
          <p:cNvPr id="2" name="Titel 1">
            <a:extLst xmlns:a="http://schemas.openxmlformats.org/drawingml/2006/main">
              <a:ext uri="{FF2B5EF4-FFF2-40B4-BE49-F238E27FC236}">
                <a16:creationId xmlns:a16="http://schemas.microsoft.com/office/drawing/2014/main" id="{95F5EA0C-AD02-1069-6BEE-966D04DE8CAE}"/>
              </a:ext>
            </a:extLst>
          </p:cNvPr>
          <p:cNvSpPr>
            <a:spLocks xmlns:a="http://schemas.openxmlformats.org/drawingml/2006/main" noGrp="1"/>
          </p:cNvSpPr>
          <p:nvPr>
            <p:ph type="title" idx="0" hasCustomPrompt="1"/>
          </p:nvPr>
        </p:nvSpPr>
        <p:spPr>
          <a:xfrm xmlns:a="http://schemas.openxmlformats.org/drawingml/2006/main">
            <a:off x="695325" y="908050"/>
            <a:ext cx="5616575" cy="1872000"/>
          </a:xfrm>
        </p:spPr>
        <p:txBody>
          <a:bodyPr xmlns:a="http://schemas.openxmlformats.org/drawingml/2006/main" anchor="b"/>
          <a:lstStyle xmlns:a="http://schemas.openxmlformats.org/drawingml/2006/main">
            <a:lvl1pPr>
              <a:buNone/>
              <a:defRPr sz="4400"/>
            </a:lvl1pPr>
          </a:lstStyle>
          <a:p xmlns:a="http://schemas.openxmlformats.org/drawingml/2006/main">
            <a:r>
              <a:t>Abschlussbotschaft</a:t>
            </a:r>
            <a:r>
              <a:t> hinzufügen</a:t>
            </a:r>
          </a:p>
        </p:txBody>
      </p:sp>
      <p:sp>
        <p:nvSpPr>
          <p:cNvPr id="5" name="Rechteck: diagonal liegende Ecken abgerundet 4">
            <a:extLst xmlns:a="http://schemas.openxmlformats.org/drawingml/2006/main">
              <a:ext uri="{FF2B5EF4-FFF2-40B4-BE49-F238E27FC236}">
                <a16:creationId xmlns:a16="http://schemas.microsoft.com/office/drawing/2014/main" id="{D0E2FD61-C071-96AA-3DF1-AE3E79F58DE4}"/>
              </a:ext>
            </a:extLst>
          </p:cNvPr>
          <p:cNvSpPr>
            <a:spLocks xmlns:a="http://schemas.openxmlformats.org/drawingml/2006/main" noGrp="1"/>
          </p:cNvSpPr>
          <p:nvPr/>
        </p:nvSpPr>
        <p:spPr>
          <a:xfrm xmlns:a="http://schemas.openxmlformats.org/drawingml/2006/main">
            <a:off x="334962" y="3537012"/>
            <a:ext cx="9361488" cy="2771972"/>
          </a:xfrm>
          <a:prstGeom xmlns:a="http://schemas.openxmlformats.org/drawingml/2006/main" prst="round2DiagRect">
            <a:avLst>
              <a:gd name="adj1" fmla="val 14462"/>
              <a:gd name="adj2" fmla="val 0"/>
            </a:avLst>
          </a:prstGeom>
          <a:gradFill xmlns:a="http://schemas.openxmlformats.org/drawingml/2006/main">
            <a:gsLst>
              <a:gs pos="0">
                <a:srgbClr val="9B348E"/>
              </a:gs>
              <a:gs pos="43000">
                <a:schemeClr val="bg2"/>
              </a:gs>
            </a:gsLst>
            <a:lin ang="13200000" scaled="0"/>
          </a:gra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300"/>
              </a:spcBef>
              <a:spcAft>
                <a:spcPts val="300"/>
              </a:spcAft>
              <a:buNone/>
            </a:pPr>
            <a:endParaRPr sz="2000">
              <a:solidFill>
                <a:schemeClr val="tx1"/>
              </a:solidFill>
            </a:endParaRPr>
          </a:p>
        </p:txBody>
      </p:sp>
      <p:sp>
        <p:nvSpPr>
          <p:cNvPr id="8" name="Name">
            <a:extLst xmlns:a="http://schemas.openxmlformats.org/drawingml/2006/main">
              <a:ext uri="{FF2B5EF4-FFF2-40B4-BE49-F238E27FC236}">
                <a16:creationId xmlns:a16="http://schemas.microsoft.com/office/drawing/2014/main" id="{1A200081-5830-3962-E5B1-8ADCED7C1627}"/>
              </a:ext>
            </a:extLst>
          </p:cNvPr>
          <p:cNvSpPr>
            <a:spLocks xmlns:a="http://schemas.openxmlformats.org/drawingml/2006/main" noGrp="1"/>
          </p:cNvSpPr>
          <p:nvPr>
            <p:ph type="body" idx="27" hasCustomPrompt="1"/>
          </p:nvPr>
        </p:nvSpPr>
        <p:spPr>
          <a:xfrm xmlns:a="http://schemas.openxmlformats.org/drawingml/2006/main">
            <a:off x="710109" y="3897052"/>
            <a:ext cx="5601791" cy="540060"/>
          </a:xfrm>
        </p:spPr>
        <p:txBody>
          <a:bodyPr xmlns:a="http://schemas.openxmlformats.org/drawingml/2006/main"/>
          <a:lstStyle xmlns:a="http://schemas.openxmlformats.org/drawingml/2006/main">
            <a:lvl1pPr>
              <a:lnSpc>
                <a:spcPct val="100000"/>
              </a:lnSpc>
              <a:spcAft>
                <a:spcPts val="0"/>
              </a:spcAft>
              <a:buNone/>
              <a:defRPr sz="3200" b="0">
                <a:solidFill>
                  <a:schemeClr val="bg1"/>
                </a:solidFill>
                <a:latin typeface="+mj-lt"/>
                <a:ea typeface="+mj-lt"/>
                <a:cs typeface="+mj-lt"/>
              </a:defRPr>
            </a:lvl1pPr>
            <a:lvl2pPr>
              <a:lnSpc>
                <a:spcPct val="100000"/>
              </a:lnSpc>
              <a:spcAft>
                <a:spcPts val="0"/>
              </a:spcAft>
              <a:buNone/>
              <a:defRPr sz="3200" b="0">
                <a:solidFill>
                  <a:schemeClr val="bg1"/>
                </a:solidFill>
                <a:latin typeface="+mj-lt"/>
                <a:ea typeface="+mj-lt"/>
                <a:cs typeface="+mj-lt"/>
              </a:defRPr>
            </a:lvl2pPr>
            <a:lvl3pPr marL="0" indent="0">
              <a:lnSpc>
                <a:spcPct val="100000"/>
              </a:lnSpc>
              <a:spcAft>
                <a:spcPts val="0"/>
              </a:spcAft>
              <a:buFontTx/>
              <a:buNone/>
              <a:defRPr sz="3200" b="0">
                <a:solidFill>
                  <a:schemeClr val="bg1"/>
                </a:solidFill>
                <a:latin typeface="+mj-lt"/>
                <a:ea typeface="+mj-lt"/>
                <a:cs typeface="+mj-lt"/>
              </a:defRPr>
            </a:lvl3pPr>
            <a:lvl4pPr marL="0" indent="0">
              <a:lnSpc>
                <a:spcPct val="100000"/>
              </a:lnSpc>
              <a:spcAft>
                <a:spcPts val="0"/>
              </a:spcAft>
              <a:buFontTx/>
              <a:buNone/>
              <a:defRPr sz="3200" b="0">
                <a:solidFill>
                  <a:schemeClr val="bg1"/>
                </a:solidFill>
                <a:latin typeface="+mj-lt"/>
                <a:ea typeface="+mj-lt"/>
                <a:cs typeface="+mj-lt"/>
              </a:defRPr>
            </a:lvl4pPr>
            <a:lvl5pPr marL="0" indent="0">
              <a:lnSpc>
                <a:spcPct val="100000"/>
              </a:lnSpc>
              <a:spcAft>
                <a:spcPts val="0"/>
              </a:spcAft>
              <a:buFontTx/>
              <a:buNone/>
              <a:defRPr sz="3200" b="0">
                <a:solidFill>
                  <a:schemeClr val="bg1"/>
                </a:solidFill>
                <a:latin typeface="+mj-lt"/>
                <a:ea typeface="+mj-lt"/>
                <a:cs typeface="+mj-lt"/>
              </a:defRPr>
            </a:lvl5pPr>
            <a:lvl6pPr marL="0" indent="0">
              <a:lnSpc>
                <a:spcPct val="100000"/>
              </a:lnSpc>
              <a:spcAft>
                <a:spcPts val="0"/>
              </a:spcAft>
              <a:buFontTx/>
              <a:buNone/>
              <a:defRPr sz="3200" b="0">
                <a:solidFill>
                  <a:schemeClr val="bg1"/>
                </a:solidFill>
                <a:latin typeface="+mj-lt"/>
                <a:ea typeface="+mj-lt"/>
                <a:cs typeface="+mj-lt"/>
              </a:defRPr>
            </a:lvl6pPr>
            <a:lvl7pPr marL="0" indent="0">
              <a:lnSpc>
                <a:spcPct val="100000"/>
              </a:lnSpc>
              <a:spcAft>
                <a:spcPts val="0"/>
              </a:spcAft>
              <a:buFontTx/>
              <a:buNone/>
              <a:defRPr sz="3200" b="0">
                <a:solidFill>
                  <a:schemeClr val="bg1"/>
                </a:solidFill>
                <a:latin typeface="+mj-lt"/>
                <a:ea typeface="+mj-lt"/>
                <a:cs typeface="+mj-lt"/>
              </a:defRPr>
            </a:lvl7pPr>
            <a:lvl8pPr marL="0" indent="0">
              <a:lnSpc>
                <a:spcPct val="100000"/>
              </a:lnSpc>
              <a:spcAft>
                <a:spcPts val="0"/>
              </a:spcAft>
              <a:buFontTx/>
              <a:buNone/>
              <a:defRPr sz="3200" b="0">
                <a:solidFill>
                  <a:schemeClr val="bg1"/>
                </a:solidFill>
                <a:latin typeface="+mj-lt"/>
                <a:ea typeface="+mj-lt"/>
                <a:cs typeface="+mj-lt"/>
              </a:defRPr>
            </a:lvl8pPr>
            <a:lvl9pPr marL="0" indent="0">
              <a:lnSpc>
                <a:spcPct val="100000"/>
              </a:lnSpc>
              <a:spcAft>
                <a:spcPts val="0"/>
              </a:spcAft>
              <a:buFontTx/>
              <a:buNone/>
              <a:defRPr sz="3200" b="0">
                <a:solidFill>
                  <a:schemeClr val="bg1"/>
                </a:solidFill>
                <a:latin typeface="+mj-lt"/>
                <a:ea typeface="+mj-lt"/>
                <a:cs typeface="+mj-lt"/>
              </a:defRPr>
            </a:lvl9pPr>
          </a:lstStyle>
          <a:p xmlns:a="http://schemas.openxmlformats.org/drawingml/2006/main">
            <a:pPr lvl="0">
              <a:buNone/>
            </a:pPr>
            <a:r>
              <a:t>Name hinzufügen</a:t>
            </a:r>
          </a:p>
          <a:p xmlns:a="http://schemas.openxmlformats.org/drawingml/2006/main">
            <a:pPr lvl="0">
              <a:buNone/>
            </a:pPr>
            <a:endParaRPr/>
          </a:p>
        </p:txBody>
      </p:sp>
      <p:sp>
        <p:nvSpPr>
          <p:cNvPr id="23" name="Funktion">
            <a:extLst xmlns:a="http://schemas.openxmlformats.org/drawingml/2006/main">
              <a:ext uri="{FF2B5EF4-FFF2-40B4-BE49-F238E27FC236}">
                <a16:creationId xmlns:a16="http://schemas.microsoft.com/office/drawing/2014/main" id="{D9E5C0E2-E123-AC6F-BA9D-28F7A4C3848C}"/>
              </a:ext>
            </a:extLst>
          </p:cNvPr>
          <p:cNvSpPr>
            <a:spLocks xmlns:a="http://schemas.openxmlformats.org/drawingml/2006/main" noGrp="1"/>
          </p:cNvSpPr>
          <p:nvPr>
            <p:ph type="body" idx="28" hasCustomPrompt="1"/>
          </p:nvPr>
        </p:nvSpPr>
        <p:spPr>
          <a:xfrm xmlns:a="http://schemas.openxmlformats.org/drawingml/2006/main">
            <a:off x="710109" y="4545124"/>
            <a:ext cx="5601791" cy="360000"/>
          </a:xfrm>
        </p:spPr>
        <p:txBody>
          <a:bodyPr xmlns:a="http://schemas.openxmlformats.org/drawingml/2006/main"/>
          <a:lstStyle xmlns:a="http://schemas.openxmlformats.org/drawingml/2006/main">
            <a:lvl1pPr>
              <a:lnSpc>
                <a:spcPct val="100000"/>
              </a:lnSpc>
              <a:spcAft>
                <a:spcPts val="0"/>
              </a:spcAft>
              <a:buNone/>
              <a:defRPr sz="2000">
                <a:solidFill>
                  <a:schemeClr val="bg1"/>
                </a:solidFill>
                <a:latin typeface="+mj-lt"/>
                <a:ea typeface="+mj-lt"/>
                <a:cs typeface="+mj-lt"/>
              </a:defRPr>
            </a:lvl1pPr>
            <a:lvl2pPr>
              <a:lnSpc>
                <a:spcPct val="100000"/>
              </a:lnSpc>
              <a:spcAft>
                <a:spcPts val="0"/>
              </a:spcAft>
              <a:buNone/>
              <a:defRPr sz="2000">
                <a:solidFill>
                  <a:schemeClr val="bg1"/>
                </a:solidFill>
                <a:latin typeface="+mj-lt"/>
                <a:ea typeface="+mj-lt"/>
                <a:cs typeface="+mj-lt"/>
              </a:defRPr>
            </a:lvl2pPr>
            <a:lvl3pPr marL="0" indent="0">
              <a:lnSpc>
                <a:spcPct val="100000"/>
              </a:lnSpc>
              <a:spcAft>
                <a:spcPts val="0"/>
              </a:spcAft>
              <a:buFontTx/>
              <a:buNone/>
              <a:defRPr sz="2000">
                <a:solidFill>
                  <a:schemeClr val="bg1"/>
                </a:solidFill>
                <a:latin typeface="+mj-lt"/>
                <a:ea typeface="+mj-lt"/>
                <a:cs typeface="+mj-lt"/>
              </a:defRPr>
            </a:lvl3pPr>
            <a:lvl4pPr marL="0" indent="0">
              <a:lnSpc>
                <a:spcPct val="100000"/>
              </a:lnSpc>
              <a:spcAft>
                <a:spcPts val="0"/>
              </a:spcAft>
              <a:buFontTx/>
              <a:buNone/>
              <a:defRPr sz="2000">
                <a:solidFill>
                  <a:schemeClr val="bg1"/>
                </a:solidFill>
                <a:latin typeface="+mj-lt"/>
                <a:ea typeface="+mj-lt"/>
                <a:cs typeface="+mj-lt"/>
              </a:defRPr>
            </a:lvl4pPr>
            <a:lvl5pPr marL="0" indent="0">
              <a:lnSpc>
                <a:spcPct val="100000"/>
              </a:lnSpc>
              <a:spcAft>
                <a:spcPts val="0"/>
              </a:spcAft>
              <a:buFontTx/>
              <a:buNone/>
              <a:defRPr sz="2000">
                <a:solidFill>
                  <a:schemeClr val="bg1"/>
                </a:solidFill>
                <a:latin typeface="+mj-lt"/>
                <a:ea typeface="+mj-lt"/>
                <a:cs typeface="+mj-lt"/>
              </a:defRPr>
            </a:lvl5pPr>
            <a:lvl6pPr marL="0" indent="0">
              <a:lnSpc>
                <a:spcPct val="100000"/>
              </a:lnSpc>
              <a:spcAft>
                <a:spcPts val="0"/>
              </a:spcAft>
              <a:buFontTx/>
              <a:buNone/>
              <a:defRPr sz="2000">
                <a:solidFill>
                  <a:schemeClr val="bg1"/>
                </a:solidFill>
                <a:latin typeface="+mj-lt"/>
                <a:ea typeface="+mj-lt"/>
                <a:cs typeface="+mj-lt"/>
              </a:defRPr>
            </a:lvl6pPr>
            <a:lvl7pPr marL="0" indent="0">
              <a:lnSpc>
                <a:spcPct val="100000"/>
              </a:lnSpc>
              <a:spcAft>
                <a:spcPts val="0"/>
              </a:spcAft>
              <a:buFontTx/>
              <a:buNone/>
              <a:defRPr sz="2000">
                <a:solidFill>
                  <a:schemeClr val="bg1"/>
                </a:solidFill>
                <a:latin typeface="+mj-lt"/>
                <a:ea typeface="+mj-lt"/>
                <a:cs typeface="+mj-lt"/>
              </a:defRPr>
            </a:lvl7pPr>
            <a:lvl8pPr marL="0" indent="0">
              <a:lnSpc>
                <a:spcPct val="100000"/>
              </a:lnSpc>
              <a:spcAft>
                <a:spcPts val="0"/>
              </a:spcAft>
              <a:buFontTx/>
              <a:buNone/>
              <a:defRPr sz="2000">
                <a:solidFill>
                  <a:schemeClr val="bg1"/>
                </a:solidFill>
                <a:latin typeface="+mj-lt"/>
                <a:ea typeface="+mj-lt"/>
                <a:cs typeface="+mj-lt"/>
              </a:defRPr>
            </a:lvl8pPr>
            <a:lvl9pPr marL="0" indent="0">
              <a:lnSpc>
                <a:spcPct val="100000"/>
              </a:lnSpc>
              <a:spcAft>
                <a:spcPts val="0"/>
              </a:spcAft>
              <a:buFontTx/>
              <a:buNone/>
              <a:defRPr sz="2000">
                <a:solidFill>
                  <a:schemeClr val="bg1"/>
                </a:solidFill>
                <a:latin typeface="+mj-lt"/>
                <a:ea typeface="+mj-lt"/>
                <a:cs typeface="+mj-lt"/>
              </a:defRPr>
            </a:lvl9pPr>
          </a:lstStyle>
          <a:p xmlns:a="http://schemas.openxmlformats.org/drawingml/2006/main">
            <a:pPr lvl="0">
              <a:buNone/>
            </a:pPr>
            <a:r>
              <a:t>Funktion hinzufügen</a:t>
            </a:r>
          </a:p>
        </p:txBody>
      </p:sp>
      <p:sp>
        <p:nvSpPr>
          <p:cNvPr id="24" name="Telefon">
            <a:extLst xmlns:a="http://schemas.openxmlformats.org/drawingml/2006/main">
              <a:ext uri="{FF2B5EF4-FFF2-40B4-BE49-F238E27FC236}">
                <a16:creationId xmlns:a16="http://schemas.microsoft.com/office/drawing/2014/main" id="{A0AEC8A2-6BA3-3E40-3E27-52A8C2DC2B42}"/>
              </a:ext>
            </a:extLst>
          </p:cNvPr>
          <p:cNvSpPr>
            <a:spLocks xmlns:a="http://schemas.openxmlformats.org/drawingml/2006/main" noGrp="1"/>
          </p:cNvSpPr>
          <p:nvPr>
            <p:ph type="body" idx="29" hasCustomPrompt="1"/>
          </p:nvPr>
        </p:nvSpPr>
        <p:spPr>
          <a:xfrm xmlns:a="http://schemas.openxmlformats.org/drawingml/2006/main">
            <a:off x="710109" y="5265204"/>
            <a:ext cx="5601791" cy="720000"/>
          </a:xfrm>
        </p:spPr>
        <p:txBody>
          <a:bodyPr xmlns:a="http://schemas.openxmlformats.org/drawingml/2006/main"/>
          <a:lstStyle xmlns:a="http://schemas.openxmlformats.org/drawingml/2006/main">
            <a:lvl1pPr>
              <a:lnSpc>
                <a:spcPct val="100000"/>
              </a:lnSpc>
              <a:spcAft>
                <a:spcPts val="0"/>
              </a:spcAft>
              <a:buNone/>
              <a:tabLst>
                <a:tab pos="1073150" algn="l"/>
              </a:tabLst>
              <a:defRPr sz="1600">
                <a:solidFill>
                  <a:schemeClr val="bg1"/>
                </a:solidFill>
                <a:latin typeface="+mn-lt"/>
                <a:ea typeface="+mn-lt"/>
                <a:cs typeface="+mn-lt"/>
              </a:defRPr>
            </a:lvl1pPr>
            <a:lvl2pPr>
              <a:lnSpc>
                <a:spcPct val="100000"/>
              </a:lnSpc>
              <a:spcAft>
                <a:spcPts val="0"/>
              </a:spcAft>
              <a:buNone/>
              <a:tabLst>
                <a:tab pos="1435100" algn="l"/>
              </a:tabLst>
              <a:defRPr sz="1600">
                <a:solidFill>
                  <a:schemeClr val="bg1"/>
                </a:solidFill>
                <a:latin typeface="+mn-lt"/>
                <a:ea typeface="+mn-lt"/>
                <a:cs typeface="+mn-lt"/>
              </a:defRPr>
            </a:lvl2pPr>
            <a:lvl3pPr marL="0" indent="0">
              <a:lnSpc>
                <a:spcPct val="100000"/>
              </a:lnSpc>
              <a:spcAft>
                <a:spcPts val="0"/>
              </a:spcAft>
              <a:buFontTx/>
              <a:buNone/>
              <a:tabLst>
                <a:tab pos="1435100" algn="l"/>
              </a:tabLst>
              <a:defRPr sz="1600">
                <a:solidFill>
                  <a:schemeClr val="bg1"/>
                </a:solidFill>
                <a:latin typeface="+mn-lt"/>
                <a:ea typeface="+mn-lt"/>
                <a:cs typeface="+mn-lt"/>
              </a:defRPr>
            </a:lvl3pPr>
            <a:lvl4pPr marL="0" indent="0">
              <a:lnSpc>
                <a:spcPct val="100000"/>
              </a:lnSpc>
              <a:spcAft>
                <a:spcPts val="0"/>
              </a:spcAft>
              <a:buFontTx/>
              <a:buNone/>
              <a:tabLst>
                <a:tab pos="1435100" algn="l"/>
              </a:tabLst>
              <a:defRPr sz="1600">
                <a:solidFill>
                  <a:schemeClr val="bg1"/>
                </a:solidFill>
                <a:latin typeface="+mn-lt"/>
                <a:ea typeface="+mn-lt"/>
                <a:cs typeface="+mn-lt"/>
              </a:defRPr>
            </a:lvl4pPr>
            <a:lvl5pPr marL="0" indent="0">
              <a:lnSpc>
                <a:spcPct val="100000"/>
              </a:lnSpc>
              <a:spcAft>
                <a:spcPts val="0"/>
              </a:spcAft>
              <a:buFontTx/>
              <a:buNone/>
              <a:tabLst>
                <a:tab pos="1435100" algn="l"/>
              </a:tabLst>
              <a:defRPr sz="1600">
                <a:solidFill>
                  <a:schemeClr val="bg1"/>
                </a:solidFill>
                <a:latin typeface="+mn-lt"/>
                <a:ea typeface="+mn-lt"/>
                <a:cs typeface="+mn-lt"/>
              </a:defRPr>
            </a:lvl5pPr>
            <a:lvl6pPr marL="0" indent="0">
              <a:lnSpc>
                <a:spcPct val="100000"/>
              </a:lnSpc>
              <a:spcAft>
                <a:spcPts val="0"/>
              </a:spcAft>
              <a:buFontTx/>
              <a:buNone/>
              <a:tabLst>
                <a:tab pos="1435100" algn="l"/>
              </a:tabLst>
              <a:defRPr sz="1600">
                <a:solidFill>
                  <a:schemeClr val="bg1"/>
                </a:solidFill>
                <a:latin typeface="+mn-lt"/>
                <a:ea typeface="+mn-lt"/>
                <a:cs typeface="+mn-lt"/>
              </a:defRPr>
            </a:lvl6pPr>
            <a:lvl7pPr marL="0" indent="0">
              <a:lnSpc>
                <a:spcPct val="100000"/>
              </a:lnSpc>
              <a:spcAft>
                <a:spcPts val="0"/>
              </a:spcAft>
              <a:buFontTx/>
              <a:buNone/>
              <a:tabLst>
                <a:tab pos="1435100" algn="l"/>
              </a:tabLst>
              <a:defRPr sz="1600">
                <a:solidFill>
                  <a:schemeClr val="bg1"/>
                </a:solidFill>
                <a:latin typeface="+mn-lt"/>
                <a:ea typeface="+mn-lt"/>
                <a:cs typeface="+mn-lt"/>
              </a:defRPr>
            </a:lvl7pPr>
            <a:lvl8pPr marL="0" indent="0">
              <a:lnSpc>
                <a:spcPct val="100000"/>
              </a:lnSpc>
              <a:spcAft>
                <a:spcPts val="0"/>
              </a:spcAft>
              <a:buFontTx/>
              <a:buNone/>
              <a:tabLst>
                <a:tab pos="1435100" algn="l"/>
              </a:tabLst>
              <a:defRPr sz="1600">
                <a:solidFill>
                  <a:schemeClr val="bg1"/>
                </a:solidFill>
                <a:latin typeface="+mn-lt"/>
                <a:ea typeface="+mn-lt"/>
                <a:cs typeface="+mn-lt"/>
              </a:defRPr>
            </a:lvl8pPr>
            <a:lvl9pPr marL="0" indent="0">
              <a:lnSpc>
                <a:spcPct val="100000"/>
              </a:lnSpc>
              <a:spcAft>
                <a:spcPts val="0"/>
              </a:spcAft>
              <a:buFontTx/>
              <a:buNone/>
              <a:tabLst>
                <a:tab pos="1435100" algn="l"/>
              </a:tabLst>
              <a:defRPr sz="1600">
                <a:solidFill>
                  <a:schemeClr val="bg1"/>
                </a:solidFill>
                <a:latin typeface="+mn-lt"/>
                <a:ea typeface="+mn-lt"/>
                <a:cs typeface="+mn-lt"/>
              </a:defRPr>
            </a:lvl9pPr>
          </a:lstStyle>
          <a:p xmlns:a="http://schemas.openxmlformats.org/drawingml/2006/main">
            <a:pPr lvl="0">
              <a:buNone/>
            </a:pPr>
            <a:r>
              <a:t>Telefonnummer und E-Mail hinzufügen</a:t>
            </a:r>
          </a:p>
        </p:txBody>
      </p:sp>
      <p:sp>
        <p:nvSpPr>
          <p:cNvPr id="21" name="Bildplatzhalter 39">
            <a:extLst xmlns:a="http://schemas.openxmlformats.org/drawingml/2006/main">
              <a:ext uri="{FF2B5EF4-FFF2-40B4-BE49-F238E27FC236}">
                <a16:creationId xmlns:a16="http://schemas.microsoft.com/office/drawing/2014/main" id="{4E2D2F07-99F7-CEAC-707E-A9AB2AF2DE63}"/>
              </a:ext>
            </a:extLst>
          </p:cNvPr>
          <p:cNvSpPr>
            <a:spLocks xmlns:a="http://schemas.openxmlformats.org/drawingml/2006/main" noGrp="1"/>
          </p:cNvSpPr>
          <p:nvPr>
            <p:ph type="pic" idx="16"/>
          </p:nvPr>
        </p:nvSpPr>
        <p:spPr>
          <a:xfrm xmlns:a="http://schemas.openxmlformats.org/drawingml/2006/main">
            <a:off x="6888336" y="2241116"/>
            <a:ext cx="2232000" cy="2232000"/>
          </a:xfrm>
          <a:prstGeom xmlns:a="http://schemas.openxmlformats.org/drawingml/2006/main" prst="round2DiagRect">
            <a:avLst/>
          </a:prstGeom>
          <a:noFill xmlns:a="http://schemas.openxmlformats.org/drawingml/2006/main"/>
          <a:ln xmlns:a="http://schemas.openxmlformats.org/drawingml/2006/main" w="12700">
            <a:solidFill>
              <a:schemeClr val="bg2"/>
            </a:solidFill>
          </a:ln>
        </p:spPr>
        <p:txBody>
          <a:bodyPr xmlns:a="http://schemas.openxmlformats.org/drawingml/2006/main"/>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3" name="Foliennummernplatzhalter 2">
            <a:extLst xmlns:a="http://schemas.openxmlformats.org/drawingml/2006/main">
              <a:ext uri="{FF2B5EF4-FFF2-40B4-BE49-F238E27FC236}">
                <a16:creationId xmlns:a16="http://schemas.microsoft.com/office/drawing/2014/main" id="{EE34BFBB-E70E-600E-D4F1-0CA5EBBD997E}"/>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r>
              <a:t>Seite </a:t>
            </a:r>
            <a:fld id="{DC907883-A228-4E41-A7BF-33DDF6A01B2A}" type="slidenum">
              <a:t>‹Nr.›</a:t>
            </a:fld>
            <a:endParaRPr/>
          </a:p>
        </p:txBody>
      </p:sp>
      <p:sp>
        <p:nvSpPr>
          <p:cNvPr id="7" name="Datumsplatzhalter 6">
            <a:extLst xmlns:a="http://schemas.openxmlformats.org/drawingml/2006/main">
              <a:ext uri="{FF2B5EF4-FFF2-40B4-BE49-F238E27FC236}">
                <a16:creationId xmlns:a16="http://schemas.microsoft.com/office/drawing/2014/main" id="{5C67DFBD-A45A-A491-66AC-BFBDA1A8322E}"/>
              </a:ext>
            </a:extLst>
          </p:cNvPr>
          <p:cNvSpPr>
            <a:spLocks xmlns:a="http://schemas.openxmlformats.org/drawingml/2006/main" noGrp="1"/>
          </p:cNvSpPr>
          <p:nvPr>
            <p:ph type="dt" idx="30"/>
          </p:nvPr>
        </p:nvSpPr>
        <p:spPr/>
        <p:txBody>
          <a:bodyPr xmlns:a="http://schemas.openxmlformats.org/drawingml/2006/main"/>
          <a:lstStyle xmlns:a="http://schemas.openxmlformats.org/drawingml/2006/main"/>
          <a:p xmlns:a="http://schemas.openxmlformats.org/drawingml/2006/main">
            <a:r>
              <a:t>Intern, TT.MM.JJJJ</a:t>
            </a:r>
            <a:endParaRPr sz="800"/>
          </a:p>
        </p:txBody>
      </p:sp>
    </p:spTree>
  </p:cSld>
</p:sldLayout>
</file>

<file path=ppt/slideLayouts/slideLayout33.xml><?xml version="1.0" encoding="utf-8"?>
<p:sldLayout xmlns:p="http://schemas.openxmlformats.org/presentationml/2006/main" preserve="1" userDrawn="1">
  <p:cSld name="Abschluss und zwei Kontakte">
    <p:spTree>
      <p:nvGrpSpPr>
        <p:cNvPr id="1" name=""/>
        <p:cNvGrpSpPr/>
        <p:nvPr/>
      </p:nvGrpSpPr>
      <p:grpSpPr>
        <a:xfrm xmlns:a="http://schemas.openxmlformats.org/drawingml/2006/main"/>
      </p:grpSpPr>
      <p:sp>
        <p:nvSpPr>
          <p:cNvPr id="10" name="Titel 13">
            <a:extLst xmlns:a="http://schemas.openxmlformats.org/drawingml/2006/main">
              <a:ext uri="{FF2B5EF4-FFF2-40B4-BE49-F238E27FC236}">
                <a16:creationId xmlns:a16="http://schemas.microsoft.com/office/drawing/2014/main" id="{2066A9E2-F75C-9F61-086B-9CAEFB10E29F}"/>
              </a:ext>
            </a:extLst>
          </p:cNvPr>
          <p:cNvSpPr>
            <a:spLocks xmlns:a="http://schemas.openxmlformats.org/drawingml/2006/main" noGrp="1"/>
          </p:cNvSpPr>
          <p:nvPr/>
        </p:nvSpPr>
        <p:spPr>
          <a:xfrm xmlns:a="http://schemas.openxmlformats.org/drawingml/2006/main" rot="0" flipH="0" flipV="0">
            <a:off x="7536160" y="2958054"/>
            <a:ext cx="741680" cy="772583"/>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6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1" name="Titel 13">
            <a:extLst xmlns:a="http://schemas.openxmlformats.org/drawingml/2006/main">
              <a:ext uri="{FF2B5EF4-FFF2-40B4-BE49-F238E27FC236}">
                <a16:creationId xmlns:a16="http://schemas.microsoft.com/office/drawing/2014/main" id="{807E8EF6-4B78-2D4D-BAB6-4732C7DC7CA9}"/>
              </a:ext>
            </a:extLst>
          </p:cNvPr>
          <p:cNvSpPr>
            <a:spLocks xmlns:a="http://schemas.openxmlformats.org/drawingml/2006/main" noGrp="1"/>
          </p:cNvSpPr>
          <p:nvPr/>
        </p:nvSpPr>
        <p:spPr>
          <a:xfrm xmlns:a="http://schemas.openxmlformats.org/drawingml/2006/main" rot="0" flipH="0" flipV="0">
            <a:off x="8533965" y="2779999"/>
            <a:ext cx="1867340" cy="1945144"/>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6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2" name="Titel 13">
            <a:extLst xmlns:a="http://schemas.openxmlformats.org/drawingml/2006/main">
              <a:ext uri="{FF2B5EF4-FFF2-40B4-BE49-F238E27FC236}">
                <a16:creationId xmlns:a16="http://schemas.microsoft.com/office/drawing/2014/main" id="{44C4C5F8-FB1E-D273-ABEE-59C9B2C606AB}"/>
              </a:ext>
            </a:extLst>
          </p:cNvPr>
          <p:cNvSpPr>
            <a:spLocks xmlns:a="http://schemas.openxmlformats.org/drawingml/2006/main" noGrp="1"/>
          </p:cNvSpPr>
          <p:nvPr/>
        </p:nvSpPr>
        <p:spPr>
          <a:xfrm xmlns:a="http://schemas.openxmlformats.org/drawingml/2006/main" rot="0" flipH="0" flipV="0">
            <a:off x="7536160" y="1527007"/>
            <a:ext cx="1149403" cy="1197294"/>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6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3" name="Titel 13">
            <a:extLst xmlns:a="http://schemas.openxmlformats.org/drawingml/2006/main">
              <a:ext uri="{FF2B5EF4-FFF2-40B4-BE49-F238E27FC236}">
                <a16:creationId xmlns:a16="http://schemas.microsoft.com/office/drawing/2014/main" id="{8895D62F-AC6C-39E9-E968-9C9DD70B24CD}"/>
              </a:ext>
            </a:extLst>
          </p:cNvPr>
          <p:cNvSpPr>
            <a:spLocks xmlns:a="http://schemas.openxmlformats.org/drawingml/2006/main" noGrp="1"/>
          </p:cNvSpPr>
          <p:nvPr/>
        </p:nvSpPr>
        <p:spPr>
          <a:xfrm xmlns:a="http://schemas.openxmlformats.org/drawingml/2006/main" rot="0" flipH="0" flipV="0">
            <a:off x="8155069" y="1880669"/>
            <a:ext cx="1326235" cy="1381494"/>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6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4" name="Titel 13">
            <a:extLst xmlns:a="http://schemas.openxmlformats.org/drawingml/2006/main">
              <a:ext uri="{FF2B5EF4-FFF2-40B4-BE49-F238E27FC236}">
                <a16:creationId xmlns:a16="http://schemas.microsoft.com/office/drawing/2014/main" id="{8FBDE68F-40CF-704A-8FCB-5CAD8EFFAA84}"/>
              </a:ext>
            </a:extLst>
          </p:cNvPr>
          <p:cNvSpPr>
            <a:spLocks xmlns:a="http://schemas.openxmlformats.org/drawingml/2006/main" noGrp="1"/>
          </p:cNvSpPr>
          <p:nvPr/>
        </p:nvSpPr>
        <p:spPr>
          <a:xfrm xmlns:a="http://schemas.openxmlformats.org/drawingml/2006/main" rot="0" flipH="0" flipV="0">
            <a:off x="8420317" y="908098"/>
            <a:ext cx="707324" cy="736797"/>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6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5" name="Titel 13">
            <a:extLst xmlns:a="http://schemas.openxmlformats.org/drawingml/2006/main">
              <a:ext uri="{FF2B5EF4-FFF2-40B4-BE49-F238E27FC236}">
                <a16:creationId xmlns:a16="http://schemas.microsoft.com/office/drawing/2014/main" id="{798938D2-DAFA-9145-D2D5-71F123C27187}"/>
              </a:ext>
            </a:extLst>
          </p:cNvPr>
          <p:cNvSpPr>
            <a:spLocks xmlns:a="http://schemas.openxmlformats.org/drawingml/2006/main" noGrp="1"/>
          </p:cNvSpPr>
          <p:nvPr/>
        </p:nvSpPr>
        <p:spPr>
          <a:xfrm xmlns:a="http://schemas.openxmlformats.org/drawingml/2006/main" rot="0" flipH="0" flipV="0">
            <a:off x="8950324" y="1084929"/>
            <a:ext cx="973058" cy="1013603"/>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6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6" name="Titel 13">
            <a:extLst xmlns:a="http://schemas.openxmlformats.org/drawingml/2006/main">
              <a:ext uri="{FF2B5EF4-FFF2-40B4-BE49-F238E27FC236}">
                <a16:creationId xmlns:a16="http://schemas.microsoft.com/office/drawing/2014/main" id="{28778CF2-96CB-3EED-7363-147FFE26489A}"/>
              </a:ext>
            </a:extLst>
          </p:cNvPr>
          <p:cNvSpPr>
            <a:spLocks xmlns:a="http://schemas.openxmlformats.org/drawingml/2006/main" noGrp="1"/>
          </p:cNvSpPr>
          <p:nvPr/>
        </p:nvSpPr>
        <p:spPr>
          <a:xfrm xmlns:a="http://schemas.openxmlformats.org/drawingml/2006/main" rot="0" flipH="0" flipV="0">
            <a:off x="9658136" y="1335004"/>
            <a:ext cx="1679897" cy="1749894"/>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6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7" name="Titel 13">
            <a:extLst xmlns:a="http://schemas.openxmlformats.org/drawingml/2006/main">
              <a:ext uri="{FF2B5EF4-FFF2-40B4-BE49-F238E27FC236}">
                <a16:creationId xmlns:a16="http://schemas.microsoft.com/office/drawing/2014/main" id="{F27A2AA0-6E44-66E5-395B-A21DA2DE6D42}"/>
              </a:ext>
            </a:extLst>
          </p:cNvPr>
          <p:cNvSpPr>
            <a:spLocks xmlns:a="http://schemas.openxmlformats.org/drawingml/2006/main" noGrp="1"/>
          </p:cNvSpPr>
          <p:nvPr/>
        </p:nvSpPr>
        <p:spPr>
          <a:xfrm xmlns:a="http://schemas.openxmlformats.org/drawingml/2006/main" rot="0" flipH="0" flipV="0">
            <a:off x="10011798" y="2411163"/>
            <a:ext cx="933669" cy="972572"/>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6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8" name="Titel 13">
            <a:extLst xmlns:a="http://schemas.openxmlformats.org/drawingml/2006/main">
              <a:ext uri="{FF2B5EF4-FFF2-40B4-BE49-F238E27FC236}">
                <a16:creationId xmlns:a16="http://schemas.microsoft.com/office/drawing/2014/main" id="{C7055918-0E70-B034-9820-95B8B906E20B}"/>
              </a:ext>
            </a:extLst>
          </p:cNvPr>
          <p:cNvSpPr>
            <a:spLocks xmlns:a="http://schemas.openxmlformats.org/drawingml/2006/main" noGrp="1"/>
          </p:cNvSpPr>
          <p:nvPr/>
        </p:nvSpPr>
        <p:spPr>
          <a:xfrm xmlns:a="http://schemas.openxmlformats.org/drawingml/2006/main" rot="0" flipH="0" flipV="0">
            <a:off x="11249616" y="1527007"/>
            <a:ext cx="679031" cy="707325"/>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6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6" name="Topline">
            <a:extLst xmlns:a="http://schemas.openxmlformats.org/drawingml/2006/main">
              <a:ext uri="{FF2B5EF4-FFF2-40B4-BE49-F238E27FC236}">
                <a16:creationId xmlns:a16="http://schemas.microsoft.com/office/drawing/2014/main" id="{C7050113-4006-19DB-B564-30690108E137}"/>
              </a:ext>
            </a:extLst>
          </p:cNvPr>
          <p:cNvSpPr>
            <a:spLocks xmlns:a="http://schemas.openxmlformats.org/drawingml/2006/main" noGrp="1"/>
          </p:cNvSpPr>
          <p:nvPr>
            <p:ph type="body" idx="26" hasCustomPrompt="1"/>
          </p:nvPr>
        </p:nvSpPr>
        <p:spPr>
          <a:xfrm xmlns:a="http://schemas.openxmlformats.org/drawingml/2006/main">
            <a:off x="695401" y="548680"/>
            <a:ext cx="10296000" cy="288000"/>
          </a:xfrm>
        </p:spPr>
        <p:txBody>
          <a:bodyPr xmlns:a="http://schemas.openxmlformats.org/drawingml/2006/main" anchor="b"/>
          <a:lstStyle xmlns:a="http://schemas.openxmlformats.org/drawingml/2006/main">
            <a:lvl1pPr marL="0" indent="0">
              <a:spcAft>
                <a:spcPts val="0"/>
              </a:spcAft>
              <a:buFontTx/>
              <a:buNone/>
              <a:defRPr sz="1400">
                <a:solidFill>
                  <a:schemeClr val="bg2"/>
                </a:solidFill>
                <a:latin typeface="+mn-lt"/>
                <a:ea typeface="+mn-lt"/>
                <a:cs typeface="+mn-lt"/>
              </a:defRPr>
            </a:lvl1pPr>
            <a:lvl2pPr marL="0" indent="0">
              <a:spcAft>
                <a:spcPts val="0"/>
              </a:spcAft>
              <a:buFontTx/>
              <a:buNone/>
              <a:defRPr sz="1400">
                <a:solidFill>
                  <a:schemeClr val="bg2"/>
                </a:solidFill>
                <a:latin typeface="+mn-lt"/>
                <a:ea typeface="+mn-lt"/>
                <a:cs typeface="+mn-lt"/>
              </a:defRPr>
            </a:lvl2pPr>
            <a:lvl3pPr marL="0" indent="0">
              <a:spcAft>
                <a:spcPts val="0"/>
              </a:spcAft>
              <a:buFontTx/>
              <a:buNone/>
              <a:defRPr sz="1400">
                <a:solidFill>
                  <a:schemeClr val="bg2"/>
                </a:solidFill>
                <a:latin typeface="+mn-lt"/>
                <a:ea typeface="+mn-lt"/>
                <a:cs typeface="+mn-lt"/>
              </a:defRPr>
            </a:lvl3pPr>
            <a:lvl4pPr marL="0" indent="0">
              <a:spcAft>
                <a:spcPts val="0"/>
              </a:spcAft>
              <a:buFontTx/>
              <a:buNone/>
              <a:defRPr sz="1400">
                <a:solidFill>
                  <a:schemeClr val="bg2"/>
                </a:solidFill>
                <a:latin typeface="+mn-lt"/>
                <a:ea typeface="+mn-lt"/>
                <a:cs typeface="+mn-lt"/>
              </a:defRPr>
            </a:lvl4pPr>
            <a:lvl5pPr marL="0" indent="0">
              <a:spcAft>
                <a:spcPts val="0"/>
              </a:spcAft>
              <a:buFontTx/>
              <a:buNone/>
              <a:defRPr sz="1400">
                <a:solidFill>
                  <a:schemeClr val="bg2"/>
                </a:solidFill>
                <a:latin typeface="+mn-lt"/>
                <a:ea typeface="+mn-lt"/>
                <a:cs typeface="+mn-lt"/>
              </a:defRPr>
            </a:lvl5pPr>
            <a:lvl6pPr marL="0" indent="0">
              <a:spcAft>
                <a:spcPts val="0"/>
              </a:spcAft>
              <a:buFontTx/>
              <a:buNone/>
              <a:defRPr sz="1400">
                <a:solidFill>
                  <a:schemeClr val="bg2"/>
                </a:solidFill>
                <a:latin typeface="+mn-lt"/>
                <a:ea typeface="+mn-lt"/>
                <a:cs typeface="+mn-lt"/>
              </a:defRPr>
            </a:lvl6pPr>
            <a:lvl7pPr marL="0" indent="0">
              <a:spcAft>
                <a:spcPts val="0"/>
              </a:spcAft>
              <a:buFontTx/>
              <a:buNone/>
              <a:defRPr sz="1400">
                <a:solidFill>
                  <a:schemeClr val="bg2"/>
                </a:solidFill>
                <a:latin typeface="+mn-lt"/>
                <a:ea typeface="+mn-lt"/>
                <a:cs typeface="+mn-lt"/>
              </a:defRPr>
            </a:lvl7pPr>
            <a:lvl8pPr marL="0" indent="0">
              <a:spcAft>
                <a:spcPts val="0"/>
              </a:spcAft>
              <a:buFontTx/>
              <a:buNone/>
              <a:defRPr sz="1400">
                <a:solidFill>
                  <a:schemeClr val="bg2"/>
                </a:solidFill>
                <a:latin typeface="+mn-lt"/>
                <a:ea typeface="+mn-lt"/>
                <a:cs typeface="+mn-lt"/>
              </a:defRPr>
            </a:lvl8pPr>
            <a:lvl9pPr marL="0" indent="0">
              <a:spcAft>
                <a:spcPts val="0"/>
              </a:spcAft>
              <a:buFontTx/>
              <a:buNone/>
              <a:defRPr sz="1400">
                <a:solidFill>
                  <a:schemeClr val="bg2"/>
                </a:solidFill>
                <a:latin typeface="+mn-lt"/>
                <a:ea typeface="+mn-lt"/>
                <a:cs typeface="+mn-lt"/>
              </a:defRPr>
            </a:lvl9pPr>
          </a:lstStyle>
          <a:p xmlns:a="http://schemas.openxmlformats.org/drawingml/2006/main">
            <a:pPr lvl="0">
              <a:buNone/>
            </a:pPr>
            <a:r>
              <a:t>Optionale </a:t>
            </a:r>
            <a:r>
              <a:t>Topline</a:t>
            </a:r>
            <a:r>
              <a:t> hinzufügen</a:t>
            </a:r>
          </a:p>
        </p:txBody>
      </p:sp>
      <p:sp>
        <p:nvSpPr>
          <p:cNvPr id="2" name="Titel 1">
            <a:extLst xmlns:a="http://schemas.openxmlformats.org/drawingml/2006/main">
              <a:ext uri="{FF2B5EF4-FFF2-40B4-BE49-F238E27FC236}">
                <a16:creationId xmlns:a16="http://schemas.microsoft.com/office/drawing/2014/main" id="{95F5EA0C-AD02-1069-6BEE-966D04DE8CAE}"/>
              </a:ext>
            </a:extLst>
          </p:cNvPr>
          <p:cNvSpPr>
            <a:spLocks xmlns:a="http://schemas.openxmlformats.org/drawingml/2006/main" noGrp="1"/>
          </p:cNvSpPr>
          <p:nvPr>
            <p:ph type="title" idx="0" hasCustomPrompt="1"/>
          </p:nvPr>
        </p:nvSpPr>
        <p:spPr>
          <a:xfrm xmlns:a="http://schemas.openxmlformats.org/drawingml/2006/main">
            <a:off x="695325" y="908050"/>
            <a:ext cx="5616575" cy="1872000"/>
          </a:xfrm>
        </p:spPr>
        <p:txBody>
          <a:bodyPr xmlns:a="http://schemas.openxmlformats.org/drawingml/2006/main" anchor="b"/>
          <a:lstStyle xmlns:a="http://schemas.openxmlformats.org/drawingml/2006/main">
            <a:lvl1pPr>
              <a:buNone/>
              <a:defRPr sz="4400"/>
            </a:lvl1pPr>
          </a:lstStyle>
          <a:p xmlns:a="http://schemas.openxmlformats.org/drawingml/2006/main">
            <a:r>
              <a:t>Abschlussbotschaft</a:t>
            </a:r>
            <a:r>
              <a:t> hinzufügen</a:t>
            </a:r>
          </a:p>
        </p:txBody>
      </p:sp>
      <p:sp>
        <p:nvSpPr>
          <p:cNvPr id="5" name="Rechteck: diagonal liegende Ecken abgerundet 4">
            <a:extLst xmlns:a="http://schemas.openxmlformats.org/drawingml/2006/main">
              <a:ext uri="{FF2B5EF4-FFF2-40B4-BE49-F238E27FC236}">
                <a16:creationId xmlns:a16="http://schemas.microsoft.com/office/drawing/2014/main" id="{D0E2FD61-C071-96AA-3DF1-AE3E79F58DE4}"/>
              </a:ext>
            </a:extLst>
          </p:cNvPr>
          <p:cNvSpPr>
            <a:spLocks xmlns:a="http://schemas.openxmlformats.org/drawingml/2006/main" noGrp="1"/>
          </p:cNvSpPr>
          <p:nvPr/>
        </p:nvSpPr>
        <p:spPr>
          <a:xfrm xmlns:a="http://schemas.openxmlformats.org/drawingml/2006/main">
            <a:off x="334962" y="3537012"/>
            <a:ext cx="5256000" cy="2771972"/>
          </a:xfrm>
          <a:prstGeom xmlns:a="http://schemas.openxmlformats.org/drawingml/2006/main" prst="round2DiagRect">
            <a:avLst>
              <a:gd name="adj1" fmla="val 14462"/>
              <a:gd name="adj2" fmla="val 0"/>
            </a:avLst>
          </a:prstGeom>
          <a:gradFill xmlns:a="http://schemas.openxmlformats.org/drawingml/2006/main">
            <a:gsLst>
              <a:gs pos="0">
                <a:srgbClr val="9B348E"/>
              </a:gs>
              <a:gs pos="36000">
                <a:schemeClr val="bg2"/>
              </a:gs>
            </a:gsLst>
            <a:lin ang="13200000" scaled="0"/>
          </a:gra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300"/>
              </a:spcBef>
              <a:spcAft>
                <a:spcPts val="300"/>
              </a:spcAft>
              <a:buNone/>
            </a:pPr>
            <a:endParaRPr sz="2000">
              <a:solidFill>
                <a:schemeClr val="tx1"/>
              </a:solidFill>
            </a:endParaRPr>
          </a:p>
        </p:txBody>
      </p:sp>
      <p:sp>
        <p:nvSpPr>
          <p:cNvPr id="8" name="Name">
            <a:extLst xmlns:a="http://schemas.openxmlformats.org/drawingml/2006/main">
              <a:ext uri="{FF2B5EF4-FFF2-40B4-BE49-F238E27FC236}">
                <a16:creationId xmlns:a16="http://schemas.microsoft.com/office/drawing/2014/main" id="{1A200081-5830-3962-E5B1-8ADCED7C1627}"/>
              </a:ext>
            </a:extLst>
          </p:cNvPr>
          <p:cNvSpPr>
            <a:spLocks xmlns:a="http://schemas.openxmlformats.org/drawingml/2006/main" noGrp="1"/>
          </p:cNvSpPr>
          <p:nvPr>
            <p:ph type="body" idx="27" hasCustomPrompt="1"/>
          </p:nvPr>
        </p:nvSpPr>
        <p:spPr>
          <a:xfrm xmlns:a="http://schemas.openxmlformats.org/drawingml/2006/main">
            <a:off x="710110" y="3897052"/>
            <a:ext cx="3369766" cy="540060"/>
          </a:xfrm>
        </p:spPr>
        <p:txBody>
          <a:bodyPr xmlns:a="http://schemas.openxmlformats.org/drawingml/2006/main"/>
          <a:lstStyle xmlns:a="http://schemas.openxmlformats.org/drawingml/2006/main">
            <a:lvl1pPr>
              <a:lnSpc>
                <a:spcPct val="100000"/>
              </a:lnSpc>
              <a:spcAft>
                <a:spcPts val="0"/>
              </a:spcAft>
              <a:buNone/>
              <a:defRPr sz="2400" b="0">
                <a:solidFill>
                  <a:schemeClr val="bg1"/>
                </a:solidFill>
                <a:latin typeface="+mj-lt"/>
                <a:ea typeface="+mj-lt"/>
                <a:cs typeface="+mj-lt"/>
              </a:defRPr>
            </a:lvl1pPr>
            <a:lvl2pPr>
              <a:lnSpc>
                <a:spcPct val="100000"/>
              </a:lnSpc>
              <a:spcAft>
                <a:spcPts val="0"/>
              </a:spcAft>
              <a:buNone/>
              <a:defRPr sz="2400" b="0">
                <a:solidFill>
                  <a:schemeClr val="bg1"/>
                </a:solidFill>
                <a:latin typeface="+mj-lt"/>
                <a:ea typeface="+mj-lt"/>
                <a:cs typeface="+mj-lt"/>
              </a:defRPr>
            </a:lvl2pPr>
            <a:lvl3pPr marL="0" indent="0">
              <a:lnSpc>
                <a:spcPct val="100000"/>
              </a:lnSpc>
              <a:spcAft>
                <a:spcPts val="0"/>
              </a:spcAft>
              <a:buFontTx/>
              <a:buNone/>
              <a:defRPr sz="2400" b="0">
                <a:solidFill>
                  <a:schemeClr val="bg1"/>
                </a:solidFill>
                <a:latin typeface="+mj-lt"/>
                <a:ea typeface="+mj-lt"/>
                <a:cs typeface="+mj-lt"/>
              </a:defRPr>
            </a:lvl3pPr>
            <a:lvl4pPr marL="0" indent="0">
              <a:lnSpc>
                <a:spcPct val="100000"/>
              </a:lnSpc>
              <a:spcAft>
                <a:spcPts val="0"/>
              </a:spcAft>
              <a:buFontTx/>
              <a:buNone/>
              <a:defRPr sz="2400" b="0">
                <a:solidFill>
                  <a:schemeClr val="bg1"/>
                </a:solidFill>
                <a:latin typeface="+mj-lt"/>
                <a:ea typeface="+mj-lt"/>
                <a:cs typeface="+mj-lt"/>
              </a:defRPr>
            </a:lvl4pPr>
            <a:lvl5pPr marL="0" indent="0">
              <a:lnSpc>
                <a:spcPct val="100000"/>
              </a:lnSpc>
              <a:spcAft>
                <a:spcPts val="0"/>
              </a:spcAft>
              <a:buFontTx/>
              <a:buNone/>
              <a:defRPr sz="2400" b="0">
                <a:solidFill>
                  <a:schemeClr val="bg1"/>
                </a:solidFill>
                <a:latin typeface="+mj-lt"/>
                <a:ea typeface="+mj-lt"/>
                <a:cs typeface="+mj-lt"/>
              </a:defRPr>
            </a:lvl5pPr>
            <a:lvl6pPr marL="0" indent="0">
              <a:lnSpc>
                <a:spcPct val="100000"/>
              </a:lnSpc>
              <a:spcAft>
                <a:spcPts val="0"/>
              </a:spcAft>
              <a:buFontTx/>
              <a:buNone/>
              <a:defRPr sz="2400" b="0">
                <a:solidFill>
                  <a:schemeClr val="bg1"/>
                </a:solidFill>
                <a:latin typeface="+mj-lt"/>
                <a:ea typeface="+mj-lt"/>
                <a:cs typeface="+mj-lt"/>
              </a:defRPr>
            </a:lvl6pPr>
            <a:lvl7pPr marL="0" indent="0">
              <a:lnSpc>
                <a:spcPct val="100000"/>
              </a:lnSpc>
              <a:spcAft>
                <a:spcPts val="0"/>
              </a:spcAft>
              <a:buFontTx/>
              <a:buNone/>
              <a:defRPr sz="2400" b="0">
                <a:solidFill>
                  <a:schemeClr val="bg1"/>
                </a:solidFill>
                <a:latin typeface="+mj-lt"/>
                <a:ea typeface="+mj-lt"/>
                <a:cs typeface="+mj-lt"/>
              </a:defRPr>
            </a:lvl7pPr>
            <a:lvl8pPr marL="0" indent="0">
              <a:lnSpc>
                <a:spcPct val="100000"/>
              </a:lnSpc>
              <a:spcAft>
                <a:spcPts val="0"/>
              </a:spcAft>
              <a:buFontTx/>
              <a:buNone/>
              <a:defRPr sz="2400" b="0">
                <a:solidFill>
                  <a:schemeClr val="bg1"/>
                </a:solidFill>
                <a:latin typeface="+mj-lt"/>
                <a:ea typeface="+mj-lt"/>
                <a:cs typeface="+mj-lt"/>
              </a:defRPr>
            </a:lvl8pPr>
            <a:lvl9pPr marL="0" indent="0">
              <a:lnSpc>
                <a:spcPct val="100000"/>
              </a:lnSpc>
              <a:spcAft>
                <a:spcPts val="0"/>
              </a:spcAft>
              <a:buFontTx/>
              <a:buNone/>
              <a:defRPr sz="2400" b="0">
                <a:solidFill>
                  <a:schemeClr val="bg1"/>
                </a:solidFill>
                <a:latin typeface="+mj-lt"/>
                <a:ea typeface="+mj-lt"/>
                <a:cs typeface="+mj-lt"/>
              </a:defRPr>
            </a:lvl9pPr>
          </a:lstStyle>
          <a:p xmlns:a="http://schemas.openxmlformats.org/drawingml/2006/main">
            <a:pPr lvl="0">
              <a:buNone/>
            </a:pPr>
            <a:r>
              <a:t>Name hinzufügen</a:t>
            </a:r>
          </a:p>
        </p:txBody>
      </p:sp>
      <p:sp>
        <p:nvSpPr>
          <p:cNvPr id="23" name="Funktion">
            <a:extLst xmlns:a="http://schemas.openxmlformats.org/drawingml/2006/main">
              <a:ext uri="{FF2B5EF4-FFF2-40B4-BE49-F238E27FC236}">
                <a16:creationId xmlns:a16="http://schemas.microsoft.com/office/drawing/2014/main" id="{D9E5C0E2-E123-AC6F-BA9D-28F7A4C3848C}"/>
              </a:ext>
            </a:extLst>
          </p:cNvPr>
          <p:cNvSpPr>
            <a:spLocks xmlns:a="http://schemas.openxmlformats.org/drawingml/2006/main" noGrp="1"/>
          </p:cNvSpPr>
          <p:nvPr>
            <p:ph type="body" idx="28" hasCustomPrompt="1"/>
          </p:nvPr>
        </p:nvSpPr>
        <p:spPr>
          <a:xfrm xmlns:a="http://schemas.openxmlformats.org/drawingml/2006/main">
            <a:off x="710110" y="4545124"/>
            <a:ext cx="3369766" cy="360000"/>
          </a:xfrm>
        </p:spPr>
        <p:txBody>
          <a:bodyPr xmlns:a="http://schemas.openxmlformats.org/drawingml/2006/main"/>
          <a:lstStyle xmlns:a="http://schemas.openxmlformats.org/drawingml/2006/main">
            <a:lvl1pPr>
              <a:lnSpc>
                <a:spcPct val="100000"/>
              </a:lnSpc>
              <a:spcAft>
                <a:spcPts val="0"/>
              </a:spcAft>
              <a:buNone/>
              <a:defRPr sz="1800">
                <a:solidFill>
                  <a:schemeClr val="bg1"/>
                </a:solidFill>
                <a:latin typeface="+mj-lt"/>
                <a:ea typeface="+mj-lt"/>
                <a:cs typeface="+mj-lt"/>
              </a:defRPr>
            </a:lvl1pPr>
            <a:lvl2pPr>
              <a:lnSpc>
                <a:spcPct val="100000"/>
              </a:lnSpc>
              <a:spcAft>
                <a:spcPts val="0"/>
              </a:spcAft>
              <a:buNone/>
              <a:defRPr sz="1800">
                <a:solidFill>
                  <a:schemeClr val="bg1"/>
                </a:solidFill>
                <a:latin typeface="+mj-lt"/>
                <a:ea typeface="+mj-lt"/>
                <a:cs typeface="+mj-lt"/>
              </a:defRPr>
            </a:lvl2pPr>
            <a:lvl3pPr marL="0" indent="0">
              <a:lnSpc>
                <a:spcPct val="100000"/>
              </a:lnSpc>
              <a:spcAft>
                <a:spcPts val="0"/>
              </a:spcAft>
              <a:buFontTx/>
              <a:buNone/>
              <a:defRPr sz="1800">
                <a:solidFill>
                  <a:schemeClr val="bg1"/>
                </a:solidFill>
                <a:latin typeface="+mj-lt"/>
                <a:ea typeface="+mj-lt"/>
                <a:cs typeface="+mj-lt"/>
              </a:defRPr>
            </a:lvl3pPr>
            <a:lvl4pPr marL="0" indent="0">
              <a:lnSpc>
                <a:spcPct val="100000"/>
              </a:lnSpc>
              <a:spcAft>
                <a:spcPts val="0"/>
              </a:spcAft>
              <a:buFontTx/>
              <a:buNone/>
              <a:defRPr sz="1800">
                <a:solidFill>
                  <a:schemeClr val="bg1"/>
                </a:solidFill>
                <a:latin typeface="+mj-lt"/>
                <a:ea typeface="+mj-lt"/>
                <a:cs typeface="+mj-lt"/>
              </a:defRPr>
            </a:lvl4pPr>
            <a:lvl5pPr marL="0" indent="0">
              <a:lnSpc>
                <a:spcPct val="100000"/>
              </a:lnSpc>
              <a:spcAft>
                <a:spcPts val="0"/>
              </a:spcAft>
              <a:buFontTx/>
              <a:buNone/>
              <a:defRPr sz="1800">
                <a:solidFill>
                  <a:schemeClr val="bg1"/>
                </a:solidFill>
                <a:latin typeface="+mj-lt"/>
                <a:ea typeface="+mj-lt"/>
                <a:cs typeface="+mj-lt"/>
              </a:defRPr>
            </a:lvl5pPr>
            <a:lvl6pPr marL="0" indent="0">
              <a:lnSpc>
                <a:spcPct val="100000"/>
              </a:lnSpc>
              <a:spcAft>
                <a:spcPts val="0"/>
              </a:spcAft>
              <a:buFontTx/>
              <a:buNone/>
              <a:defRPr sz="1800">
                <a:solidFill>
                  <a:schemeClr val="bg1"/>
                </a:solidFill>
                <a:latin typeface="+mj-lt"/>
                <a:ea typeface="+mj-lt"/>
                <a:cs typeface="+mj-lt"/>
              </a:defRPr>
            </a:lvl6pPr>
            <a:lvl7pPr marL="0" indent="0">
              <a:lnSpc>
                <a:spcPct val="100000"/>
              </a:lnSpc>
              <a:spcAft>
                <a:spcPts val="0"/>
              </a:spcAft>
              <a:buFontTx/>
              <a:buNone/>
              <a:defRPr sz="1800">
                <a:solidFill>
                  <a:schemeClr val="bg1"/>
                </a:solidFill>
                <a:latin typeface="+mj-lt"/>
                <a:ea typeface="+mj-lt"/>
                <a:cs typeface="+mj-lt"/>
              </a:defRPr>
            </a:lvl7pPr>
            <a:lvl8pPr marL="0" indent="0">
              <a:lnSpc>
                <a:spcPct val="100000"/>
              </a:lnSpc>
              <a:spcAft>
                <a:spcPts val="0"/>
              </a:spcAft>
              <a:buFontTx/>
              <a:buNone/>
              <a:defRPr sz="1800">
                <a:solidFill>
                  <a:schemeClr val="bg1"/>
                </a:solidFill>
                <a:latin typeface="+mj-lt"/>
                <a:ea typeface="+mj-lt"/>
                <a:cs typeface="+mj-lt"/>
              </a:defRPr>
            </a:lvl8pPr>
            <a:lvl9pPr marL="0" indent="0">
              <a:lnSpc>
                <a:spcPct val="100000"/>
              </a:lnSpc>
              <a:spcAft>
                <a:spcPts val="0"/>
              </a:spcAft>
              <a:buFontTx/>
              <a:buNone/>
              <a:defRPr sz="1800">
                <a:solidFill>
                  <a:schemeClr val="bg1"/>
                </a:solidFill>
                <a:latin typeface="+mj-lt"/>
                <a:ea typeface="+mj-lt"/>
                <a:cs typeface="+mj-lt"/>
              </a:defRPr>
            </a:lvl9pPr>
          </a:lstStyle>
          <a:p xmlns:a="http://schemas.openxmlformats.org/drawingml/2006/main">
            <a:pPr lvl="0">
              <a:buNone/>
            </a:pPr>
            <a:r>
              <a:t>Funktion hinzufügen</a:t>
            </a:r>
          </a:p>
        </p:txBody>
      </p:sp>
      <p:sp>
        <p:nvSpPr>
          <p:cNvPr id="24" name="Telefon">
            <a:extLst xmlns:a="http://schemas.openxmlformats.org/drawingml/2006/main">
              <a:ext uri="{FF2B5EF4-FFF2-40B4-BE49-F238E27FC236}">
                <a16:creationId xmlns:a16="http://schemas.microsoft.com/office/drawing/2014/main" id="{A0AEC8A2-6BA3-3E40-3E27-52A8C2DC2B42}"/>
              </a:ext>
            </a:extLst>
          </p:cNvPr>
          <p:cNvSpPr>
            <a:spLocks xmlns:a="http://schemas.openxmlformats.org/drawingml/2006/main" noGrp="1"/>
          </p:cNvSpPr>
          <p:nvPr>
            <p:ph type="body" idx="29" hasCustomPrompt="1"/>
          </p:nvPr>
        </p:nvSpPr>
        <p:spPr>
          <a:xfrm xmlns:a="http://schemas.openxmlformats.org/drawingml/2006/main">
            <a:off x="710110" y="5265204"/>
            <a:ext cx="4536000" cy="720000"/>
          </a:xfrm>
        </p:spPr>
        <p:txBody>
          <a:bodyPr xmlns:a="http://schemas.openxmlformats.org/drawingml/2006/main"/>
          <a:lstStyle xmlns:a="http://schemas.openxmlformats.org/drawingml/2006/main">
            <a:lvl1pPr>
              <a:lnSpc>
                <a:spcPct val="100000"/>
              </a:lnSpc>
              <a:spcAft>
                <a:spcPts val="0"/>
              </a:spcAft>
              <a:buNone/>
              <a:tabLst>
                <a:tab pos="812800" algn="l"/>
              </a:tabLst>
              <a:defRPr sz="1600">
                <a:solidFill>
                  <a:schemeClr val="bg1"/>
                </a:solidFill>
                <a:latin typeface="+mn-lt"/>
                <a:ea typeface="+mn-lt"/>
                <a:cs typeface="+mn-lt"/>
              </a:defRPr>
            </a:lvl1pPr>
            <a:lvl2pPr>
              <a:lnSpc>
                <a:spcPct val="100000"/>
              </a:lnSpc>
              <a:spcAft>
                <a:spcPts val="0"/>
              </a:spcAft>
              <a:buNone/>
              <a:tabLst>
                <a:tab pos="1435100" algn="l"/>
              </a:tabLst>
              <a:defRPr sz="1600">
                <a:solidFill>
                  <a:schemeClr val="bg1"/>
                </a:solidFill>
                <a:latin typeface="+mn-lt"/>
                <a:ea typeface="+mn-lt"/>
                <a:cs typeface="+mn-lt"/>
              </a:defRPr>
            </a:lvl2pPr>
            <a:lvl3pPr marL="0" indent="0">
              <a:lnSpc>
                <a:spcPct val="100000"/>
              </a:lnSpc>
              <a:spcAft>
                <a:spcPts val="0"/>
              </a:spcAft>
              <a:buFontTx/>
              <a:buNone/>
              <a:tabLst>
                <a:tab pos="1435100" algn="l"/>
              </a:tabLst>
              <a:defRPr sz="1600">
                <a:solidFill>
                  <a:schemeClr val="bg1"/>
                </a:solidFill>
                <a:latin typeface="+mn-lt"/>
                <a:ea typeface="+mn-lt"/>
                <a:cs typeface="+mn-lt"/>
              </a:defRPr>
            </a:lvl3pPr>
            <a:lvl4pPr marL="0" indent="0">
              <a:lnSpc>
                <a:spcPct val="100000"/>
              </a:lnSpc>
              <a:spcAft>
                <a:spcPts val="0"/>
              </a:spcAft>
              <a:buFontTx/>
              <a:buNone/>
              <a:tabLst>
                <a:tab pos="1435100" algn="l"/>
              </a:tabLst>
              <a:defRPr sz="1600">
                <a:solidFill>
                  <a:schemeClr val="bg1"/>
                </a:solidFill>
                <a:latin typeface="+mn-lt"/>
                <a:ea typeface="+mn-lt"/>
                <a:cs typeface="+mn-lt"/>
              </a:defRPr>
            </a:lvl4pPr>
            <a:lvl5pPr marL="0" indent="0">
              <a:lnSpc>
                <a:spcPct val="100000"/>
              </a:lnSpc>
              <a:spcAft>
                <a:spcPts val="0"/>
              </a:spcAft>
              <a:buFontTx/>
              <a:buNone/>
              <a:tabLst>
                <a:tab pos="1435100" algn="l"/>
              </a:tabLst>
              <a:defRPr sz="1600">
                <a:solidFill>
                  <a:schemeClr val="bg1"/>
                </a:solidFill>
                <a:latin typeface="+mn-lt"/>
                <a:ea typeface="+mn-lt"/>
                <a:cs typeface="+mn-lt"/>
              </a:defRPr>
            </a:lvl5pPr>
            <a:lvl6pPr marL="0" indent="0">
              <a:lnSpc>
                <a:spcPct val="100000"/>
              </a:lnSpc>
              <a:spcAft>
                <a:spcPts val="0"/>
              </a:spcAft>
              <a:buFontTx/>
              <a:buNone/>
              <a:tabLst>
                <a:tab pos="1435100" algn="l"/>
              </a:tabLst>
              <a:defRPr sz="1600">
                <a:solidFill>
                  <a:schemeClr val="bg1"/>
                </a:solidFill>
                <a:latin typeface="+mn-lt"/>
                <a:ea typeface="+mn-lt"/>
                <a:cs typeface="+mn-lt"/>
              </a:defRPr>
            </a:lvl6pPr>
            <a:lvl7pPr marL="0" indent="0">
              <a:lnSpc>
                <a:spcPct val="100000"/>
              </a:lnSpc>
              <a:spcAft>
                <a:spcPts val="0"/>
              </a:spcAft>
              <a:buFontTx/>
              <a:buNone/>
              <a:tabLst>
                <a:tab pos="1435100" algn="l"/>
              </a:tabLst>
              <a:defRPr sz="1600">
                <a:solidFill>
                  <a:schemeClr val="bg1"/>
                </a:solidFill>
                <a:latin typeface="+mn-lt"/>
                <a:ea typeface="+mn-lt"/>
                <a:cs typeface="+mn-lt"/>
              </a:defRPr>
            </a:lvl7pPr>
            <a:lvl8pPr marL="0" indent="0">
              <a:lnSpc>
                <a:spcPct val="100000"/>
              </a:lnSpc>
              <a:spcAft>
                <a:spcPts val="0"/>
              </a:spcAft>
              <a:buFontTx/>
              <a:buNone/>
              <a:tabLst>
                <a:tab pos="1435100" algn="l"/>
              </a:tabLst>
              <a:defRPr sz="1600">
                <a:solidFill>
                  <a:schemeClr val="bg1"/>
                </a:solidFill>
                <a:latin typeface="+mn-lt"/>
                <a:ea typeface="+mn-lt"/>
                <a:cs typeface="+mn-lt"/>
              </a:defRPr>
            </a:lvl8pPr>
            <a:lvl9pPr marL="0" indent="0">
              <a:lnSpc>
                <a:spcPct val="100000"/>
              </a:lnSpc>
              <a:spcAft>
                <a:spcPts val="0"/>
              </a:spcAft>
              <a:buFontTx/>
              <a:buNone/>
              <a:tabLst>
                <a:tab pos="1435100" algn="l"/>
              </a:tabLst>
              <a:defRPr sz="1600">
                <a:solidFill>
                  <a:schemeClr val="bg1"/>
                </a:solidFill>
                <a:latin typeface="+mn-lt"/>
                <a:ea typeface="+mn-lt"/>
                <a:cs typeface="+mn-lt"/>
              </a:defRPr>
            </a:lvl9pPr>
          </a:lstStyle>
          <a:p xmlns:a="http://schemas.openxmlformats.org/drawingml/2006/main">
            <a:pPr lvl="0">
              <a:buNone/>
            </a:pPr>
            <a:r>
              <a:t>Telefonnummer und E-Mail hinzufügen</a:t>
            </a:r>
          </a:p>
        </p:txBody>
      </p:sp>
      <p:sp>
        <p:nvSpPr>
          <p:cNvPr id="21" name="Bildplatzhalter 39">
            <a:extLst xmlns:a="http://schemas.openxmlformats.org/drawingml/2006/main">
              <a:ext uri="{FF2B5EF4-FFF2-40B4-BE49-F238E27FC236}">
                <a16:creationId xmlns:a16="http://schemas.microsoft.com/office/drawing/2014/main" id="{4E2D2F07-99F7-CEAC-707E-A9AB2AF2DE63}"/>
              </a:ext>
            </a:extLst>
          </p:cNvPr>
          <p:cNvSpPr>
            <a:spLocks xmlns:a="http://schemas.openxmlformats.org/drawingml/2006/main" noGrp="1"/>
          </p:cNvSpPr>
          <p:nvPr>
            <p:ph type="pic" idx="16"/>
          </p:nvPr>
        </p:nvSpPr>
        <p:spPr>
          <a:xfrm xmlns:a="http://schemas.openxmlformats.org/drawingml/2006/main">
            <a:off x="4440239" y="3213399"/>
            <a:ext cx="1511745" cy="1511745"/>
          </a:xfrm>
          <a:prstGeom xmlns:a="http://schemas.openxmlformats.org/drawingml/2006/main" prst="round2DiagRect">
            <a:avLst/>
          </a:prstGeom>
          <a:noFill xmlns:a="http://schemas.openxmlformats.org/drawingml/2006/main"/>
          <a:ln xmlns:a="http://schemas.openxmlformats.org/drawingml/2006/main" w="12700">
            <a:solidFill>
              <a:schemeClr val="bg2"/>
            </a:solidFill>
          </a:ln>
        </p:spPr>
        <p:txBody>
          <a:bodyPr xmlns:a="http://schemas.openxmlformats.org/drawingml/2006/main"/>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29" name="Rechteck: diagonal liegende Ecken abgerundet 28">
            <a:extLst xmlns:a="http://schemas.openxmlformats.org/drawingml/2006/main">
              <a:ext uri="{FF2B5EF4-FFF2-40B4-BE49-F238E27FC236}">
                <a16:creationId xmlns:a16="http://schemas.microsoft.com/office/drawing/2014/main" id="{9ED9F000-7DEF-EB6B-26C4-A5B18823361E}"/>
              </a:ext>
            </a:extLst>
          </p:cNvPr>
          <p:cNvSpPr>
            <a:spLocks xmlns:a="http://schemas.openxmlformats.org/drawingml/2006/main" noGrp="1"/>
          </p:cNvSpPr>
          <p:nvPr/>
        </p:nvSpPr>
        <p:spPr>
          <a:xfrm xmlns:a="http://schemas.openxmlformats.org/drawingml/2006/main">
            <a:off x="6312024" y="3537012"/>
            <a:ext cx="5256000" cy="2771972"/>
          </a:xfrm>
          <a:prstGeom xmlns:a="http://schemas.openxmlformats.org/drawingml/2006/main" prst="round2DiagRect">
            <a:avLst>
              <a:gd name="adj1" fmla="val 14462"/>
              <a:gd name="adj2" fmla="val 0"/>
            </a:avLst>
          </a:prstGeom>
          <a:gradFill xmlns:a="http://schemas.openxmlformats.org/drawingml/2006/main">
            <a:gsLst>
              <a:gs pos="0">
                <a:srgbClr val="9B348E"/>
              </a:gs>
              <a:gs pos="36000">
                <a:schemeClr val="bg2"/>
              </a:gs>
            </a:gsLst>
            <a:lin ang="13200000" scaled="0"/>
          </a:gra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300"/>
              </a:spcBef>
              <a:spcAft>
                <a:spcPts val="300"/>
              </a:spcAft>
              <a:buNone/>
            </a:pPr>
            <a:endParaRPr sz="2000">
              <a:solidFill>
                <a:schemeClr val="tx1"/>
              </a:solidFill>
            </a:endParaRPr>
          </a:p>
        </p:txBody>
      </p:sp>
      <p:sp>
        <p:nvSpPr>
          <p:cNvPr id="30" name="Name">
            <a:extLst xmlns:a="http://schemas.openxmlformats.org/drawingml/2006/main">
              <a:ext uri="{FF2B5EF4-FFF2-40B4-BE49-F238E27FC236}">
                <a16:creationId xmlns:a16="http://schemas.microsoft.com/office/drawing/2014/main" id="{3C30F3A2-3652-4EF2-BF7A-985306BD20F0}"/>
              </a:ext>
            </a:extLst>
          </p:cNvPr>
          <p:cNvSpPr>
            <a:spLocks xmlns:a="http://schemas.openxmlformats.org/drawingml/2006/main" noGrp="1"/>
          </p:cNvSpPr>
          <p:nvPr>
            <p:ph type="body" idx="30" hasCustomPrompt="1"/>
          </p:nvPr>
        </p:nvSpPr>
        <p:spPr>
          <a:xfrm xmlns:a="http://schemas.openxmlformats.org/drawingml/2006/main">
            <a:off x="6687172" y="3897052"/>
            <a:ext cx="3369766" cy="540060"/>
          </a:xfrm>
        </p:spPr>
        <p:txBody>
          <a:bodyPr xmlns:a="http://schemas.openxmlformats.org/drawingml/2006/main"/>
          <a:lstStyle xmlns:a="http://schemas.openxmlformats.org/drawingml/2006/main">
            <a:lvl1pPr>
              <a:lnSpc>
                <a:spcPct val="100000"/>
              </a:lnSpc>
              <a:spcAft>
                <a:spcPts val="0"/>
              </a:spcAft>
              <a:buNone/>
              <a:defRPr sz="2400" b="0">
                <a:solidFill>
                  <a:schemeClr val="bg1"/>
                </a:solidFill>
                <a:latin typeface="+mj-lt"/>
                <a:ea typeface="+mj-lt"/>
                <a:cs typeface="+mj-lt"/>
              </a:defRPr>
            </a:lvl1pPr>
            <a:lvl2pPr>
              <a:lnSpc>
                <a:spcPct val="100000"/>
              </a:lnSpc>
              <a:spcAft>
                <a:spcPts val="0"/>
              </a:spcAft>
              <a:buNone/>
              <a:defRPr sz="2400" b="0">
                <a:solidFill>
                  <a:schemeClr val="bg1"/>
                </a:solidFill>
                <a:latin typeface="+mj-lt"/>
                <a:ea typeface="+mj-lt"/>
                <a:cs typeface="+mj-lt"/>
              </a:defRPr>
            </a:lvl2pPr>
            <a:lvl3pPr marL="0" indent="0">
              <a:lnSpc>
                <a:spcPct val="100000"/>
              </a:lnSpc>
              <a:spcAft>
                <a:spcPts val="0"/>
              </a:spcAft>
              <a:buFontTx/>
              <a:buNone/>
              <a:defRPr sz="2400" b="0">
                <a:solidFill>
                  <a:schemeClr val="bg1"/>
                </a:solidFill>
                <a:latin typeface="+mj-lt"/>
                <a:ea typeface="+mj-lt"/>
                <a:cs typeface="+mj-lt"/>
              </a:defRPr>
            </a:lvl3pPr>
            <a:lvl4pPr marL="0" indent="0">
              <a:lnSpc>
                <a:spcPct val="100000"/>
              </a:lnSpc>
              <a:spcAft>
                <a:spcPts val="0"/>
              </a:spcAft>
              <a:buFontTx/>
              <a:buNone/>
              <a:defRPr sz="2400" b="0">
                <a:solidFill>
                  <a:schemeClr val="bg1"/>
                </a:solidFill>
                <a:latin typeface="+mj-lt"/>
                <a:ea typeface="+mj-lt"/>
                <a:cs typeface="+mj-lt"/>
              </a:defRPr>
            </a:lvl4pPr>
            <a:lvl5pPr marL="0" indent="0">
              <a:lnSpc>
                <a:spcPct val="100000"/>
              </a:lnSpc>
              <a:spcAft>
                <a:spcPts val="0"/>
              </a:spcAft>
              <a:buFontTx/>
              <a:buNone/>
              <a:defRPr sz="2400" b="0">
                <a:solidFill>
                  <a:schemeClr val="bg1"/>
                </a:solidFill>
                <a:latin typeface="+mj-lt"/>
                <a:ea typeface="+mj-lt"/>
                <a:cs typeface="+mj-lt"/>
              </a:defRPr>
            </a:lvl5pPr>
            <a:lvl6pPr marL="0" indent="0">
              <a:lnSpc>
                <a:spcPct val="100000"/>
              </a:lnSpc>
              <a:spcAft>
                <a:spcPts val="0"/>
              </a:spcAft>
              <a:buFontTx/>
              <a:buNone/>
              <a:defRPr sz="2400" b="0">
                <a:solidFill>
                  <a:schemeClr val="bg1"/>
                </a:solidFill>
                <a:latin typeface="+mj-lt"/>
                <a:ea typeface="+mj-lt"/>
                <a:cs typeface="+mj-lt"/>
              </a:defRPr>
            </a:lvl6pPr>
            <a:lvl7pPr marL="0" indent="0">
              <a:lnSpc>
                <a:spcPct val="100000"/>
              </a:lnSpc>
              <a:spcAft>
                <a:spcPts val="0"/>
              </a:spcAft>
              <a:buFontTx/>
              <a:buNone/>
              <a:defRPr sz="2400" b="0">
                <a:solidFill>
                  <a:schemeClr val="bg1"/>
                </a:solidFill>
                <a:latin typeface="+mj-lt"/>
                <a:ea typeface="+mj-lt"/>
                <a:cs typeface="+mj-lt"/>
              </a:defRPr>
            </a:lvl7pPr>
            <a:lvl8pPr marL="0" indent="0">
              <a:lnSpc>
                <a:spcPct val="100000"/>
              </a:lnSpc>
              <a:spcAft>
                <a:spcPts val="0"/>
              </a:spcAft>
              <a:buFontTx/>
              <a:buNone/>
              <a:defRPr sz="2400" b="0">
                <a:solidFill>
                  <a:schemeClr val="bg1"/>
                </a:solidFill>
                <a:latin typeface="+mj-lt"/>
                <a:ea typeface="+mj-lt"/>
                <a:cs typeface="+mj-lt"/>
              </a:defRPr>
            </a:lvl8pPr>
            <a:lvl9pPr marL="0" indent="0">
              <a:lnSpc>
                <a:spcPct val="100000"/>
              </a:lnSpc>
              <a:spcAft>
                <a:spcPts val="0"/>
              </a:spcAft>
              <a:buFontTx/>
              <a:buNone/>
              <a:defRPr sz="2400" b="0">
                <a:solidFill>
                  <a:schemeClr val="bg1"/>
                </a:solidFill>
                <a:latin typeface="+mj-lt"/>
                <a:ea typeface="+mj-lt"/>
                <a:cs typeface="+mj-lt"/>
              </a:defRPr>
            </a:lvl9pPr>
          </a:lstStyle>
          <a:p xmlns:a="http://schemas.openxmlformats.org/drawingml/2006/main">
            <a:pPr lvl="0">
              <a:buNone/>
            </a:pPr>
            <a:r>
              <a:t>Name hinzufügen</a:t>
            </a:r>
          </a:p>
        </p:txBody>
      </p:sp>
      <p:sp>
        <p:nvSpPr>
          <p:cNvPr id="32" name="Funktion">
            <a:extLst xmlns:a="http://schemas.openxmlformats.org/drawingml/2006/main">
              <a:ext uri="{FF2B5EF4-FFF2-40B4-BE49-F238E27FC236}">
                <a16:creationId xmlns:a16="http://schemas.microsoft.com/office/drawing/2014/main" id="{B782E34C-EAA4-C5FD-E3C2-920C119A073F}"/>
              </a:ext>
            </a:extLst>
          </p:cNvPr>
          <p:cNvSpPr>
            <a:spLocks xmlns:a="http://schemas.openxmlformats.org/drawingml/2006/main" noGrp="1"/>
          </p:cNvSpPr>
          <p:nvPr>
            <p:ph type="body" idx="32" hasCustomPrompt="1"/>
          </p:nvPr>
        </p:nvSpPr>
        <p:spPr>
          <a:xfrm xmlns:a="http://schemas.openxmlformats.org/drawingml/2006/main">
            <a:off x="6687172" y="4545124"/>
            <a:ext cx="3369766" cy="360000"/>
          </a:xfrm>
        </p:spPr>
        <p:txBody>
          <a:bodyPr xmlns:a="http://schemas.openxmlformats.org/drawingml/2006/main"/>
          <a:lstStyle xmlns:a="http://schemas.openxmlformats.org/drawingml/2006/main">
            <a:lvl1pPr>
              <a:lnSpc>
                <a:spcPct val="100000"/>
              </a:lnSpc>
              <a:spcAft>
                <a:spcPts val="0"/>
              </a:spcAft>
              <a:buNone/>
              <a:defRPr sz="1800">
                <a:solidFill>
                  <a:schemeClr val="bg1"/>
                </a:solidFill>
                <a:latin typeface="+mj-lt"/>
                <a:ea typeface="+mj-lt"/>
                <a:cs typeface="+mj-lt"/>
              </a:defRPr>
            </a:lvl1pPr>
            <a:lvl2pPr>
              <a:lnSpc>
                <a:spcPct val="100000"/>
              </a:lnSpc>
              <a:spcAft>
                <a:spcPts val="0"/>
              </a:spcAft>
              <a:buNone/>
              <a:defRPr sz="1800">
                <a:solidFill>
                  <a:schemeClr val="bg1"/>
                </a:solidFill>
                <a:latin typeface="+mj-lt"/>
                <a:ea typeface="+mj-lt"/>
                <a:cs typeface="+mj-lt"/>
              </a:defRPr>
            </a:lvl2pPr>
            <a:lvl3pPr marL="0" indent="0">
              <a:lnSpc>
                <a:spcPct val="100000"/>
              </a:lnSpc>
              <a:spcAft>
                <a:spcPts val="0"/>
              </a:spcAft>
              <a:buFontTx/>
              <a:buNone/>
              <a:defRPr sz="1800">
                <a:solidFill>
                  <a:schemeClr val="bg1"/>
                </a:solidFill>
                <a:latin typeface="+mj-lt"/>
                <a:ea typeface="+mj-lt"/>
                <a:cs typeface="+mj-lt"/>
              </a:defRPr>
            </a:lvl3pPr>
            <a:lvl4pPr marL="0" indent="0">
              <a:lnSpc>
                <a:spcPct val="100000"/>
              </a:lnSpc>
              <a:spcAft>
                <a:spcPts val="0"/>
              </a:spcAft>
              <a:buFontTx/>
              <a:buNone/>
              <a:defRPr sz="1800">
                <a:solidFill>
                  <a:schemeClr val="bg1"/>
                </a:solidFill>
                <a:latin typeface="+mj-lt"/>
                <a:ea typeface="+mj-lt"/>
                <a:cs typeface="+mj-lt"/>
              </a:defRPr>
            </a:lvl4pPr>
            <a:lvl5pPr marL="0" indent="0">
              <a:lnSpc>
                <a:spcPct val="100000"/>
              </a:lnSpc>
              <a:spcAft>
                <a:spcPts val="0"/>
              </a:spcAft>
              <a:buFontTx/>
              <a:buNone/>
              <a:defRPr sz="1800">
                <a:solidFill>
                  <a:schemeClr val="bg1"/>
                </a:solidFill>
                <a:latin typeface="+mj-lt"/>
                <a:ea typeface="+mj-lt"/>
                <a:cs typeface="+mj-lt"/>
              </a:defRPr>
            </a:lvl5pPr>
            <a:lvl6pPr marL="0" indent="0">
              <a:lnSpc>
                <a:spcPct val="100000"/>
              </a:lnSpc>
              <a:spcAft>
                <a:spcPts val="0"/>
              </a:spcAft>
              <a:buFontTx/>
              <a:buNone/>
              <a:defRPr sz="1800">
                <a:solidFill>
                  <a:schemeClr val="bg1"/>
                </a:solidFill>
                <a:latin typeface="+mj-lt"/>
                <a:ea typeface="+mj-lt"/>
                <a:cs typeface="+mj-lt"/>
              </a:defRPr>
            </a:lvl6pPr>
            <a:lvl7pPr marL="0" indent="0">
              <a:lnSpc>
                <a:spcPct val="100000"/>
              </a:lnSpc>
              <a:spcAft>
                <a:spcPts val="0"/>
              </a:spcAft>
              <a:buFontTx/>
              <a:buNone/>
              <a:defRPr sz="1800">
                <a:solidFill>
                  <a:schemeClr val="bg1"/>
                </a:solidFill>
                <a:latin typeface="+mj-lt"/>
                <a:ea typeface="+mj-lt"/>
                <a:cs typeface="+mj-lt"/>
              </a:defRPr>
            </a:lvl7pPr>
            <a:lvl8pPr marL="0" indent="0">
              <a:lnSpc>
                <a:spcPct val="100000"/>
              </a:lnSpc>
              <a:spcAft>
                <a:spcPts val="0"/>
              </a:spcAft>
              <a:buFontTx/>
              <a:buNone/>
              <a:defRPr sz="1800">
                <a:solidFill>
                  <a:schemeClr val="bg1"/>
                </a:solidFill>
                <a:latin typeface="+mj-lt"/>
                <a:ea typeface="+mj-lt"/>
                <a:cs typeface="+mj-lt"/>
              </a:defRPr>
            </a:lvl8pPr>
            <a:lvl9pPr marL="0" indent="0">
              <a:lnSpc>
                <a:spcPct val="100000"/>
              </a:lnSpc>
              <a:spcAft>
                <a:spcPts val="0"/>
              </a:spcAft>
              <a:buFontTx/>
              <a:buNone/>
              <a:defRPr sz="1800">
                <a:solidFill>
                  <a:schemeClr val="bg1"/>
                </a:solidFill>
                <a:latin typeface="+mj-lt"/>
                <a:ea typeface="+mj-lt"/>
                <a:cs typeface="+mj-lt"/>
              </a:defRPr>
            </a:lvl9pPr>
          </a:lstStyle>
          <a:p xmlns:a="http://schemas.openxmlformats.org/drawingml/2006/main">
            <a:pPr lvl="0">
              <a:buNone/>
            </a:pPr>
            <a:r>
              <a:t>Funktion hinzufügen</a:t>
            </a:r>
          </a:p>
        </p:txBody>
      </p:sp>
      <p:sp>
        <p:nvSpPr>
          <p:cNvPr id="33" name="Telefon">
            <a:extLst xmlns:a="http://schemas.openxmlformats.org/drawingml/2006/main">
              <a:ext uri="{FF2B5EF4-FFF2-40B4-BE49-F238E27FC236}">
                <a16:creationId xmlns:a16="http://schemas.microsoft.com/office/drawing/2014/main" id="{0A2B841B-7CC2-103F-9BC9-C3BF724A82DF}"/>
              </a:ext>
            </a:extLst>
          </p:cNvPr>
          <p:cNvSpPr>
            <a:spLocks xmlns:a="http://schemas.openxmlformats.org/drawingml/2006/main" noGrp="1"/>
          </p:cNvSpPr>
          <p:nvPr>
            <p:ph type="body" idx="33" hasCustomPrompt="1"/>
          </p:nvPr>
        </p:nvSpPr>
        <p:spPr>
          <a:xfrm xmlns:a="http://schemas.openxmlformats.org/drawingml/2006/main">
            <a:off x="6687172" y="5265204"/>
            <a:ext cx="4536000" cy="720000"/>
          </a:xfrm>
        </p:spPr>
        <p:txBody>
          <a:bodyPr xmlns:a="http://schemas.openxmlformats.org/drawingml/2006/main"/>
          <a:lstStyle xmlns:a="http://schemas.openxmlformats.org/drawingml/2006/main">
            <a:lvl1pPr>
              <a:lnSpc>
                <a:spcPct val="100000"/>
              </a:lnSpc>
              <a:spcAft>
                <a:spcPts val="0"/>
              </a:spcAft>
              <a:buNone/>
              <a:tabLst>
                <a:tab pos="1073150" algn="l"/>
              </a:tabLst>
              <a:defRPr sz="1600">
                <a:solidFill>
                  <a:schemeClr val="bg1"/>
                </a:solidFill>
                <a:latin typeface="+mn-lt"/>
                <a:ea typeface="+mn-lt"/>
                <a:cs typeface="+mn-lt"/>
              </a:defRPr>
            </a:lvl1pPr>
            <a:lvl2pPr>
              <a:lnSpc>
                <a:spcPct val="100000"/>
              </a:lnSpc>
              <a:spcAft>
                <a:spcPts val="0"/>
              </a:spcAft>
              <a:buNone/>
              <a:tabLst>
                <a:tab pos="1435100" algn="l"/>
              </a:tabLst>
              <a:defRPr sz="1600">
                <a:solidFill>
                  <a:schemeClr val="bg1"/>
                </a:solidFill>
                <a:latin typeface="+mn-lt"/>
                <a:ea typeface="+mn-lt"/>
                <a:cs typeface="+mn-lt"/>
              </a:defRPr>
            </a:lvl2pPr>
            <a:lvl3pPr marL="0" indent="0">
              <a:lnSpc>
                <a:spcPct val="100000"/>
              </a:lnSpc>
              <a:spcAft>
                <a:spcPts val="0"/>
              </a:spcAft>
              <a:buFontTx/>
              <a:buNone/>
              <a:tabLst>
                <a:tab pos="1435100" algn="l"/>
              </a:tabLst>
              <a:defRPr sz="1600">
                <a:solidFill>
                  <a:schemeClr val="bg1"/>
                </a:solidFill>
                <a:latin typeface="+mn-lt"/>
                <a:ea typeface="+mn-lt"/>
                <a:cs typeface="+mn-lt"/>
              </a:defRPr>
            </a:lvl3pPr>
            <a:lvl4pPr marL="0" indent="0">
              <a:lnSpc>
                <a:spcPct val="100000"/>
              </a:lnSpc>
              <a:spcAft>
                <a:spcPts val="0"/>
              </a:spcAft>
              <a:buFontTx/>
              <a:buNone/>
              <a:tabLst>
                <a:tab pos="1435100" algn="l"/>
              </a:tabLst>
              <a:defRPr sz="1600">
                <a:solidFill>
                  <a:schemeClr val="bg1"/>
                </a:solidFill>
                <a:latin typeface="+mn-lt"/>
                <a:ea typeface="+mn-lt"/>
                <a:cs typeface="+mn-lt"/>
              </a:defRPr>
            </a:lvl4pPr>
            <a:lvl5pPr marL="0" indent="0">
              <a:lnSpc>
                <a:spcPct val="100000"/>
              </a:lnSpc>
              <a:spcAft>
                <a:spcPts val="0"/>
              </a:spcAft>
              <a:buFontTx/>
              <a:buNone/>
              <a:tabLst>
                <a:tab pos="1435100" algn="l"/>
              </a:tabLst>
              <a:defRPr sz="1600">
                <a:solidFill>
                  <a:schemeClr val="bg1"/>
                </a:solidFill>
                <a:latin typeface="+mn-lt"/>
                <a:ea typeface="+mn-lt"/>
                <a:cs typeface="+mn-lt"/>
              </a:defRPr>
            </a:lvl5pPr>
            <a:lvl6pPr marL="0" indent="0">
              <a:lnSpc>
                <a:spcPct val="100000"/>
              </a:lnSpc>
              <a:spcAft>
                <a:spcPts val="0"/>
              </a:spcAft>
              <a:buFontTx/>
              <a:buNone/>
              <a:tabLst>
                <a:tab pos="1435100" algn="l"/>
              </a:tabLst>
              <a:defRPr sz="1600">
                <a:solidFill>
                  <a:schemeClr val="bg1"/>
                </a:solidFill>
                <a:latin typeface="+mn-lt"/>
                <a:ea typeface="+mn-lt"/>
                <a:cs typeface="+mn-lt"/>
              </a:defRPr>
            </a:lvl6pPr>
            <a:lvl7pPr marL="0" indent="0">
              <a:lnSpc>
                <a:spcPct val="100000"/>
              </a:lnSpc>
              <a:spcAft>
                <a:spcPts val="0"/>
              </a:spcAft>
              <a:buFontTx/>
              <a:buNone/>
              <a:tabLst>
                <a:tab pos="1435100" algn="l"/>
              </a:tabLst>
              <a:defRPr sz="1600">
                <a:solidFill>
                  <a:schemeClr val="bg1"/>
                </a:solidFill>
                <a:latin typeface="+mn-lt"/>
                <a:ea typeface="+mn-lt"/>
                <a:cs typeface="+mn-lt"/>
              </a:defRPr>
            </a:lvl7pPr>
            <a:lvl8pPr marL="0" indent="0">
              <a:lnSpc>
                <a:spcPct val="100000"/>
              </a:lnSpc>
              <a:spcAft>
                <a:spcPts val="0"/>
              </a:spcAft>
              <a:buFontTx/>
              <a:buNone/>
              <a:tabLst>
                <a:tab pos="1435100" algn="l"/>
              </a:tabLst>
              <a:defRPr sz="1600">
                <a:solidFill>
                  <a:schemeClr val="bg1"/>
                </a:solidFill>
                <a:latin typeface="+mn-lt"/>
                <a:ea typeface="+mn-lt"/>
                <a:cs typeface="+mn-lt"/>
              </a:defRPr>
            </a:lvl8pPr>
            <a:lvl9pPr marL="0" indent="0">
              <a:lnSpc>
                <a:spcPct val="100000"/>
              </a:lnSpc>
              <a:spcAft>
                <a:spcPts val="0"/>
              </a:spcAft>
              <a:buFontTx/>
              <a:buNone/>
              <a:tabLst>
                <a:tab pos="1435100" algn="l"/>
              </a:tabLst>
              <a:defRPr sz="1600">
                <a:solidFill>
                  <a:schemeClr val="bg1"/>
                </a:solidFill>
                <a:latin typeface="+mn-lt"/>
                <a:ea typeface="+mn-lt"/>
                <a:cs typeface="+mn-lt"/>
              </a:defRPr>
            </a:lvl9pPr>
          </a:lstStyle>
          <a:p xmlns:a="http://schemas.openxmlformats.org/drawingml/2006/main">
            <a:pPr lvl="0">
              <a:buNone/>
            </a:pPr>
            <a:r>
              <a:t>Telefonnummer und E-Mail hinzufügen</a:t>
            </a:r>
          </a:p>
        </p:txBody>
      </p:sp>
      <p:sp>
        <p:nvSpPr>
          <p:cNvPr id="31" name="Bildplatzhalter 39">
            <a:extLst xmlns:a="http://schemas.openxmlformats.org/drawingml/2006/main">
              <a:ext uri="{FF2B5EF4-FFF2-40B4-BE49-F238E27FC236}">
                <a16:creationId xmlns:a16="http://schemas.microsoft.com/office/drawing/2014/main" id="{A5B593C3-D0E7-66DD-1E92-FC39D8AED790}"/>
              </a:ext>
            </a:extLst>
          </p:cNvPr>
          <p:cNvSpPr>
            <a:spLocks xmlns:a="http://schemas.openxmlformats.org/drawingml/2006/main" noGrp="1"/>
          </p:cNvSpPr>
          <p:nvPr>
            <p:ph type="pic" idx="31"/>
          </p:nvPr>
        </p:nvSpPr>
        <p:spPr>
          <a:xfrm xmlns:a="http://schemas.openxmlformats.org/drawingml/2006/main">
            <a:off x="10417301" y="3213399"/>
            <a:ext cx="1511745" cy="1511745"/>
          </a:xfrm>
          <a:prstGeom xmlns:a="http://schemas.openxmlformats.org/drawingml/2006/main" prst="round2DiagRect">
            <a:avLst/>
          </a:prstGeom>
          <a:noFill xmlns:a="http://schemas.openxmlformats.org/drawingml/2006/main"/>
          <a:ln xmlns:a="http://schemas.openxmlformats.org/drawingml/2006/main" w="12700">
            <a:solidFill>
              <a:schemeClr val="bg2"/>
            </a:solidFill>
          </a:ln>
        </p:spPr>
        <p:txBody>
          <a:bodyPr xmlns:a="http://schemas.openxmlformats.org/drawingml/2006/main"/>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3" name="Foliennummernplatzhalter 2">
            <a:extLst xmlns:a="http://schemas.openxmlformats.org/drawingml/2006/main">
              <a:ext uri="{FF2B5EF4-FFF2-40B4-BE49-F238E27FC236}">
                <a16:creationId xmlns:a16="http://schemas.microsoft.com/office/drawing/2014/main" id="{EE34BFBB-E70E-600E-D4F1-0CA5EBBD997E}"/>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r>
              <a:t>Seite </a:t>
            </a:r>
            <a:fld id="{DC907883-A228-4E41-A7BF-33DDF6A01B2A}" type="slidenum">
              <a:t>‹Nr.›</a:t>
            </a:fld>
            <a:endParaRPr/>
          </a:p>
        </p:txBody>
      </p:sp>
      <p:sp>
        <p:nvSpPr>
          <p:cNvPr id="7" name="Datumsplatzhalter 6">
            <a:extLst xmlns:a="http://schemas.openxmlformats.org/drawingml/2006/main">
              <a:ext uri="{FF2B5EF4-FFF2-40B4-BE49-F238E27FC236}">
                <a16:creationId xmlns:a16="http://schemas.microsoft.com/office/drawing/2014/main" id="{6F01196C-3F6B-1E5C-584A-50E95D6E56C4}"/>
              </a:ext>
            </a:extLst>
          </p:cNvPr>
          <p:cNvSpPr>
            <a:spLocks xmlns:a="http://schemas.openxmlformats.org/drawingml/2006/main" noGrp="1"/>
          </p:cNvSpPr>
          <p:nvPr>
            <p:ph type="dt" idx="34"/>
          </p:nvPr>
        </p:nvSpPr>
        <p:spPr/>
        <p:txBody>
          <a:bodyPr xmlns:a="http://schemas.openxmlformats.org/drawingml/2006/main"/>
          <a:lstStyle xmlns:a="http://schemas.openxmlformats.org/drawingml/2006/main"/>
          <a:p xmlns:a="http://schemas.openxmlformats.org/drawingml/2006/main">
            <a:r>
              <a:t>Intern, TT.MM.JJJJ</a:t>
            </a:r>
            <a:endParaRPr sz="800"/>
          </a:p>
        </p:txBody>
      </p:sp>
    </p:spTree>
  </p:cSld>
</p:sldLayout>
</file>

<file path=ppt/slideLayouts/slideLayout34.xml><?xml version="1.0" encoding="utf-8"?>
<p:sldLayout xmlns:p="http://schemas.openxmlformats.org/presentationml/2006/main" preserve="1" userDrawn="1">
  <p:cSld name="Abschluss und drei Kontakte">
    <p:spTree>
      <p:nvGrpSpPr>
        <p:cNvPr id="1" name=""/>
        <p:cNvGrpSpPr/>
        <p:nvPr/>
      </p:nvGrpSpPr>
      <p:grpSpPr>
        <a:xfrm xmlns:a="http://schemas.openxmlformats.org/drawingml/2006/main"/>
      </p:grpSpPr>
      <p:sp>
        <p:nvSpPr>
          <p:cNvPr id="10" name="Titel 13">
            <a:extLst xmlns:a="http://schemas.openxmlformats.org/drawingml/2006/main">
              <a:ext uri="{FF2B5EF4-FFF2-40B4-BE49-F238E27FC236}">
                <a16:creationId xmlns:a16="http://schemas.microsoft.com/office/drawing/2014/main" id="{2066A9E2-F75C-9F61-086B-9CAEFB10E29F}"/>
              </a:ext>
            </a:extLst>
          </p:cNvPr>
          <p:cNvSpPr>
            <a:spLocks xmlns:a="http://schemas.openxmlformats.org/drawingml/2006/main" noGrp="1"/>
          </p:cNvSpPr>
          <p:nvPr/>
        </p:nvSpPr>
        <p:spPr>
          <a:xfrm xmlns:a="http://schemas.openxmlformats.org/drawingml/2006/main" rot="0" flipH="0" flipV="0">
            <a:off x="7536160" y="2958054"/>
            <a:ext cx="741680" cy="772583"/>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6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1" name="Titel 13">
            <a:extLst xmlns:a="http://schemas.openxmlformats.org/drawingml/2006/main">
              <a:ext uri="{FF2B5EF4-FFF2-40B4-BE49-F238E27FC236}">
                <a16:creationId xmlns:a16="http://schemas.microsoft.com/office/drawing/2014/main" id="{807E8EF6-4B78-2D4D-BAB6-4732C7DC7CA9}"/>
              </a:ext>
            </a:extLst>
          </p:cNvPr>
          <p:cNvSpPr>
            <a:spLocks xmlns:a="http://schemas.openxmlformats.org/drawingml/2006/main" noGrp="1"/>
          </p:cNvSpPr>
          <p:nvPr/>
        </p:nvSpPr>
        <p:spPr>
          <a:xfrm xmlns:a="http://schemas.openxmlformats.org/drawingml/2006/main" rot="0" flipH="0" flipV="0">
            <a:off x="8533965" y="2779999"/>
            <a:ext cx="1867340" cy="1945144"/>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6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2" name="Titel 13">
            <a:extLst xmlns:a="http://schemas.openxmlformats.org/drawingml/2006/main">
              <a:ext uri="{FF2B5EF4-FFF2-40B4-BE49-F238E27FC236}">
                <a16:creationId xmlns:a16="http://schemas.microsoft.com/office/drawing/2014/main" id="{44C4C5F8-FB1E-D273-ABEE-59C9B2C606AB}"/>
              </a:ext>
            </a:extLst>
          </p:cNvPr>
          <p:cNvSpPr>
            <a:spLocks xmlns:a="http://schemas.openxmlformats.org/drawingml/2006/main" noGrp="1"/>
          </p:cNvSpPr>
          <p:nvPr/>
        </p:nvSpPr>
        <p:spPr>
          <a:xfrm xmlns:a="http://schemas.openxmlformats.org/drawingml/2006/main" rot="0" flipH="0" flipV="0">
            <a:off x="7536160" y="1527007"/>
            <a:ext cx="1149403" cy="1197294"/>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6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3" name="Titel 13">
            <a:extLst xmlns:a="http://schemas.openxmlformats.org/drawingml/2006/main">
              <a:ext uri="{FF2B5EF4-FFF2-40B4-BE49-F238E27FC236}">
                <a16:creationId xmlns:a16="http://schemas.microsoft.com/office/drawing/2014/main" id="{8895D62F-AC6C-39E9-E968-9C9DD70B24CD}"/>
              </a:ext>
            </a:extLst>
          </p:cNvPr>
          <p:cNvSpPr>
            <a:spLocks xmlns:a="http://schemas.openxmlformats.org/drawingml/2006/main" noGrp="1"/>
          </p:cNvSpPr>
          <p:nvPr/>
        </p:nvSpPr>
        <p:spPr>
          <a:xfrm xmlns:a="http://schemas.openxmlformats.org/drawingml/2006/main" rot="0" flipH="0" flipV="0">
            <a:off x="8155069" y="1880669"/>
            <a:ext cx="1326235" cy="1381494"/>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6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4" name="Titel 13">
            <a:extLst xmlns:a="http://schemas.openxmlformats.org/drawingml/2006/main">
              <a:ext uri="{FF2B5EF4-FFF2-40B4-BE49-F238E27FC236}">
                <a16:creationId xmlns:a16="http://schemas.microsoft.com/office/drawing/2014/main" id="{8FBDE68F-40CF-704A-8FCB-5CAD8EFFAA84}"/>
              </a:ext>
            </a:extLst>
          </p:cNvPr>
          <p:cNvSpPr>
            <a:spLocks xmlns:a="http://schemas.openxmlformats.org/drawingml/2006/main" noGrp="1"/>
          </p:cNvSpPr>
          <p:nvPr/>
        </p:nvSpPr>
        <p:spPr>
          <a:xfrm xmlns:a="http://schemas.openxmlformats.org/drawingml/2006/main" rot="0" flipH="0" flipV="0">
            <a:off x="8420317" y="908098"/>
            <a:ext cx="707324" cy="736797"/>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6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5" name="Titel 13">
            <a:extLst xmlns:a="http://schemas.openxmlformats.org/drawingml/2006/main">
              <a:ext uri="{FF2B5EF4-FFF2-40B4-BE49-F238E27FC236}">
                <a16:creationId xmlns:a16="http://schemas.microsoft.com/office/drawing/2014/main" id="{798938D2-DAFA-9145-D2D5-71F123C27187}"/>
              </a:ext>
            </a:extLst>
          </p:cNvPr>
          <p:cNvSpPr>
            <a:spLocks xmlns:a="http://schemas.openxmlformats.org/drawingml/2006/main" noGrp="1"/>
          </p:cNvSpPr>
          <p:nvPr/>
        </p:nvSpPr>
        <p:spPr>
          <a:xfrm xmlns:a="http://schemas.openxmlformats.org/drawingml/2006/main" rot="0" flipH="0" flipV="0">
            <a:off x="8950324" y="1084929"/>
            <a:ext cx="973058" cy="1013603"/>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6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6" name="Titel 13">
            <a:extLst xmlns:a="http://schemas.openxmlformats.org/drawingml/2006/main">
              <a:ext uri="{FF2B5EF4-FFF2-40B4-BE49-F238E27FC236}">
                <a16:creationId xmlns:a16="http://schemas.microsoft.com/office/drawing/2014/main" id="{28778CF2-96CB-3EED-7363-147FFE26489A}"/>
              </a:ext>
            </a:extLst>
          </p:cNvPr>
          <p:cNvSpPr>
            <a:spLocks xmlns:a="http://schemas.openxmlformats.org/drawingml/2006/main" noGrp="1"/>
          </p:cNvSpPr>
          <p:nvPr/>
        </p:nvSpPr>
        <p:spPr>
          <a:xfrm xmlns:a="http://schemas.openxmlformats.org/drawingml/2006/main" rot="0" flipH="0" flipV="0">
            <a:off x="9658136" y="1335004"/>
            <a:ext cx="1679897" cy="1749894"/>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6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7" name="Titel 13">
            <a:extLst xmlns:a="http://schemas.openxmlformats.org/drawingml/2006/main">
              <a:ext uri="{FF2B5EF4-FFF2-40B4-BE49-F238E27FC236}">
                <a16:creationId xmlns:a16="http://schemas.microsoft.com/office/drawing/2014/main" id="{F27A2AA0-6E44-66E5-395B-A21DA2DE6D42}"/>
              </a:ext>
            </a:extLst>
          </p:cNvPr>
          <p:cNvSpPr>
            <a:spLocks xmlns:a="http://schemas.openxmlformats.org/drawingml/2006/main" noGrp="1"/>
          </p:cNvSpPr>
          <p:nvPr/>
        </p:nvSpPr>
        <p:spPr>
          <a:xfrm xmlns:a="http://schemas.openxmlformats.org/drawingml/2006/main" rot="0" flipH="0" flipV="0">
            <a:off x="10011798" y="2411163"/>
            <a:ext cx="933669" cy="972572"/>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6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18" name="Titel 13">
            <a:extLst xmlns:a="http://schemas.openxmlformats.org/drawingml/2006/main">
              <a:ext uri="{FF2B5EF4-FFF2-40B4-BE49-F238E27FC236}">
                <a16:creationId xmlns:a16="http://schemas.microsoft.com/office/drawing/2014/main" id="{C7055918-0E70-B034-9820-95B8B906E20B}"/>
              </a:ext>
            </a:extLst>
          </p:cNvPr>
          <p:cNvSpPr>
            <a:spLocks xmlns:a="http://schemas.openxmlformats.org/drawingml/2006/main" noGrp="1"/>
          </p:cNvSpPr>
          <p:nvPr/>
        </p:nvSpPr>
        <p:spPr>
          <a:xfrm xmlns:a="http://schemas.openxmlformats.org/drawingml/2006/main" rot="0" flipH="0" flipV="0">
            <a:off x="11249616" y="1527007"/>
            <a:ext cx="679031" cy="707325"/>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6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6" name="Topline">
            <a:extLst xmlns:a="http://schemas.openxmlformats.org/drawingml/2006/main">
              <a:ext uri="{FF2B5EF4-FFF2-40B4-BE49-F238E27FC236}">
                <a16:creationId xmlns:a16="http://schemas.microsoft.com/office/drawing/2014/main" id="{C7050113-4006-19DB-B564-30690108E137}"/>
              </a:ext>
            </a:extLst>
          </p:cNvPr>
          <p:cNvSpPr>
            <a:spLocks xmlns:a="http://schemas.openxmlformats.org/drawingml/2006/main" noGrp="1"/>
          </p:cNvSpPr>
          <p:nvPr>
            <p:ph type="body" idx="26" hasCustomPrompt="1"/>
          </p:nvPr>
        </p:nvSpPr>
        <p:spPr>
          <a:xfrm xmlns:a="http://schemas.openxmlformats.org/drawingml/2006/main">
            <a:off x="695401" y="548680"/>
            <a:ext cx="10296000" cy="288000"/>
          </a:xfrm>
        </p:spPr>
        <p:txBody>
          <a:bodyPr xmlns:a="http://schemas.openxmlformats.org/drawingml/2006/main" anchor="b"/>
          <a:lstStyle xmlns:a="http://schemas.openxmlformats.org/drawingml/2006/main">
            <a:lvl1pPr marL="0" indent="0">
              <a:spcAft>
                <a:spcPts val="0"/>
              </a:spcAft>
              <a:buFontTx/>
              <a:buNone/>
              <a:defRPr sz="1400">
                <a:solidFill>
                  <a:schemeClr val="bg2"/>
                </a:solidFill>
                <a:latin typeface="+mn-lt"/>
                <a:ea typeface="+mn-lt"/>
                <a:cs typeface="+mn-lt"/>
              </a:defRPr>
            </a:lvl1pPr>
            <a:lvl2pPr marL="0" indent="0">
              <a:spcAft>
                <a:spcPts val="0"/>
              </a:spcAft>
              <a:buFontTx/>
              <a:buNone/>
              <a:defRPr sz="1400">
                <a:solidFill>
                  <a:schemeClr val="bg2"/>
                </a:solidFill>
                <a:latin typeface="+mn-lt"/>
                <a:ea typeface="+mn-lt"/>
                <a:cs typeface="+mn-lt"/>
              </a:defRPr>
            </a:lvl2pPr>
            <a:lvl3pPr marL="0" indent="0">
              <a:spcAft>
                <a:spcPts val="0"/>
              </a:spcAft>
              <a:buFontTx/>
              <a:buNone/>
              <a:defRPr sz="1400">
                <a:solidFill>
                  <a:schemeClr val="bg2"/>
                </a:solidFill>
                <a:latin typeface="+mn-lt"/>
                <a:ea typeface="+mn-lt"/>
                <a:cs typeface="+mn-lt"/>
              </a:defRPr>
            </a:lvl3pPr>
            <a:lvl4pPr marL="0" indent="0">
              <a:spcAft>
                <a:spcPts val="0"/>
              </a:spcAft>
              <a:buFontTx/>
              <a:buNone/>
              <a:defRPr sz="1400">
                <a:solidFill>
                  <a:schemeClr val="bg2"/>
                </a:solidFill>
                <a:latin typeface="+mn-lt"/>
                <a:ea typeface="+mn-lt"/>
                <a:cs typeface="+mn-lt"/>
              </a:defRPr>
            </a:lvl4pPr>
            <a:lvl5pPr marL="0" indent="0">
              <a:spcAft>
                <a:spcPts val="0"/>
              </a:spcAft>
              <a:buFontTx/>
              <a:buNone/>
              <a:defRPr sz="1400">
                <a:solidFill>
                  <a:schemeClr val="bg2"/>
                </a:solidFill>
                <a:latin typeface="+mn-lt"/>
                <a:ea typeface="+mn-lt"/>
                <a:cs typeface="+mn-lt"/>
              </a:defRPr>
            </a:lvl5pPr>
            <a:lvl6pPr marL="0" indent="0">
              <a:spcAft>
                <a:spcPts val="0"/>
              </a:spcAft>
              <a:buFontTx/>
              <a:buNone/>
              <a:defRPr sz="1400">
                <a:solidFill>
                  <a:schemeClr val="bg2"/>
                </a:solidFill>
                <a:latin typeface="+mn-lt"/>
                <a:ea typeface="+mn-lt"/>
                <a:cs typeface="+mn-lt"/>
              </a:defRPr>
            </a:lvl6pPr>
            <a:lvl7pPr marL="0" indent="0">
              <a:spcAft>
                <a:spcPts val="0"/>
              </a:spcAft>
              <a:buFontTx/>
              <a:buNone/>
              <a:defRPr sz="1400">
                <a:solidFill>
                  <a:schemeClr val="bg2"/>
                </a:solidFill>
                <a:latin typeface="+mn-lt"/>
                <a:ea typeface="+mn-lt"/>
                <a:cs typeface="+mn-lt"/>
              </a:defRPr>
            </a:lvl7pPr>
            <a:lvl8pPr marL="0" indent="0">
              <a:spcAft>
                <a:spcPts val="0"/>
              </a:spcAft>
              <a:buFontTx/>
              <a:buNone/>
              <a:defRPr sz="1400">
                <a:solidFill>
                  <a:schemeClr val="bg2"/>
                </a:solidFill>
                <a:latin typeface="+mn-lt"/>
                <a:ea typeface="+mn-lt"/>
                <a:cs typeface="+mn-lt"/>
              </a:defRPr>
            </a:lvl8pPr>
            <a:lvl9pPr marL="0" indent="0">
              <a:spcAft>
                <a:spcPts val="0"/>
              </a:spcAft>
              <a:buFontTx/>
              <a:buNone/>
              <a:defRPr sz="1400">
                <a:solidFill>
                  <a:schemeClr val="bg2"/>
                </a:solidFill>
                <a:latin typeface="+mn-lt"/>
                <a:ea typeface="+mn-lt"/>
                <a:cs typeface="+mn-lt"/>
              </a:defRPr>
            </a:lvl9pPr>
          </a:lstStyle>
          <a:p xmlns:a="http://schemas.openxmlformats.org/drawingml/2006/main">
            <a:pPr lvl="0">
              <a:buNone/>
            </a:pPr>
            <a:r>
              <a:t>Optionale </a:t>
            </a:r>
            <a:r>
              <a:t>Topline</a:t>
            </a:r>
            <a:r>
              <a:t> hinzufügen</a:t>
            </a:r>
          </a:p>
        </p:txBody>
      </p:sp>
      <p:sp>
        <p:nvSpPr>
          <p:cNvPr id="2" name="Titel 1">
            <a:extLst xmlns:a="http://schemas.openxmlformats.org/drawingml/2006/main">
              <a:ext uri="{FF2B5EF4-FFF2-40B4-BE49-F238E27FC236}">
                <a16:creationId xmlns:a16="http://schemas.microsoft.com/office/drawing/2014/main" id="{95F5EA0C-AD02-1069-6BEE-966D04DE8CAE}"/>
              </a:ext>
            </a:extLst>
          </p:cNvPr>
          <p:cNvSpPr>
            <a:spLocks xmlns:a="http://schemas.openxmlformats.org/drawingml/2006/main" noGrp="1"/>
          </p:cNvSpPr>
          <p:nvPr>
            <p:ph type="title" idx="0" hasCustomPrompt="1"/>
          </p:nvPr>
        </p:nvSpPr>
        <p:spPr>
          <a:xfrm xmlns:a="http://schemas.openxmlformats.org/drawingml/2006/main">
            <a:off x="695325" y="908050"/>
            <a:ext cx="5616575" cy="1872000"/>
          </a:xfrm>
        </p:spPr>
        <p:txBody>
          <a:bodyPr xmlns:a="http://schemas.openxmlformats.org/drawingml/2006/main" anchor="b"/>
          <a:lstStyle xmlns:a="http://schemas.openxmlformats.org/drawingml/2006/main">
            <a:lvl1pPr>
              <a:buNone/>
              <a:defRPr sz="4400"/>
            </a:lvl1pPr>
          </a:lstStyle>
          <a:p xmlns:a="http://schemas.openxmlformats.org/drawingml/2006/main">
            <a:r>
              <a:t>Abschlussbotschaft</a:t>
            </a:r>
            <a:r>
              <a:t> hinzufügen</a:t>
            </a:r>
          </a:p>
        </p:txBody>
      </p:sp>
      <p:sp>
        <p:nvSpPr>
          <p:cNvPr id="5" name="Rechteck: diagonal liegende Ecken abgerundet 4">
            <a:extLst xmlns:a="http://schemas.openxmlformats.org/drawingml/2006/main">
              <a:ext uri="{FF2B5EF4-FFF2-40B4-BE49-F238E27FC236}">
                <a16:creationId xmlns:a16="http://schemas.microsoft.com/office/drawing/2014/main" id="{D0E2FD61-C071-96AA-3DF1-AE3E79F58DE4}"/>
              </a:ext>
            </a:extLst>
          </p:cNvPr>
          <p:cNvSpPr>
            <a:spLocks xmlns:a="http://schemas.openxmlformats.org/drawingml/2006/main" noGrp="1"/>
          </p:cNvSpPr>
          <p:nvPr/>
        </p:nvSpPr>
        <p:spPr>
          <a:xfrm xmlns:a="http://schemas.openxmlformats.org/drawingml/2006/main">
            <a:off x="334962" y="3537012"/>
            <a:ext cx="3492786" cy="2771972"/>
          </a:xfrm>
          <a:prstGeom xmlns:a="http://schemas.openxmlformats.org/drawingml/2006/main" prst="round2DiagRect">
            <a:avLst>
              <a:gd name="adj1" fmla="val 14462"/>
              <a:gd name="adj2" fmla="val 0"/>
            </a:avLst>
          </a:prstGeom>
          <a:gradFill xmlns:a="http://schemas.openxmlformats.org/drawingml/2006/main">
            <a:gsLst>
              <a:gs pos="0">
                <a:srgbClr val="9B348E"/>
              </a:gs>
              <a:gs pos="26000">
                <a:schemeClr val="bg2"/>
              </a:gs>
            </a:gsLst>
            <a:lin ang="13200000" scaled="0"/>
          </a:gra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300"/>
              </a:spcBef>
              <a:spcAft>
                <a:spcPts val="300"/>
              </a:spcAft>
              <a:buNone/>
            </a:pPr>
            <a:endParaRPr sz="2000">
              <a:solidFill>
                <a:schemeClr val="tx1"/>
              </a:solidFill>
            </a:endParaRPr>
          </a:p>
        </p:txBody>
      </p:sp>
      <p:sp>
        <p:nvSpPr>
          <p:cNvPr id="8" name="Name">
            <a:extLst xmlns:a="http://schemas.openxmlformats.org/drawingml/2006/main">
              <a:ext uri="{FF2B5EF4-FFF2-40B4-BE49-F238E27FC236}">
                <a16:creationId xmlns:a16="http://schemas.microsoft.com/office/drawing/2014/main" id="{1A200081-5830-3962-E5B1-8ADCED7C1627}"/>
              </a:ext>
            </a:extLst>
          </p:cNvPr>
          <p:cNvSpPr>
            <a:spLocks xmlns:a="http://schemas.openxmlformats.org/drawingml/2006/main" noGrp="1"/>
          </p:cNvSpPr>
          <p:nvPr>
            <p:ph type="body" idx="27" hasCustomPrompt="1"/>
          </p:nvPr>
        </p:nvSpPr>
        <p:spPr>
          <a:xfrm xmlns:a="http://schemas.openxmlformats.org/drawingml/2006/main">
            <a:off x="710110" y="4149080"/>
            <a:ext cx="2808000" cy="540060"/>
          </a:xfrm>
        </p:spPr>
        <p:txBody>
          <a:bodyPr xmlns:a="http://schemas.openxmlformats.org/drawingml/2006/main"/>
          <a:lstStyle xmlns:a="http://schemas.openxmlformats.org/drawingml/2006/main">
            <a:lvl1pPr>
              <a:lnSpc>
                <a:spcPct val="100000"/>
              </a:lnSpc>
              <a:spcAft>
                <a:spcPts val="0"/>
              </a:spcAft>
              <a:buNone/>
              <a:defRPr sz="1800" b="0">
                <a:solidFill>
                  <a:schemeClr val="bg1"/>
                </a:solidFill>
                <a:latin typeface="+mj-lt"/>
                <a:ea typeface="+mj-lt"/>
                <a:cs typeface="+mj-lt"/>
              </a:defRPr>
            </a:lvl1pPr>
            <a:lvl2pPr>
              <a:lnSpc>
                <a:spcPct val="100000"/>
              </a:lnSpc>
              <a:spcAft>
                <a:spcPts val="0"/>
              </a:spcAft>
              <a:buNone/>
              <a:defRPr sz="1800" b="0">
                <a:solidFill>
                  <a:schemeClr val="bg1"/>
                </a:solidFill>
                <a:latin typeface="+mj-lt"/>
                <a:ea typeface="+mj-lt"/>
                <a:cs typeface="+mj-lt"/>
              </a:defRPr>
            </a:lvl2pPr>
            <a:lvl3pPr marL="0" indent="0">
              <a:lnSpc>
                <a:spcPct val="100000"/>
              </a:lnSpc>
              <a:spcAft>
                <a:spcPts val="0"/>
              </a:spcAft>
              <a:buFontTx/>
              <a:buNone/>
              <a:defRPr sz="1800" b="0">
                <a:solidFill>
                  <a:schemeClr val="bg1"/>
                </a:solidFill>
                <a:latin typeface="+mj-lt"/>
                <a:ea typeface="+mj-lt"/>
                <a:cs typeface="+mj-lt"/>
              </a:defRPr>
            </a:lvl3pPr>
            <a:lvl4pPr marL="0" indent="0">
              <a:lnSpc>
                <a:spcPct val="100000"/>
              </a:lnSpc>
              <a:spcAft>
                <a:spcPts val="0"/>
              </a:spcAft>
              <a:buFontTx/>
              <a:buNone/>
              <a:defRPr sz="1800" b="0">
                <a:solidFill>
                  <a:schemeClr val="bg1"/>
                </a:solidFill>
                <a:latin typeface="+mj-lt"/>
                <a:ea typeface="+mj-lt"/>
                <a:cs typeface="+mj-lt"/>
              </a:defRPr>
            </a:lvl4pPr>
            <a:lvl5pPr marL="0" indent="0">
              <a:lnSpc>
                <a:spcPct val="100000"/>
              </a:lnSpc>
              <a:spcAft>
                <a:spcPts val="0"/>
              </a:spcAft>
              <a:buFontTx/>
              <a:buNone/>
              <a:defRPr sz="1800" b="0">
                <a:solidFill>
                  <a:schemeClr val="bg1"/>
                </a:solidFill>
                <a:latin typeface="+mj-lt"/>
                <a:ea typeface="+mj-lt"/>
                <a:cs typeface="+mj-lt"/>
              </a:defRPr>
            </a:lvl5pPr>
            <a:lvl6pPr marL="0" indent="0">
              <a:lnSpc>
                <a:spcPct val="100000"/>
              </a:lnSpc>
              <a:spcAft>
                <a:spcPts val="0"/>
              </a:spcAft>
              <a:buFontTx/>
              <a:buNone/>
              <a:defRPr sz="1800" b="0">
                <a:solidFill>
                  <a:schemeClr val="bg1"/>
                </a:solidFill>
                <a:latin typeface="+mj-lt"/>
                <a:ea typeface="+mj-lt"/>
                <a:cs typeface="+mj-lt"/>
              </a:defRPr>
            </a:lvl6pPr>
            <a:lvl7pPr marL="0" indent="0">
              <a:lnSpc>
                <a:spcPct val="100000"/>
              </a:lnSpc>
              <a:spcAft>
                <a:spcPts val="0"/>
              </a:spcAft>
              <a:buFontTx/>
              <a:buNone/>
              <a:defRPr sz="1800" b="0">
                <a:solidFill>
                  <a:schemeClr val="bg1"/>
                </a:solidFill>
                <a:latin typeface="+mj-lt"/>
                <a:ea typeface="+mj-lt"/>
                <a:cs typeface="+mj-lt"/>
              </a:defRPr>
            </a:lvl7pPr>
            <a:lvl8pPr marL="0" indent="0">
              <a:lnSpc>
                <a:spcPct val="100000"/>
              </a:lnSpc>
              <a:spcAft>
                <a:spcPts val="0"/>
              </a:spcAft>
              <a:buFontTx/>
              <a:buNone/>
              <a:defRPr sz="1800" b="0">
                <a:solidFill>
                  <a:schemeClr val="bg1"/>
                </a:solidFill>
                <a:latin typeface="+mj-lt"/>
                <a:ea typeface="+mj-lt"/>
                <a:cs typeface="+mj-lt"/>
              </a:defRPr>
            </a:lvl8pPr>
            <a:lvl9pPr marL="0" indent="0">
              <a:lnSpc>
                <a:spcPct val="100000"/>
              </a:lnSpc>
              <a:spcAft>
                <a:spcPts val="0"/>
              </a:spcAft>
              <a:buFontTx/>
              <a:buNone/>
              <a:defRPr sz="1800" b="0">
                <a:solidFill>
                  <a:schemeClr val="bg1"/>
                </a:solidFill>
                <a:latin typeface="+mj-lt"/>
                <a:ea typeface="+mj-lt"/>
                <a:cs typeface="+mj-lt"/>
              </a:defRPr>
            </a:lvl9pPr>
          </a:lstStyle>
          <a:p xmlns:a="http://schemas.openxmlformats.org/drawingml/2006/main">
            <a:pPr lvl="0">
              <a:buNone/>
            </a:pPr>
            <a:r>
              <a:t>Name hinzufügen</a:t>
            </a:r>
          </a:p>
        </p:txBody>
      </p:sp>
      <p:sp>
        <p:nvSpPr>
          <p:cNvPr id="23" name="Funktion">
            <a:extLst xmlns:a="http://schemas.openxmlformats.org/drawingml/2006/main">
              <a:ext uri="{FF2B5EF4-FFF2-40B4-BE49-F238E27FC236}">
                <a16:creationId xmlns:a16="http://schemas.microsoft.com/office/drawing/2014/main" id="{D9E5C0E2-E123-AC6F-BA9D-28F7A4C3848C}"/>
              </a:ext>
            </a:extLst>
          </p:cNvPr>
          <p:cNvSpPr>
            <a:spLocks xmlns:a="http://schemas.openxmlformats.org/drawingml/2006/main" noGrp="1"/>
          </p:cNvSpPr>
          <p:nvPr>
            <p:ph type="body" idx="28" hasCustomPrompt="1"/>
          </p:nvPr>
        </p:nvSpPr>
        <p:spPr>
          <a:xfrm xmlns:a="http://schemas.openxmlformats.org/drawingml/2006/main">
            <a:off x="710110" y="4797152"/>
            <a:ext cx="2808000" cy="360000"/>
          </a:xfrm>
        </p:spPr>
        <p:txBody>
          <a:bodyPr xmlns:a="http://schemas.openxmlformats.org/drawingml/2006/main"/>
          <a:lstStyle xmlns:a="http://schemas.openxmlformats.org/drawingml/2006/main">
            <a:lvl1pPr>
              <a:lnSpc>
                <a:spcPct val="100000"/>
              </a:lnSpc>
              <a:spcAft>
                <a:spcPts val="0"/>
              </a:spcAft>
              <a:buNone/>
              <a:defRPr sz="1400">
                <a:solidFill>
                  <a:schemeClr val="bg1"/>
                </a:solidFill>
                <a:latin typeface="+mj-lt"/>
                <a:ea typeface="+mj-lt"/>
                <a:cs typeface="+mj-lt"/>
              </a:defRPr>
            </a:lvl1pPr>
            <a:lvl2pPr>
              <a:lnSpc>
                <a:spcPct val="100000"/>
              </a:lnSpc>
              <a:spcAft>
                <a:spcPts val="0"/>
              </a:spcAft>
              <a:buNone/>
              <a:defRPr sz="1400">
                <a:solidFill>
                  <a:schemeClr val="bg1"/>
                </a:solidFill>
                <a:latin typeface="+mj-lt"/>
                <a:ea typeface="+mj-lt"/>
                <a:cs typeface="+mj-lt"/>
              </a:defRPr>
            </a:lvl2pPr>
            <a:lvl3pPr marL="0" indent="0">
              <a:lnSpc>
                <a:spcPct val="100000"/>
              </a:lnSpc>
              <a:spcAft>
                <a:spcPts val="0"/>
              </a:spcAft>
              <a:buFontTx/>
              <a:buNone/>
              <a:defRPr sz="1400">
                <a:solidFill>
                  <a:schemeClr val="bg1"/>
                </a:solidFill>
                <a:latin typeface="+mj-lt"/>
                <a:ea typeface="+mj-lt"/>
                <a:cs typeface="+mj-lt"/>
              </a:defRPr>
            </a:lvl3pPr>
            <a:lvl4pPr marL="0" indent="0">
              <a:lnSpc>
                <a:spcPct val="100000"/>
              </a:lnSpc>
              <a:spcAft>
                <a:spcPts val="0"/>
              </a:spcAft>
              <a:buFontTx/>
              <a:buNone/>
              <a:defRPr sz="1400">
                <a:solidFill>
                  <a:schemeClr val="bg1"/>
                </a:solidFill>
                <a:latin typeface="+mj-lt"/>
                <a:ea typeface="+mj-lt"/>
                <a:cs typeface="+mj-lt"/>
              </a:defRPr>
            </a:lvl4pPr>
            <a:lvl5pPr marL="0" indent="0">
              <a:lnSpc>
                <a:spcPct val="100000"/>
              </a:lnSpc>
              <a:spcAft>
                <a:spcPts val="0"/>
              </a:spcAft>
              <a:buFontTx/>
              <a:buNone/>
              <a:defRPr sz="1400">
                <a:solidFill>
                  <a:schemeClr val="bg1"/>
                </a:solidFill>
                <a:latin typeface="+mj-lt"/>
                <a:ea typeface="+mj-lt"/>
                <a:cs typeface="+mj-lt"/>
              </a:defRPr>
            </a:lvl5pPr>
            <a:lvl6pPr marL="0" indent="0">
              <a:lnSpc>
                <a:spcPct val="100000"/>
              </a:lnSpc>
              <a:spcAft>
                <a:spcPts val="0"/>
              </a:spcAft>
              <a:buFontTx/>
              <a:buNone/>
              <a:defRPr sz="1400">
                <a:solidFill>
                  <a:schemeClr val="bg1"/>
                </a:solidFill>
                <a:latin typeface="+mj-lt"/>
                <a:ea typeface="+mj-lt"/>
                <a:cs typeface="+mj-lt"/>
              </a:defRPr>
            </a:lvl6pPr>
            <a:lvl7pPr marL="0" indent="0">
              <a:lnSpc>
                <a:spcPct val="100000"/>
              </a:lnSpc>
              <a:spcAft>
                <a:spcPts val="0"/>
              </a:spcAft>
              <a:buFontTx/>
              <a:buNone/>
              <a:defRPr sz="1400">
                <a:solidFill>
                  <a:schemeClr val="bg1"/>
                </a:solidFill>
                <a:latin typeface="+mj-lt"/>
                <a:ea typeface="+mj-lt"/>
                <a:cs typeface="+mj-lt"/>
              </a:defRPr>
            </a:lvl7pPr>
            <a:lvl8pPr marL="0" indent="0">
              <a:lnSpc>
                <a:spcPct val="100000"/>
              </a:lnSpc>
              <a:spcAft>
                <a:spcPts val="0"/>
              </a:spcAft>
              <a:buFontTx/>
              <a:buNone/>
              <a:defRPr sz="1400">
                <a:solidFill>
                  <a:schemeClr val="bg1"/>
                </a:solidFill>
                <a:latin typeface="+mj-lt"/>
                <a:ea typeface="+mj-lt"/>
                <a:cs typeface="+mj-lt"/>
              </a:defRPr>
            </a:lvl8pPr>
            <a:lvl9pPr marL="0" indent="0">
              <a:lnSpc>
                <a:spcPct val="100000"/>
              </a:lnSpc>
              <a:spcAft>
                <a:spcPts val="0"/>
              </a:spcAft>
              <a:buFontTx/>
              <a:buNone/>
              <a:defRPr sz="1400">
                <a:solidFill>
                  <a:schemeClr val="bg1"/>
                </a:solidFill>
                <a:latin typeface="+mj-lt"/>
                <a:ea typeface="+mj-lt"/>
                <a:cs typeface="+mj-lt"/>
              </a:defRPr>
            </a:lvl9pPr>
          </a:lstStyle>
          <a:p xmlns:a="http://schemas.openxmlformats.org/drawingml/2006/main">
            <a:pPr lvl="0">
              <a:buNone/>
            </a:pPr>
            <a:r>
              <a:t>Funktion hinzufügen</a:t>
            </a:r>
          </a:p>
        </p:txBody>
      </p:sp>
      <p:sp>
        <p:nvSpPr>
          <p:cNvPr id="24" name="Telefon">
            <a:extLst xmlns:a="http://schemas.openxmlformats.org/drawingml/2006/main">
              <a:ext uri="{FF2B5EF4-FFF2-40B4-BE49-F238E27FC236}">
                <a16:creationId xmlns:a16="http://schemas.microsoft.com/office/drawing/2014/main" id="{A0AEC8A2-6BA3-3E40-3E27-52A8C2DC2B42}"/>
              </a:ext>
            </a:extLst>
          </p:cNvPr>
          <p:cNvSpPr>
            <a:spLocks xmlns:a="http://schemas.openxmlformats.org/drawingml/2006/main" noGrp="1"/>
          </p:cNvSpPr>
          <p:nvPr>
            <p:ph type="body" idx="29" hasCustomPrompt="1"/>
          </p:nvPr>
        </p:nvSpPr>
        <p:spPr>
          <a:xfrm xmlns:a="http://schemas.openxmlformats.org/drawingml/2006/main">
            <a:off x="710110" y="5265204"/>
            <a:ext cx="2808000" cy="720000"/>
          </a:xfrm>
        </p:spPr>
        <p:txBody>
          <a:bodyPr xmlns:a="http://schemas.openxmlformats.org/drawingml/2006/main"/>
          <a:lstStyle xmlns:a="http://schemas.openxmlformats.org/drawingml/2006/main">
            <a:lvl1pPr>
              <a:lnSpc>
                <a:spcPct val="100000"/>
              </a:lnSpc>
              <a:spcAft>
                <a:spcPts val="0"/>
              </a:spcAft>
              <a:buNone/>
              <a:tabLst>
                <a:tab pos="812800" algn="l"/>
              </a:tabLst>
              <a:defRPr sz="1200">
                <a:solidFill>
                  <a:schemeClr val="bg1"/>
                </a:solidFill>
                <a:latin typeface="+mn-lt"/>
                <a:ea typeface="+mn-lt"/>
                <a:cs typeface="+mn-lt"/>
              </a:defRPr>
            </a:lvl1pPr>
            <a:lvl2pPr>
              <a:lnSpc>
                <a:spcPct val="100000"/>
              </a:lnSpc>
              <a:spcAft>
                <a:spcPts val="0"/>
              </a:spcAft>
              <a:buNone/>
              <a:tabLst>
                <a:tab pos="1435100" algn="l"/>
              </a:tabLst>
              <a:defRPr sz="1200">
                <a:solidFill>
                  <a:schemeClr val="bg1"/>
                </a:solidFill>
                <a:latin typeface="+mn-lt"/>
                <a:ea typeface="+mn-lt"/>
                <a:cs typeface="+mn-lt"/>
              </a:defRPr>
            </a:lvl2pPr>
            <a:lvl3pPr marL="0" indent="0">
              <a:lnSpc>
                <a:spcPct val="100000"/>
              </a:lnSpc>
              <a:spcAft>
                <a:spcPts val="0"/>
              </a:spcAft>
              <a:buFontTx/>
              <a:buNone/>
              <a:tabLst>
                <a:tab pos="1435100" algn="l"/>
              </a:tabLst>
              <a:defRPr sz="1200">
                <a:solidFill>
                  <a:schemeClr val="bg1"/>
                </a:solidFill>
                <a:latin typeface="+mn-lt"/>
                <a:ea typeface="+mn-lt"/>
                <a:cs typeface="+mn-lt"/>
              </a:defRPr>
            </a:lvl3pPr>
            <a:lvl4pPr marL="0" indent="0">
              <a:lnSpc>
                <a:spcPct val="100000"/>
              </a:lnSpc>
              <a:spcAft>
                <a:spcPts val="0"/>
              </a:spcAft>
              <a:buFontTx/>
              <a:buNone/>
              <a:tabLst>
                <a:tab pos="1435100" algn="l"/>
              </a:tabLst>
              <a:defRPr sz="1200">
                <a:solidFill>
                  <a:schemeClr val="bg1"/>
                </a:solidFill>
                <a:latin typeface="+mn-lt"/>
                <a:ea typeface="+mn-lt"/>
                <a:cs typeface="+mn-lt"/>
              </a:defRPr>
            </a:lvl4pPr>
            <a:lvl5pPr marL="0" indent="0">
              <a:lnSpc>
                <a:spcPct val="100000"/>
              </a:lnSpc>
              <a:spcAft>
                <a:spcPts val="0"/>
              </a:spcAft>
              <a:buFontTx/>
              <a:buNone/>
              <a:tabLst>
                <a:tab pos="1435100" algn="l"/>
              </a:tabLst>
              <a:defRPr sz="1200">
                <a:solidFill>
                  <a:schemeClr val="bg1"/>
                </a:solidFill>
                <a:latin typeface="+mn-lt"/>
                <a:ea typeface="+mn-lt"/>
                <a:cs typeface="+mn-lt"/>
              </a:defRPr>
            </a:lvl5pPr>
            <a:lvl6pPr marL="0" indent="0">
              <a:lnSpc>
                <a:spcPct val="100000"/>
              </a:lnSpc>
              <a:spcAft>
                <a:spcPts val="0"/>
              </a:spcAft>
              <a:buFontTx/>
              <a:buNone/>
              <a:tabLst>
                <a:tab pos="1435100" algn="l"/>
              </a:tabLst>
              <a:defRPr sz="1200">
                <a:solidFill>
                  <a:schemeClr val="bg1"/>
                </a:solidFill>
                <a:latin typeface="+mn-lt"/>
                <a:ea typeface="+mn-lt"/>
                <a:cs typeface="+mn-lt"/>
              </a:defRPr>
            </a:lvl6pPr>
            <a:lvl7pPr marL="0" indent="0">
              <a:lnSpc>
                <a:spcPct val="100000"/>
              </a:lnSpc>
              <a:spcAft>
                <a:spcPts val="0"/>
              </a:spcAft>
              <a:buFontTx/>
              <a:buNone/>
              <a:tabLst>
                <a:tab pos="1435100" algn="l"/>
              </a:tabLst>
              <a:defRPr sz="1200">
                <a:solidFill>
                  <a:schemeClr val="bg1"/>
                </a:solidFill>
                <a:latin typeface="+mn-lt"/>
                <a:ea typeface="+mn-lt"/>
                <a:cs typeface="+mn-lt"/>
              </a:defRPr>
            </a:lvl7pPr>
            <a:lvl8pPr marL="0" indent="0">
              <a:lnSpc>
                <a:spcPct val="100000"/>
              </a:lnSpc>
              <a:spcAft>
                <a:spcPts val="0"/>
              </a:spcAft>
              <a:buFontTx/>
              <a:buNone/>
              <a:tabLst>
                <a:tab pos="1435100" algn="l"/>
              </a:tabLst>
              <a:defRPr sz="1200">
                <a:solidFill>
                  <a:schemeClr val="bg1"/>
                </a:solidFill>
                <a:latin typeface="+mn-lt"/>
                <a:ea typeface="+mn-lt"/>
                <a:cs typeface="+mn-lt"/>
              </a:defRPr>
            </a:lvl8pPr>
            <a:lvl9pPr marL="0" indent="0">
              <a:lnSpc>
                <a:spcPct val="100000"/>
              </a:lnSpc>
              <a:spcAft>
                <a:spcPts val="0"/>
              </a:spcAft>
              <a:buFontTx/>
              <a:buNone/>
              <a:tabLst>
                <a:tab pos="1435100" algn="l"/>
              </a:tabLst>
              <a:defRPr sz="1200">
                <a:solidFill>
                  <a:schemeClr val="bg1"/>
                </a:solidFill>
                <a:latin typeface="+mn-lt"/>
                <a:ea typeface="+mn-lt"/>
                <a:cs typeface="+mn-lt"/>
              </a:defRPr>
            </a:lvl9pPr>
          </a:lstStyle>
          <a:p xmlns:a="http://schemas.openxmlformats.org/drawingml/2006/main">
            <a:pPr lvl="0">
              <a:buNone/>
            </a:pPr>
            <a:r>
              <a:t>Telefonnummer und E-Mail hinzufügen</a:t>
            </a:r>
          </a:p>
        </p:txBody>
      </p:sp>
      <p:sp>
        <p:nvSpPr>
          <p:cNvPr id="21" name="Bildplatzhalter 39">
            <a:extLst xmlns:a="http://schemas.openxmlformats.org/drawingml/2006/main">
              <a:ext uri="{FF2B5EF4-FFF2-40B4-BE49-F238E27FC236}">
                <a16:creationId xmlns:a16="http://schemas.microsoft.com/office/drawing/2014/main" id="{4E2D2F07-99F7-CEAC-707E-A9AB2AF2DE63}"/>
              </a:ext>
            </a:extLst>
          </p:cNvPr>
          <p:cNvSpPr>
            <a:spLocks xmlns:a="http://schemas.openxmlformats.org/drawingml/2006/main" noGrp="1"/>
          </p:cNvSpPr>
          <p:nvPr>
            <p:ph type="pic" idx="16"/>
          </p:nvPr>
        </p:nvSpPr>
        <p:spPr>
          <a:xfrm xmlns:a="http://schemas.openxmlformats.org/drawingml/2006/main">
            <a:off x="3035660" y="3032956"/>
            <a:ext cx="1044215" cy="1044215"/>
          </a:xfrm>
          <a:prstGeom xmlns:a="http://schemas.openxmlformats.org/drawingml/2006/main" prst="round2DiagRect">
            <a:avLst/>
          </a:prstGeom>
          <a:noFill xmlns:a="http://schemas.openxmlformats.org/drawingml/2006/main"/>
          <a:ln xmlns:a="http://schemas.openxmlformats.org/drawingml/2006/main" w="12700">
            <a:solidFill>
              <a:schemeClr val="bg2"/>
            </a:solidFill>
          </a:ln>
        </p:spPr>
        <p:txBody>
          <a:bodyPr xmlns:a="http://schemas.openxmlformats.org/drawingml/2006/main"/>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7" name="Rechteck: diagonal liegende Ecken abgerundet 6">
            <a:extLst xmlns:a="http://schemas.openxmlformats.org/drawingml/2006/main">
              <a:ext uri="{FF2B5EF4-FFF2-40B4-BE49-F238E27FC236}">
                <a16:creationId xmlns:a16="http://schemas.microsoft.com/office/drawing/2014/main" id="{332081AF-AE49-4F53-A351-7A6151D13F75}"/>
              </a:ext>
            </a:extLst>
          </p:cNvPr>
          <p:cNvSpPr>
            <a:spLocks xmlns:a="http://schemas.openxmlformats.org/drawingml/2006/main" noGrp="1"/>
          </p:cNvSpPr>
          <p:nvPr/>
        </p:nvSpPr>
        <p:spPr>
          <a:xfrm xmlns:a="http://schemas.openxmlformats.org/drawingml/2006/main">
            <a:off x="4259299" y="3537012"/>
            <a:ext cx="3492786" cy="2771972"/>
          </a:xfrm>
          <a:prstGeom xmlns:a="http://schemas.openxmlformats.org/drawingml/2006/main" prst="round2DiagRect">
            <a:avLst>
              <a:gd name="adj1" fmla="val 14462"/>
              <a:gd name="adj2" fmla="val 0"/>
            </a:avLst>
          </a:prstGeom>
          <a:gradFill xmlns:a="http://schemas.openxmlformats.org/drawingml/2006/main">
            <a:gsLst>
              <a:gs pos="0">
                <a:srgbClr val="9B348E"/>
              </a:gs>
              <a:gs pos="26000">
                <a:schemeClr val="bg2"/>
              </a:gs>
            </a:gsLst>
            <a:lin ang="13200000" scaled="0"/>
          </a:gra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300"/>
              </a:spcBef>
              <a:spcAft>
                <a:spcPts val="300"/>
              </a:spcAft>
              <a:buNone/>
            </a:pPr>
            <a:endParaRPr sz="2000">
              <a:solidFill>
                <a:schemeClr val="tx1"/>
              </a:solidFill>
            </a:endParaRPr>
          </a:p>
        </p:txBody>
      </p:sp>
      <p:sp>
        <p:nvSpPr>
          <p:cNvPr id="20" name="Name">
            <a:extLst xmlns:a="http://schemas.openxmlformats.org/drawingml/2006/main">
              <a:ext uri="{FF2B5EF4-FFF2-40B4-BE49-F238E27FC236}">
                <a16:creationId xmlns:a16="http://schemas.microsoft.com/office/drawing/2014/main" id="{528DF347-30C4-6665-DF13-54A7511D7496}"/>
              </a:ext>
            </a:extLst>
          </p:cNvPr>
          <p:cNvSpPr>
            <a:spLocks xmlns:a="http://schemas.openxmlformats.org/drawingml/2006/main" noGrp="1"/>
          </p:cNvSpPr>
          <p:nvPr>
            <p:ph type="body" idx="31" hasCustomPrompt="1"/>
          </p:nvPr>
        </p:nvSpPr>
        <p:spPr>
          <a:xfrm xmlns:a="http://schemas.openxmlformats.org/drawingml/2006/main">
            <a:off x="4634447" y="4149080"/>
            <a:ext cx="2808000" cy="540060"/>
          </a:xfrm>
        </p:spPr>
        <p:txBody>
          <a:bodyPr xmlns:a="http://schemas.openxmlformats.org/drawingml/2006/main"/>
          <a:lstStyle xmlns:a="http://schemas.openxmlformats.org/drawingml/2006/main">
            <a:lvl1pPr>
              <a:lnSpc>
                <a:spcPct val="100000"/>
              </a:lnSpc>
              <a:spcAft>
                <a:spcPts val="0"/>
              </a:spcAft>
              <a:buNone/>
              <a:defRPr sz="1800" b="0">
                <a:solidFill>
                  <a:schemeClr val="bg1"/>
                </a:solidFill>
                <a:latin typeface="+mj-lt"/>
                <a:ea typeface="+mj-lt"/>
                <a:cs typeface="+mj-lt"/>
              </a:defRPr>
            </a:lvl1pPr>
            <a:lvl2pPr>
              <a:lnSpc>
                <a:spcPct val="100000"/>
              </a:lnSpc>
              <a:spcAft>
                <a:spcPts val="0"/>
              </a:spcAft>
              <a:buNone/>
              <a:defRPr sz="1800" b="0">
                <a:solidFill>
                  <a:schemeClr val="bg1"/>
                </a:solidFill>
                <a:latin typeface="+mj-lt"/>
                <a:ea typeface="+mj-lt"/>
                <a:cs typeface="+mj-lt"/>
              </a:defRPr>
            </a:lvl2pPr>
            <a:lvl3pPr marL="0" indent="0">
              <a:lnSpc>
                <a:spcPct val="100000"/>
              </a:lnSpc>
              <a:spcAft>
                <a:spcPts val="0"/>
              </a:spcAft>
              <a:buFontTx/>
              <a:buNone/>
              <a:defRPr sz="1800" b="0">
                <a:solidFill>
                  <a:schemeClr val="bg1"/>
                </a:solidFill>
                <a:latin typeface="+mj-lt"/>
                <a:ea typeface="+mj-lt"/>
                <a:cs typeface="+mj-lt"/>
              </a:defRPr>
            </a:lvl3pPr>
            <a:lvl4pPr marL="0" indent="0">
              <a:lnSpc>
                <a:spcPct val="100000"/>
              </a:lnSpc>
              <a:spcAft>
                <a:spcPts val="0"/>
              </a:spcAft>
              <a:buFontTx/>
              <a:buNone/>
              <a:defRPr sz="1800" b="0">
                <a:solidFill>
                  <a:schemeClr val="bg1"/>
                </a:solidFill>
                <a:latin typeface="+mj-lt"/>
                <a:ea typeface="+mj-lt"/>
                <a:cs typeface="+mj-lt"/>
              </a:defRPr>
            </a:lvl4pPr>
            <a:lvl5pPr marL="0" indent="0">
              <a:lnSpc>
                <a:spcPct val="100000"/>
              </a:lnSpc>
              <a:spcAft>
                <a:spcPts val="0"/>
              </a:spcAft>
              <a:buFontTx/>
              <a:buNone/>
              <a:defRPr sz="1800" b="0">
                <a:solidFill>
                  <a:schemeClr val="bg1"/>
                </a:solidFill>
                <a:latin typeface="+mj-lt"/>
                <a:ea typeface="+mj-lt"/>
                <a:cs typeface="+mj-lt"/>
              </a:defRPr>
            </a:lvl5pPr>
            <a:lvl6pPr marL="0" indent="0">
              <a:lnSpc>
                <a:spcPct val="100000"/>
              </a:lnSpc>
              <a:spcAft>
                <a:spcPts val="0"/>
              </a:spcAft>
              <a:buFontTx/>
              <a:buNone/>
              <a:defRPr sz="1800" b="0">
                <a:solidFill>
                  <a:schemeClr val="bg1"/>
                </a:solidFill>
                <a:latin typeface="+mj-lt"/>
                <a:ea typeface="+mj-lt"/>
                <a:cs typeface="+mj-lt"/>
              </a:defRPr>
            </a:lvl6pPr>
            <a:lvl7pPr marL="0" indent="0">
              <a:lnSpc>
                <a:spcPct val="100000"/>
              </a:lnSpc>
              <a:spcAft>
                <a:spcPts val="0"/>
              </a:spcAft>
              <a:buFontTx/>
              <a:buNone/>
              <a:defRPr sz="1800" b="0">
                <a:solidFill>
                  <a:schemeClr val="bg1"/>
                </a:solidFill>
                <a:latin typeface="+mj-lt"/>
                <a:ea typeface="+mj-lt"/>
                <a:cs typeface="+mj-lt"/>
              </a:defRPr>
            </a:lvl7pPr>
            <a:lvl8pPr marL="0" indent="0">
              <a:lnSpc>
                <a:spcPct val="100000"/>
              </a:lnSpc>
              <a:spcAft>
                <a:spcPts val="0"/>
              </a:spcAft>
              <a:buFontTx/>
              <a:buNone/>
              <a:defRPr sz="1800" b="0">
                <a:solidFill>
                  <a:schemeClr val="bg1"/>
                </a:solidFill>
                <a:latin typeface="+mj-lt"/>
                <a:ea typeface="+mj-lt"/>
                <a:cs typeface="+mj-lt"/>
              </a:defRPr>
            </a:lvl8pPr>
            <a:lvl9pPr marL="0" indent="0">
              <a:lnSpc>
                <a:spcPct val="100000"/>
              </a:lnSpc>
              <a:spcAft>
                <a:spcPts val="0"/>
              </a:spcAft>
              <a:buFontTx/>
              <a:buNone/>
              <a:defRPr sz="1800" b="0">
                <a:solidFill>
                  <a:schemeClr val="bg1"/>
                </a:solidFill>
                <a:latin typeface="+mj-lt"/>
                <a:ea typeface="+mj-lt"/>
                <a:cs typeface="+mj-lt"/>
              </a:defRPr>
            </a:lvl9pPr>
          </a:lstStyle>
          <a:p xmlns:a="http://schemas.openxmlformats.org/drawingml/2006/main">
            <a:pPr lvl="0">
              <a:buNone/>
            </a:pPr>
            <a:r>
              <a:t>Name hinzufügen</a:t>
            </a:r>
          </a:p>
        </p:txBody>
      </p:sp>
      <p:sp>
        <p:nvSpPr>
          <p:cNvPr id="22" name="Funktion">
            <a:extLst xmlns:a="http://schemas.openxmlformats.org/drawingml/2006/main">
              <a:ext uri="{FF2B5EF4-FFF2-40B4-BE49-F238E27FC236}">
                <a16:creationId xmlns:a16="http://schemas.microsoft.com/office/drawing/2014/main" id="{14A20B28-0838-4866-6B45-F1A57001050F}"/>
              </a:ext>
            </a:extLst>
          </p:cNvPr>
          <p:cNvSpPr>
            <a:spLocks xmlns:a="http://schemas.openxmlformats.org/drawingml/2006/main" noGrp="1"/>
          </p:cNvSpPr>
          <p:nvPr>
            <p:ph type="body" idx="32" hasCustomPrompt="1"/>
          </p:nvPr>
        </p:nvSpPr>
        <p:spPr>
          <a:xfrm xmlns:a="http://schemas.openxmlformats.org/drawingml/2006/main">
            <a:off x="4634447" y="4797152"/>
            <a:ext cx="2808000" cy="360000"/>
          </a:xfrm>
        </p:spPr>
        <p:txBody>
          <a:bodyPr xmlns:a="http://schemas.openxmlformats.org/drawingml/2006/main"/>
          <a:lstStyle xmlns:a="http://schemas.openxmlformats.org/drawingml/2006/main">
            <a:lvl1pPr>
              <a:lnSpc>
                <a:spcPct val="100000"/>
              </a:lnSpc>
              <a:spcAft>
                <a:spcPts val="0"/>
              </a:spcAft>
              <a:buNone/>
              <a:defRPr sz="1400">
                <a:solidFill>
                  <a:schemeClr val="bg1"/>
                </a:solidFill>
                <a:latin typeface="+mj-lt"/>
                <a:ea typeface="+mj-lt"/>
                <a:cs typeface="+mj-lt"/>
              </a:defRPr>
            </a:lvl1pPr>
            <a:lvl2pPr>
              <a:lnSpc>
                <a:spcPct val="100000"/>
              </a:lnSpc>
              <a:spcAft>
                <a:spcPts val="0"/>
              </a:spcAft>
              <a:buNone/>
              <a:defRPr sz="1400">
                <a:solidFill>
                  <a:schemeClr val="bg1"/>
                </a:solidFill>
                <a:latin typeface="+mj-lt"/>
                <a:ea typeface="+mj-lt"/>
                <a:cs typeface="+mj-lt"/>
              </a:defRPr>
            </a:lvl2pPr>
            <a:lvl3pPr marL="0" indent="0">
              <a:lnSpc>
                <a:spcPct val="100000"/>
              </a:lnSpc>
              <a:spcAft>
                <a:spcPts val="0"/>
              </a:spcAft>
              <a:buFontTx/>
              <a:buNone/>
              <a:defRPr sz="1400">
                <a:solidFill>
                  <a:schemeClr val="bg1"/>
                </a:solidFill>
                <a:latin typeface="+mj-lt"/>
                <a:ea typeface="+mj-lt"/>
                <a:cs typeface="+mj-lt"/>
              </a:defRPr>
            </a:lvl3pPr>
            <a:lvl4pPr marL="0" indent="0">
              <a:lnSpc>
                <a:spcPct val="100000"/>
              </a:lnSpc>
              <a:spcAft>
                <a:spcPts val="0"/>
              </a:spcAft>
              <a:buFontTx/>
              <a:buNone/>
              <a:defRPr sz="1400">
                <a:solidFill>
                  <a:schemeClr val="bg1"/>
                </a:solidFill>
                <a:latin typeface="+mj-lt"/>
                <a:ea typeface="+mj-lt"/>
                <a:cs typeface="+mj-lt"/>
              </a:defRPr>
            </a:lvl4pPr>
            <a:lvl5pPr marL="0" indent="0">
              <a:lnSpc>
                <a:spcPct val="100000"/>
              </a:lnSpc>
              <a:spcAft>
                <a:spcPts val="0"/>
              </a:spcAft>
              <a:buFontTx/>
              <a:buNone/>
              <a:defRPr sz="1400">
                <a:solidFill>
                  <a:schemeClr val="bg1"/>
                </a:solidFill>
                <a:latin typeface="+mj-lt"/>
                <a:ea typeface="+mj-lt"/>
                <a:cs typeface="+mj-lt"/>
              </a:defRPr>
            </a:lvl5pPr>
            <a:lvl6pPr marL="0" indent="0">
              <a:lnSpc>
                <a:spcPct val="100000"/>
              </a:lnSpc>
              <a:spcAft>
                <a:spcPts val="0"/>
              </a:spcAft>
              <a:buFontTx/>
              <a:buNone/>
              <a:defRPr sz="1400">
                <a:solidFill>
                  <a:schemeClr val="bg1"/>
                </a:solidFill>
                <a:latin typeface="+mj-lt"/>
                <a:ea typeface="+mj-lt"/>
                <a:cs typeface="+mj-lt"/>
              </a:defRPr>
            </a:lvl6pPr>
            <a:lvl7pPr marL="0" indent="0">
              <a:lnSpc>
                <a:spcPct val="100000"/>
              </a:lnSpc>
              <a:spcAft>
                <a:spcPts val="0"/>
              </a:spcAft>
              <a:buFontTx/>
              <a:buNone/>
              <a:defRPr sz="1400">
                <a:solidFill>
                  <a:schemeClr val="bg1"/>
                </a:solidFill>
                <a:latin typeface="+mj-lt"/>
                <a:ea typeface="+mj-lt"/>
                <a:cs typeface="+mj-lt"/>
              </a:defRPr>
            </a:lvl7pPr>
            <a:lvl8pPr marL="0" indent="0">
              <a:lnSpc>
                <a:spcPct val="100000"/>
              </a:lnSpc>
              <a:spcAft>
                <a:spcPts val="0"/>
              </a:spcAft>
              <a:buFontTx/>
              <a:buNone/>
              <a:defRPr sz="1400">
                <a:solidFill>
                  <a:schemeClr val="bg1"/>
                </a:solidFill>
                <a:latin typeface="+mj-lt"/>
                <a:ea typeface="+mj-lt"/>
                <a:cs typeface="+mj-lt"/>
              </a:defRPr>
            </a:lvl8pPr>
            <a:lvl9pPr marL="0" indent="0">
              <a:lnSpc>
                <a:spcPct val="100000"/>
              </a:lnSpc>
              <a:spcAft>
                <a:spcPts val="0"/>
              </a:spcAft>
              <a:buFontTx/>
              <a:buNone/>
              <a:defRPr sz="1400">
                <a:solidFill>
                  <a:schemeClr val="bg1"/>
                </a:solidFill>
                <a:latin typeface="+mj-lt"/>
                <a:ea typeface="+mj-lt"/>
                <a:cs typeface="+mj-lt"/>
              </a:defRPr>
            </a:lvl9pPr>
          </a:lstStyle>
          <a:p xmlns:a="http://schemas.openxmlformats.org/drawingml/2006/main">
            <a:pPr lvl="0">
              <a:buNone/>
            </a:pPr>
            <a:r>
              <a:t>Funktion hinzufügen</a:t>
            </a:r>
          </a:p>
        </p:txBody>
      </p:sp>
      <p:sp>
        <p:nvSpPr>
          <p:cNvPr id="25" name="Telefon">
            <a:extLst xmlns:a="http://schemas.openxmlformats.org/drawingml/2006/main">
              <a:ext uri="{FF2B5EF4-FFF2-40B4-BE49-F238E27FC236}">
                <a16:creationId xmlns:a16="http://schemas.microsoft.com/office/drawing/2014/main" id="{37C9EAB7-B910-8ED3-0D0A-0DEDD25A2500}"/>
              </a:ext>
            </a:extLst>
          </p:cNvPr>
          <p:cNvSpPr>
            <a:spLocks xmlns:a="http://schemas.openxmlformats.org/drawingml/2006/main" noGrp="1"/>
          </p:cNvSpPr>
          <p:nvPr>
            <p:ph type="body" idx="33" hasCustomPrompt="1"/>
          </p:nvPr>
        </p:nvSpPr>
        <p:spPr>
          <a:xfrm xmlns:a="http://schemas.openxmlformats.org/drawingml/2006/main">
            <a:off x="4634447" y="5265204"/>
            <a:ext cx="2808000" cy="720000"/>
          </a:xfrm>
        </p:spPr>
        <p:txBody>
          <a:bodyPr xmlns:a="http://schemas.openxmlformats.org/drawingml/2006/main"/>
          <a:lstStyle xmlns:a="http://schemas.openxmlformats.org/drawingml/2006/main">
            <a:lvl1pPr>
              <a:lnSpc>
                <a:spcPct val="100000"/>
              </a:lnSpc>
              <a:spcAft>
                <a:spcPts val="0"/>
              </a:spcAft>
              <a:buNone/>
              <a:tabLst>
                <a:tab pos="812800" algn="l"/>
              </a:tabLst>
              <a:defRPr sz="1200">
                <a:solidFill>
                  <a:schemeClr val="bg1"/>
                </a:solidFill>
                <a:latin typeface="+mn-lt"/>
                <a:ea typeface="+mn-lt"/>
                <a:cs typeface="+mn-lt"/>
              </a:defRPr>
            </a:lvl1pPr>
            <a:lvl2pPr>
              <a:lnSpc>
                <a:spcPct val="100000"/>
              </a:lnSpc>
              <a:spcAft>
                <a:spcPts val="0"/>
              </a:spcAft>
              <a:buNone/>
              <a:tabLst>
                <a:tab pos="1435100" algn="l"/>
              </a:tabLst>
              <a:defRPr sz="1200">
                <a:solidFill>
                  <a:schemeClr val="bg1"/>
                </a:solidFill>
                <a:latin typeface="+mn-lt"/>
                <a:ea typeface="+mn-lt"/>
                <a:cs typeface="+mn-lt"/>
              </a:defRPr>
            </a:lvl2pPr>
            <a:lvl3pPr marL="0" indent="0">
              <a:lnSpc>
                <a:spcPct val="100000"/>
              </a:lnSpc>
              <a:spcAft>
                <a:spcPts val="0"/>
              </a:spcAft>
              <a:buFontTx/>
              <a:buNone/>
              <a:tabLst>
                <a:tab pos="1435100" algn="l"/>
              </a:tabLst>
              <a:defRPr sz="1200">
                <a:solidFill>
                  <a:schemeClr val="bg1"/>
                </a:solidFill>
                <a:latin typeface="+mn-lt"/>
                <a:ea typeface="+mn-lt"/>
                <a:cs typeface="+mn-lt"/>
              </a:defRPr>
            </a:lvl3pPr>
            <a:lvl4pPr marL="0" indent="0">
              <a:lnSpc>
                <a:spcPct val="100000"/>
              </a:lnSpc>
              <a:spcAft>
                <a:spcPts val="0"/>
              </a:spcAft>
              <a:buFontTx/>
              <a:buNone/>
              <a:tabLst>
                <a:tab pos="1435100" algn="l"/>
              </a:tabLst>
              <a:defRPr sz="1200">
                <a:solidFill>
                  <a:schemeClr val="bg1"/>
                </a:solidFill>
                <a:latin typeface="+mn-lt"/>
                <a:ea typeface="+mn-lt"/>
                <a:cs typeface="+mn-lt"/>
              </a:defRPr>
            </a:lvl4pPr>
            <a:lvl5pPr marL="0" indent="0">
              <a:lnSpc>
                <a:spcPct val="100000"/>
              </a:lnSpc>
              <a:spcAft>
                <a:spcPts val="0"/>
              </a:spcAft>
              <a:buFontTx/>
              <a:buNone/>
              <a:tabLst>
                <a:tab pos="1435100" algn="l"/>
              </a:tabLst>
              <a:defRPr sz="1200">
                <a:solidFill>
                  <a:schemeClr val="bg1"/>
                </a:solidFill>
                <a:latin typeface="+mn-lt"/>
                <a:ea typeface="+mn-lt"/>
                <a:cs typeface="+mn-lt"/>
              </a:defRPr>
            </a:lvl5pPr>
            <a:lvl6pPr marL="0" indent="0">
              <a:lnSpc>
                <a:spcPct val="100000"/>
              </a:lnSpc>
              <a:spcAft>
                <a:spcPts val="0"/>
              </a:spcAft>
              <a:buFontTx/>
              <a:buNone/>
              <a:tabLst>
                <a:tab pos="1435100" algn="l"/>
              </a:tabLst>
              <a:defRPr sz="1200">
                <a:solidFill>
                  <a:schemeClr val="bg1"/>
                </a:solidFill>
                <a:latin typeface="+mn-lt"/>
                <a:ea typeface="+mn-lt"/>
                <a:cs typeface="+mn-lt"/>
              </a:defRPr>
            </a:lvl6pPr>
            <a:lvl7pPr marL="0" indent="0">
              <a:lnSpc>
                <a:spcPct val="100000"/>
              </a:lnSpc>
              <a:spcAft>
                <a:spcPts val="0"/>
              </a:spcAft>
              <a:buFontTx/>
              <a:buNone/>
              <a:tabLst>
                <a:tab pos="1435100" algn="l"/>
              </a:tabLst>
              <a:defRPr sz="1200">
                <a:solidFill>
                  <a:schemeClr val="bg1"/>
                </a:solidFill>
                <a:latin typeface="+mn-lt"/>
                <a:ea typeface="+mn-lt"/>
                <a:cs typeface="+mn-lt"/>
              </a:defRPr>
            </a:lvl7pPr>
            <a:lvl8pPr marL="0" indent="0">
              <a:lnSpc>
                <a:spcPct val="100000"/>
              </a:lnSpc>
              <a:spcAft>
                <a:spcPts val="0"/>
              </a:spcAft>
              <a:buFontTx/>
              <a:buNone/>
              <a:tabLst>
                <a:tab pos="1435100" algn="l"/>
              </a:tabLst>
              <a:defRPr sz="1200">
                <a:solidFill>
                  <a:schemeClr val="bg1"/>
                </a:solidFill>
                <a:latin typeface="+mn-lt"/>
                <a:ea typeface="+mn-lt"/>
                <a:cs typeface="+mn-lt"/>
              </a:defRPr>
            </a:lvl8pPr>
            <a:lvl9pPr marL="0" indent="0">
              <a:lnSpc>
                <a:spcPct val="100000"/>
              </a:lnSpc>
              <a:spcAft>
                <a:spcPts val="0"/>
              </a:spcAft>
              <a:buFontTx/>
              <a:buNone/>
              <a:tabLst>
                <a:tab pos="1435100" algn="l"/>
              </a:tabLst>
              <a:defRPr sz="1200">
                <a:solidFill>
                  <a:schemeClr val="bg1"/>
                </a:solidFill>
                <a:latin typeface="+mn-lt"/>
                <a:ea typeface="+mn-lt"/>
                <a:cs typeface="+mn-lt"/>
              </a:defRPr>
            </a:lvl9pPr>
          </a:lstStyle>
          <a:p xmlns:a="http://schemas.openxmlformats.org/drawingml/2006/main">
            <a:pPr lvl="0">
              <a:buNone/>
            </a:pPr>
            <a:r>
              <a:t>Telefonnummer und E-Mail hinzufügen</a:t>
            </a:r>
          </a:p>
        </p:txBody>
      </p:sp>
      <p:sp>
        <p:nvSpPr>
          <p:cNvPr id="19" name="Bildplatzhalter 39">
            <a:extLst xmlns:a="http://schemas.openxmlformats.org/drawingml/2006/main">
              <a:ext uri="{FF2B5EF4-FFF2-40B4-BE49-F238E27FC236}">
                <a16:creationId xmlns:a16="http://schemas.microsoft.com/office/drawing/2014/main" id="{84F08EF3-C451-D7B5-E29C-FDC43DA7A72E}"/>
              </a:ext>
            </a:extLst>
          </p:cNvPr>
          <p:cNvSpPr>
            <a:spLocks xmlns:a="http://schemas.openxmlformats.org/drawingml/2006/main" noGrp="1"/>
          </p:cNvSpPr>
          <p:nvPr>
            <p:ph type="pic" idx="30"/>
          </p:nvPr>
        </p:nvSpPr>
        <p:spPr>
          <a:xfrm xmlns:a="http://schemas.openxmlformats.org/drawingml/2006/main">
            <a:off x="6959997" y="3032956"/>
            <a:ext cx="1044215" cy="1044215"/>
          </a:xfrm>
          <a:prstGeom xmlns:a="http://schemas.openxmlformats.org/drawingml/2006/main" prst="round2DiagRect">
            <a:avLst/>
          </a:prstGeom>
          <a:noFill xmlns:a="http://schemas.openxmlformats.org/drawingml/2006/main"/>
          <a:ln xmlns:a="http://schemas.openxmlformats.org/drawingml/2006/main" w="12700">
            <a:solidFill>
              <a:schemeClr val="bg2"/>
            </a:solidFill>
          </a:ln>
        </p:spPr>
        <p:txBody>
          <a:bodyPr xmlns:a="http://schemas.openxmlformats.org/drawingml/2006/main"/>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26" name="Rechteck: diagonal liegende Ecken abgerundet 25">
            <a:extLst xmlns:a="http://schemas.openxmlformats.org/drawingml/2006/main">
              <a:ext uri="{FF2B5EF4-FFF2-40B4-BE49-F238E27FC236}">
                <a16:creationId xmlns:a16="http://schemas.microsoft.com/office/drawing/2014/main" id="{58F00852-7604-2BF5-0FA4-DDEB7E96A1E4}"/>
              </a:ext>
            </a:extLst>
          </p:cNvPr>
          <p:cNvSpPr>
            <a:spLocks xmlns:a="http://schemas.openxmlformats.org/drawingml/2006/main" noGrp="1"/>
          </p:cNvSpPr>
          <p:nvPr/>
        </p:nvSpPr>
        <p:spPr>
          <a:xfrm xmlns:a="http://schemas.openxmlformats.org/drawingml/2006/main">
            <a:off x="8183735" y="3573016"/>
            <a:ext cx="3492786" cy="2771972"/>
          </a:xfrm>
          <a:prstGeom xmlns:a="http://schemas.openxmlformats.org/drawingml/2006/main" prst="round2DiagRect">
            <a:avLst>
              <a:gd name="adj1" fmla="val 14462"/>
              <a:gd name="adj2" fmla="val 0"/>
            </a:avLst>
          </a:prstGeom>
          <a:gradFill xmlns:a="http://schemas.openxmlformats.org/drawingml/2006/main">
            <a:gsLst>
              <a:gs pos="0">
                <a:srgbClr val="9B348E"/>
              </a:gs>
              <a:gs pos="26000">
                <a:schemeClr val="bg2"/>
              </a:gs>
            </a:gsLst>
            <a:lin ang="13200000" scaled="0"/>
          </a:gra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spcBef>
                <a:spcPts val="300"/>
              </a:spcBef>
              <a:spcAft>
                <a:spcPts val="300"/>
              </a:spcAft>
              <a:buNone/>
            </a:pPr>
            <a:endParaRPr sz="2000">
              <a:solidFill>
                <a:schemeClr val="tx1"/>
              </a:solidFill>
            </a:endParaRPr>
          </a:p>
        </p:txBody>
      </p:sp>
      <p:sp>
        <p:nvSpPr>
          <p:cNvPr id="28" name="Name">
            <a:extLst xmlns:a="http://schemas.openxmlformats.org/drawingml/2006/main">
              <a:ext uri="{FF2B5EF4-FFF2-40B4-BE49-F238E27FC236}">
                <a16:creationId xmlns:a16="http://schemas.microsoft.com/office/drawing/2014/main" id="{BE5877E7-24F8-1AA9-CFA8-80FBE266466A}"/>
              </a:ext>
            </a:extLst>
          </p:cNvPr>
          <p:cNvSpPr>
            <a:spLocks xmlns:a="http://schemas.openxmlformats.org/drawingml/2006/main" noGrp="1"/>
          </p:cNvSpPr>
          <p:nvPr>
            <p:ph type="body" idx="35" hasCustomPrompt="1"/>
          </p:nvPr>
        </p:nvSpPr>
        <p:spPr>
          <a:xfrm xmlns:a="http://schemas.openxmlformats.org/drawingml/2006/main">
            <a:off x="8558883" y="4185084"/>
            <a:ext cx="2808000" cy="540060"/>
          </a:xfrm>
        </p:spPr>
        <p:txBody>
          <a:bodyPr xmlns:a="http://schemas.openxmlformats.org/drawingml/2006/main"/>
          <a:lstStyle xmlns:a="http://schemas.openxmlformats.org/drawingml/2006/main">
            <a:lvl1pPr>
              <a:lnSpc>
                <a:spcPct val="100000"/>
              </a:lnSpc>
              <a:spcAft>
                <a:spcPts val="0"/>
              </a:spcAft>
              <a:buNone/>
              <a:defRPr sz="1800" b="0">
                <a:solidFill>
                  <a:schemeClr val="bg1"/>
                </a:solidFill>
                <a:latin typeface="+mj-lt"/>
                <a:ea typeface="+mj-lt"/>
                <a:cs typeface="+mj-lt"/>
              </a:defRPr>
            </a:lvl1pPr>
            <a:lvl2pPr>
              <a:lnSpc>
                <a:spcPct val="100000"/>
              </a:lnSpc>
              <a:spcAft>
                <a:spcPts val="0"/>
              </a:spcAft>
              <a:buNone/>
              <a:defRPr sz="1800" b="0">
                <a:solidFill>
                  <a:schemeClr val="bg1"/>
                </a:solidFill>
                <a:latin typeface="+mj-lt"/>
                <a:ea typeface="+mj-lt"/>
                <a:cs typeface="+mj-lt"/>
              </a:defRPr>
            </a:lvl2pPr>
            <a:lvl3pPr marL="0" indent="0">
              <a:lnSpc>
                <a:spcPct val="100000"/>
              </a:lnSpc>
              <a:spcAft>
                <a:spcPts val="0"/>
              </a:spcAft>
              <a:buFontTx/>
              <a:buNone/>
              <a:defRPr sz="1800" b="0">
                <a:solidFill>
                  <a:schemeClr val="bg1"/>
                </a:solidFill>
                <a:latin typeface="+mj-lt"/>
                <a:ea typeface="+mj-lt"/>
                <a:cs typeface="+mj-lt"/>
              </a:defRPr>
            </a:lvl3pPr>
            <a:lvl4pPr marL="0" indent="0">
              <a:lnSpc>
                <a:spcPct val="100000"/>
              </a:lnSpc>
              <a:spcAft>
                <a:spcPts val="0"/>
              </a:spcAft>
              <a:buFontTx/>
              <a:buNone/>
              <a:defRPr sz="1800" b="0">
                <a:solidFill>
                  <a:schemeClr val="bg1"/>
                </a:solidFill>
                <a:latin typeface="+mj-lt"/>
                <a:ea typeface="+mj-lt"/>
                <a:cs typeface="+mj-lt"/>
              </a:defRPr>
            </a:lvl4pPr>
            <a:lvl5pPr marL="0" indent="0">
              <a:lnSpc>
                <a:spcPct val="100000"/>
              </a:lnSpc>
              <a:spcAft>
                <a:spcPts val="0"/>
              </a:spcAft>
              <a:buFontTx/>
              <a:buNone/>
              <a:defRPr sz="1800" b="0">
                <a:solidFill>
                  <a:schemeClr val="bg1"/>
                </a:solidFill>
                <a:latin typeface="+mj-lt"/>
                <a:ea typeface="+mj-lt"/>
                <a:cs typeface="+mj-lt"/>
              </a:defRPr>
            </a:lvl5pPr>
            <a:lvl6pPr marL="0" indent="0">
              <a:lnSpc>
                <a:spcPct val="100000"/>
              </a:lnSpc>
              <a:spcAft>
                <a:spcPts val="0"/>
              </a:spcAft>
              <a:buFontTx/>
              <a:buNone/>
              <a:defRPr sz="1800" b="0">
                <a:solidFill>
                  <a:schemeClr val="bg1"/>
                </a:solidFill>
                <a:latin typeface="+mj-lt"/>
                <a:ea typeface="+mj-lt"/>
                <a:cs typeface="+mj-lt"/>
              </a:defRPr>
            </a:lvl6pPr>
            <a:lvl7pPr marL="0" indent="0">
              <a:lnSpc>
                <a:spcPct val="100000"/>
              </a:lnSpc>
              <a:spcAft>
                <a:spcPts val="0"/>
              </a:spcAft>
              <a:buFontTx/>
              <a:buNone/>
              <a:defRPr sz="1800" b="0">
                <a:solidFill>
                  <a:schemeClr val="bg1"/>
                </a:solidFill>
                <a:latin typeface="+mj-lt"/>
                <a:ea typeface="+mj-lt"/>
                <a:cs typeface="+mj-lt"/>
              </a:defRPr>
            </a:lvl7pPr>
            <a:lvl8pPr marL="0" indent="0">
              <a:lnSpc>
                <a:spcPct val="100000"/>
              </a:lnSpc>
              <a:spcAft>
                <a:spcPts val="0"/>
              </a:spcAft>
              <a:buFontTx/>
              <a:buNone/>
              <a:defRPr sz="1800" b="0">
                <a:solidFill>
                  <a:schemeClr val="bg1"/>
                </a:solidFill>
                <a:latin typeface="+mj-lt"/>
                <a:ea typeface="+mj-lt"/>
                <a:cs typeface="+mj-lt"/>
              </a:defRPr>
            </a:lvl8pPr>
            <a:lvl9pPr marL="0" indent="0">
              <a:lnSpc>
                <a:spcPct val="100000"/>
              </a:lnSpc>
              <a:spcAft>
                <a:spcPts val="0"/>
              </a:spcAft>
              <a:buFontTx/>
              <a:buNone/>
              <a:defRPr sz="1800" b="0">
                <a:solidFill>
                  <a:schemeClr val="bg1"/>
                </a:solidFill>
                <a:latin typeface="+mj-lt"/>
                <a:ea typeface="+mj-lt"/>
                <a:cs typeface="+mj-lt"/>
              </a:defRPr>
            </a:lvl9pPr>
          </a:lstStyle>
          <a:p xmlns:a="http://schemas.openxmlformats.org/drawingml/2006/main">
            <a:pPr lvl="0">
              <a:buNone/>
            </a:pPr>
            <a:r>
              <a:t>Name hinzufügen</a:t>
            </a:r>
          </a:p>
        </p:txBody>
      </p:sp>
      <p:sp>
        <p:nvSpPr>
          <p:cNvPr id="34" name="Funktion">
            <a:extLst xmlns:a="http://schemas.openxmlformats.org/drawingml/2006/main">
              <a:ext uri="{FF2B5EF4-FFF2-40B4-BE49-F238E27FC236}">
                <a16:creationId xmlns:a16="http://schemas.microsoft.com/office/drawing/2014/main" id="{C7E843B6-0607-1C10-54F1-94825897BD06}"/>
              </a:ext>
            </a:extLst>
          </p:cNvPr>
          <p:cNvSpPr>
            <a:spLocks xmlns:a="http://schemas.openxmlformats.org/drawingml/2006/main" noGrp="1"/>
          </p:cNvSpPr>
          <p:nvPr>
            <p:ph type="body" idx="36" hasCustomPrompt="1"/>
          </p:nvPr>
        </p:nvSpPr>
        <p:spPr>
          <a:xfrm xmlns:a="http://schemas.openxmlformats.org/drawingml/2006/main">
            <a:off x="8558883" y="4833156"/>
            <a:ext cx="2808000" cy="360000"/>
          </a:xfrm>
        </p:spPr>
        <p:txBody>
          <a:bodyPr xmlns:a="http://schemas.openxmlformats.org/drawingml/2006/main"/>
          <a:lstStyle xmlns:a="http://schemas.openxmlformats.org/drawingml/2006/main">
            <a:lvl1pPr>
              <a:lnSpc>
                <a:spcPct val="100000"/>
              </a:lnSpc>
              <a:spcAft>
                <a:spcPts val="0"/>
              </a:spcAft>
              <a:buNone/>
              <a:defRPr sz="1400">
                <a:solidFill>
                  <a:schemeClr val="bg1"/>
                </a:solidFill>
                <a:latin typeface="+mj-lt"/>
                <a:ea typeface="+mj-lt"/>
                <a:cs typeface="+mj-lt"/>
              </a:defRPr>
            </a:lvl1pPr>
            <a:lvl2pPr>
              <a:lnSpc>
                <a:spcPct val="100000"/>
              </a:lnSpc>
              <a:spcAft>
                <a:spcPts val="0"/>
              </a:spcAft>
              <a:buNone/>
              <a:defRPr sz="1400">
                <a:solidFill>
                  <a:schemeClr val="bg1"/>
                </a:solidFill>
                <a:latin typeface="+mj-lt"/>
                <a:ea typeface="+mj-lt"/>
                <a:cs typeface="+mj-lt"/>
              </a:defRPr>
            </a:lvl2pPr>
            <a:lvl3pPr marL="0" indent="0">
              <a:lnSpc>
                <a:spcPct val="100000"/>
              </a:lnSpc>
              <a:spcAft>
                <a:spcPts val="0"/>
              </a:spcAft>
              <a:buFontTx/>
              <a:buNone/>
              <a:defRPr sz="1400">
                <a:solidFill>
                  <a:schemeClr val="bg1"/>
                </a:solidFill>
                <a:latin typeface="+mj-lt"/>
                <a:ea typeface="+mj-lt"/>
                <a:cs typeface="+mj-lt"/>
              </a:defRPr>
            </a:lvl3pPr>
            <a:lvl4pPr marL="0" indent="0">
              <a:lnSpc>
                <a:spcPct val="100000"/>
              </a:lnSpc>
              <a:spcAft>
                <a:spcPts val="0"/>
              </a:spcAft>
              <a:buFontTx/>
              <a:buNone/>
              <a:defRPr sz="1400">
                <a:solidFill>
                  <a:schemeClr val="bg1"/>
                </a:solidFill>
                <a:latin typeface="+mj-lt"/>
                <a:ea typeface="+mj-lt"/>
                <a:cs typeface="+mj-lt"/>
              </a:defRPr>
            </a:lvl4pPr>
            <a:lvl5pPr marL="0" indent="0">
              <a:lnSpc>
                <a:spcPct val="100000"/>
              </a:lnSpc>
              <a:spcAft>
                <a:spcPts val="0"/>
              </a:spcAft>
              <a:buFontTx/>
              <a:buNone/>
              <a:defRPr sz="1400">
                <a:solidFill>
                  <a:schemeClr val="bg1"/>
                </a:solidFill>
                <a:latin typeface="+mj-lt"/>
                <a:ea typeface="+mj-lt"/>
                <a:cs typeface="+mj-lt"/>
              </a:defRPr>
            </a:lvl5pPr>
            <a:lvl6pPr marL="0" indent="0">
              <a:lnSpc>
                <a:spcPct val="100000"/>
              </a:lnSpc>
              <a:spcAft>
                <a:spcPts val="0"/>
              </a:spcAft>
              <a:buFontTx/>
              <a:buNone/>
              <a:defRPr sz="1400">
                <a:solidFill>
                  <a:schemeClr val="bg1"/>
                </a:solidFill>
                <a:latin typeface="+mj-lt"/>
                <a:ea typeface="+mj-lt"/>
                <a:cs typeface="+mj-lt"/>
              </a:defRPr>
            </a:lvl6pPr>
            <a:lvl7pPr marL="0" indent="0">
              <a:lnSpc>
                <a:spcPct val="100000"/>
              </a:lnSpc>
              <a:spcAft>
                <a:spcPts val="0"/>
              </a:spcAft>
              <a:buFontTx/>
              <a:buNone/>
              <a:defRPr sz="1400">
                <a:solidFill>
                  <a:schemeClr val="bg1"/>
                </a:solidFill>
                <a:latin typeface="+mj-lt"/>
                <a:ea typeface="+mj-lt"/>
                <a:cs typeface="+mj-lt"/>
              </a:defRPr>
            </a:lvl7pPr>
            <a:lvl8pPr marL="0" indent="0">
              <a:lnSpc>
                <a:spcPct val="100000"/>
              </a:lnSpc>
              <a:spcAft>
                <a:spcPts val="0"/>
              </a:spcAft>
              <a:buFontTx/>
              <a:buNone/>
              <a:defRPr sz="1400">
                <a:solidFill>
                  <a:schemeClr val="bg1"/>
                </a:solidFill>
                <a:latin typeface="+mj-lt"/>
                <a:ea typeface="+mj-lt"/>
                <a:cs typeface="+mj-lt"/>
              </a:defRPr>
            </a:lvl8pPr>
            <a:lvl9pPr marL="0" indent="0">
              <a:lnSpc>
                <a:spcPct val="100000"/>
              </a:lnSpc>
              <a:spcAft>
                <a:spcPts val="0"/>
              </a:spcAft>
              <a:buFontTx/>
              <a:buNone/>
              <a:defRPr sz="1400">
                <a:solidFill>
                  <a:schemeClr val="bg1"/>
                </a:solidFill>
                <a:latin typeface="+mj-lt"/>
                <a:ea typeface="+mj-lt"/>
                <a:cs typeface="+mj-lt"/>
              </a:defRPr>
            </a:lvl9pPr>
          </a:lstStyle>
          <a:p xmlns:a="http://schemas.openxmlformats.org/drawingml/2006/main">
            <a:pPr lvl="0">
              <a:buNone/>
            </a:pPr>
            <a:r>
              <a:t>Funktion hinzufügen</a:t>
            </a:r>
          </a:p>
        </p:txBody>
      </p:sp>
      <p:sp>
        <p:nvSpPr>
          <p:cNvPr id="35" name="Telefon">
            <a:extLst xmlns:a="http://schemas.openxmlformats.org/drawingml/2006/main">
              <a:ext uri="{FF2B5EF4-FFF2-40B4-BE49-F238E27FC236}">
                <a16:creationId xmlns:a16="http://schemas.microsoft.com/office/drawing/2014/main" id="{8AC6DD14-A7B9-0012-A768-ECD2CBD640F1}"/>
              </a:ext>
            </a:extLst>
          </p:cNvPr>
          <p:cNvSpPr>
            <a:spLocks xmlns:a="http://schemas.openxmlformats.org/drawingml/2006/main" noGrp="1"/>
          </p:cNvSpPr>
          <p:nvPr>
            <p:ph type="body" idx="37" hasCustomPrompt="1"/>
          </p:nvPr>
        </p:nvSpPr>
        <p:spPr>
          <a:xfrm xmlns:a="http://schemas.openxmlformats.org/drawingml/2006/main">
            <a:off x="8558883" y="5301208"/>
            <a:ext cx="2808000" cy="720000"/>
          </a:xfrm>
        </p:spPr>
        <p:txBody>
          <a:bodyPr xmlns:a="http://schemas.openxmlformats.org/drawingml/2006/main"/>
          <a:lstStyle xmlns:a="http://schemas.openxmlformats.org/drawingml/2006/main">
            <a:lvl1pPr>
              <a:lnSpc>
                <a:spcPct val="100000"/>
              </a:lnSpc>
              <a:spcAft>
                <a:spcPts val="0"/>
              </a:spcAft>
              <a:buNone/>
              <a:tabLst>
                <a:tab pos="812800" algn="l"/>
              </a:tabLst>
              <a:defRPr sz="1200">
                <a:solidFill>
                  <a:schemeClr val="bg1"/>
                </a:solidFill>
                <a:latin typeface="+mn-lt"/>
                <a:ea typeface="+mn-lt"/>
                <a:cs typeface="+mn-lt"/>
              </a:defRPr>
            </a:lvl1pPr>
            <a:lvl2pPr>
              <a:lnSpc>
                <a:spcPct val="100000"/>
              </a:lnSpc>
              <a:spcAft>
                <a:spcPts val="0"/>
              </a:spcAft>
              <a:buNone/>
              <a:tabLst>
                <a:tab pos="1435100" algn="l"/>
              </a:tabLst>
              <a:defRPr sz="1200">
                <a:solidFill>
                  <a:schemeClr val="bg1"/>
                </a:solidFill>
                <a:latin typeface="+mn-lt"/>
                <a:ea typeface="+mn-lt"/>
                <a:cs typeface="+mn-lt"/>
              </a:defRPr>
            </a:lvl2pPr>
            <a:lvl3pPr marL="0" indent="0">
              <a:lnSpc>
                <a:spcPct val="100000"/>
              </a:lnSpc>
              <a:spcAft>
                <a:spcPts val="0"/>
              </a:spcAft>
              <a:buFontTx/>
              <a:buNone/>
              <a:tabLst>
                <a:tab pos="1435100" algn="l"/>
              </a:tabLst>
              <a:defRPr sz="1200">
                <a:solidFill>
                  <a:schemeClr val="bg1"/>
                </a:solidFill>
                <a:latin typeface="+mn-lt"/>
                <a:ea typeface="+mn-lt"/>
                <a:cs typeface="+mn-lt"/>
              </a:defRPr>
            </a:lvl3pPr>
            <a:lvl4pPr marL="0" indent="0">
              <a:lnSpc>
                <a:spcPct val="100000"/>
              </a:lnSpc>
              <a:spcAft>
                <a:spcPts val="0"/>
              </a:spcAft>
              <a:buFontTx/>
              <a:buNone/>
              <a:tabLst>
                <a:tab pos="1435100" algn="l"/>
              </a:tabLst>
              <a:defRPr sz="1200">
                <a:solidFill>
                  <a:schemeClr val="bg1"/>
                </a:solidFill>
                <a:latin typeface="+mn-lt"/>
                <a:ea typeface="+mn-lt"/>
                <a:cs typeface="+mn-lt"/>
              </a:defRPr>
            </a:lvl4pPr>
            <a:lvl5pPr marL="0" indent="0">
              <a:lnSpc>
                <a:spcPct val="100000"/>
              </a:lnSpc>
              <a:spcAft>
                <a:spcPts val="0"/>
              </a:spcAft>
              <a:buFontTx/>
              <a:buNone/>
              <a:tabLst>
                <a:tab pos="1435100" algn="l"/>
              </a:tabLst>
              <a:defRPr sz="1200">
                <a:solidFill>
                  <a:schemeClr val="bg1"/>
                </a:solidFill>
                <a:latin typeface="+mn-lt"/>
                <a:ea typeface="+mn-lt"/>
                <a:cs typeface="+mn-lt"/>
              </a:defRPr>
            </a:lvl5pPr>
            <a:lvl6pPr marL="0" indent="0">
              <a:lnSpc>
                <a:spcPct val="100000"/>
              </a:lnSpc>
              <a:spcAft>
                <a:spcPts val="0"/>
              </a:spcAft>
              <a:buFontTx/>
              <a:buNone/>
              <a:tabLst>
                <a:tab pos="1435100" algn="l"/>
              </a:tabLst>
              <a:defRPr sz="1200">
                <a:solidFill>
                  <a:schemeClr val="bg1"/>
                </a:solidFill>
                <a:latin typeface="+mn-lt"/>
                <a:ea typeface="+mn-lt"/>
                <a:cs typeface="+mn-lt"/>
              </a:defRPr>
            </a:lvl6pPr>
            <a:lvl7pPr marL="0" indent="0">
              <a:lnSpc>
                <a:spcPct val="100000"/>
              </a:lnSpc>
              <a:spcAft>
                <a:spcPts val="0"/>
              </a:spcAft>
              <a:buFontTx/>
              <a:buNone/>
              <a:tabLst>
                <a:tab pos="1435100" algn="l"/>
              </a:tabLst>
              <a:defRPr sz="1200">
                <a:solidFill>
                  <a:schemeClr val="bg1"/>
                </a:solidFill>
                <a:latin typeface="+mn-lt"/>
                <a:ea typeface="+mn-lt"/>
                <a:cs typeface="+mn-lt"/>
              </a:defRPr>
            </a:lvl7pPr>
            <a:lvl8pPr marL="0" indent="0">
              <a:lnSpc>
                <a:spcPct val="100000"/>
              </a:lnSpc>
              <a:spcAft>
                <a:spcPts val="0"/>
              </a:spcAft>
              <a:buFontTx/>
              <a:buNone/>
              <a:tabLst>
                <a:tab pos="1435100" algn="l"/>
              </a:tabLst>
              <a:defRPr sz="1200">
                <a:solidFill>
                  <a:schemeClr val="bg1"/>
                </a:solidFill>
                <a:latin typeface="+mn-lt"/>
                <a:ea typeface="+mn-lt"/>
                <a:cs typeface="+mn-lt"/>
              </a:defRPr>
            </a:lvl8pPr>
            <a:lvl9pPr marL="0" indent="0">
              <a:lnSpc>
                <a:spcPct val="100000"/>
              </a:lnSpc>
              <a:spcAft>
                <a:spcPts val="0"/>
              </a:spcAft>
              <a:buFontTx/>
              <a:buNone/>
              <a:tabLst>
                <a:tab pos="1435100" algn="l"/>
              </a:tabLst>
              <a:defRPr sz="1200">
                <a:solidFill>
                  <a:schemeClr val="bg1"/>
                </a:solidFill>
                <a:latin typeface="+mn-lt"/>
                <a:ea typeface="+mn-lt"/>
                <a:cs typeface="+mn-lt"/>
              </a:defRPr>
            </a:lvl9pPr>
          </a:lstStyle>
          <a:p xmlns:a="http://schemas.openxmlformats.org/drawingml/2006/main">
            <a:pPr lvl="0">
              <a:buNone/>
            </a:pPr>
            <a:r>
              <a:t>Telefonnummer und E-Mail hinzufügen</a:t>
            </a:r>
          </a:p>
        </p:txBody>
      </p:sp>
      <p:sp>
        <p:nvSpPr>
          <p:cNvPr id="27" name="Bildplatzhalter 39">
            <a:extLst xmlns:a="http://schemas.openxmlformats.org/drawingml/2006/main">
              <a:ext uri="{FF2B5EF4-FFF2-40B4-BE49-F238E27FC236}">
                <a16:creationId xmlns:a16="http://schemas.microsoft.com/office/drawing/2014/main" id="{324DCC54-877A-A8D8-B41C-D8A8C95DAF22}"/>
              </a:ext>
            </a:extLst>
          </p:cNvPr>
          <p:cNvSpPr>
            <a:spLocks xmlns:a="http://schemas.openxmlformats.org/drawingml/2006/main" noGrp="1"/>
          </p:cNvSpPr>
          <p:nvPr>
            <p:ph type="pic" idx="34"/>
          </p:nvPr>
        </p:nvSpPr>
        <p:spPr>
          <a:xfrm xmlns:a="http://schemas.openxmlformats.org/drawingml/2006/main">
            <a:off x="10884433" y="3068960"/>
            <a:ext cx="1044215" cy="1044215"/>
          </a:xfrm>
          <a:prstGeom xmlns:a="http://schemas.openxmlformats.org/drawingml/2006/main" prst="round2DiagRect">
            <a:avLst/>
          </a:prstGeom>
          <a:noFill xmlns:a="http://schemas.openxmlformats.org/drawingml/2006/main"/>
          <a:ln xmlns:a="http://schemas.openxmlformats.org/drawingml/2006/main" w="12700">
            <a:solidFill>
              <a:schemeClr val="bg2"/>
            </a:solidFill>
          </a:ln>
        </p:spPr>
        <p:txBody>
          <a:bodyPr xmlns:a="http://schemas.openxmlformats.org/drawingml/2006/main"/>
          <a:lstStyle xmlns:a="http://schemas.openxmlformats.org/drawingml/2006/main">
            <a:lvl1pPr>
              <a:buNone/>
              <a:defRPr sz="800">
                <a:noFill/>
              </a:defRPr>
            </a:lvl1pPr>
          </a:lstStyle>
          <a:p xmlns:a="http://schemas.openxmlformats.org/drawingml/2006/main">
            <a:r>
              <a:t>Bild durch Klicken auf Symbol hinzufügen</a:t>
            </a:r>
            <a:endParaRPr/>
          </a:p>
        </p:txBody>
      </p:sp>
      <p:sp>
        <p:nvSpPr>
          <p:cNvPr id="3" name="Foliennummernplatzhalter 2">
            <a:extLst xmlns:a="http://schemas.openxmlformats.org/drawingml/2006/main">
              <a:ext uri="{FF2B5EF4-FFF2-40B4-BE49-F238E27FC236}">
                <a16:creationId xmlns:a16="http://schemas.microsoft.com/office/drawing/2014/main" id="{EE34BFBB-E70E-600E-D4F1-0CA5EBBD997E}"/>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r>
              <a:t>Seite </a:t>
            </a:r>
            <a:fld id="{DC907883-A228-4E41-A7BF-33DDF6A01B2A}" type="slidenum">
              <a:t>‹Nr.›</a:t>
            </a:fld>
            <a:endParaRPr/>
          </a:p>
        </p:txBody>
      </p:sp>
      <p:sp>
        <p:nvSpPr>
          <p:cNvPr id="29" name="Datumsplatzhalter 28">
            <a:extLst xmlns:a="http://schemas.openxmlformats.org/drawingml/2006/main">
              <a:ext uri="{FF2B5EF4-FFF2-40B4-BE49-F238E27FC236}">
                <a16:creationId xmlns:a16="http://schemas.microsoft.com/office/drawing/2014/main" id="{8DD6C711-1E2F-4114-AA8C-80D22C7AC1A6}"/>
              </a:ext>
            </a:extLst>
          </p:cNvPr>
          <p:cNvSpPr>
            <a:spLocks xmlns:a="http://schemas.openxmlformats.org/drawingml/2006/main" noGrp="1"/>
          </p:cNvSpPr>
          <p:nvPr>
            <p:ph type="dt" idx="38"/>
          </p:nvPr>
        </p:nvSpPr>
        <p:spPr/>
        <p:txBody>
          <a:bodyPr xmlns:a="http://schemas.openxmlformats.org/drawingml/2006/main"/>
          <a:lstStyle xmlns:a="http://schemas.openxmlformats.org/drawingml/2006/main"/>
          <a:p xmlns:a="http://schemas.openxmlformats.org/drawingml/2006/main">
            <a:r>
              <a:t>Intern, TT.MM.JJJJ</a:t>
            </a:r>
            <a:endParaRPr sz="800"/>
          </a:p>
        </p:txBody>
      </p:sp>
    </p:spTree>
  </p:cSld>
</p:sldLayout>
</file>

<file path=ppt/slideLayouts/slideLayout35.xml><?xml version="1.0" encoding="utf-8"?>
<p:sldLayout xmlns:p="http://schemas.openxmlformats.org/presentationml/2006/main" preserve="1" userDrawn="1">
  <p:cSld name="Backup">
    <p:bg>
      <p:bgPr>
        <a:solidFill xmlns:a="http://schemas.openxmlformats.org/drawingml/2006/main">
          <a:schemeClr val="bg1"/>
        </a:solidFill>
      </p:bgPr>
    </p:bg>
    <p:spTree>
      <p:nvGrpSpPr>
        <p:cNvPr id="1" name=""/>
        <p:cNvGrpSpPr/>
        <p:nvPr/>
      </p:nvGrpSpPr>
      <p:grpSpPr>
        <a:xfrm xmlns:a="http://schemas.openxmlformats.org/drawingml/2006/main"/>
      </p:grpSpPr>
      <p:sp>
        <p:nvSpPr>
          <p:cNvPr id="29" name="Titel 13">
            <a:extLst xmlns:a="http://schemas.openxmlformats.org/drawingml/2006/main">
              <a:ext uri="{FF2B5EF4-FFF2-40B4-BE49-F238E27FC236}">
                <a16:creationId xmlns:a16="http://schemas.microsoft.com/office/drawing/2014/main" id="{143F6D16-6151-0966-110E-00FE549D941B}"/>
              </a:ext>
            </a:extLst>
          </p:cNvPr>
          <p:cNvSpPr>
            <a:spLocks xmlns:a="http://schemas.openxmlformats.org/drawingml/2006/main" noGrp="1"/>
          </p:cNvSpPr>
          <p:nvPr/>
        </p:nvSpPr>
        <p:spPr>
          <a:xfrm xmlns:a="http://schemas.openxmlformats.org/drawingml/2006/main" rot="0" flipH="0" flipV="0">
            <a:off x="6960096" y="2769537"/>
            <a:ext cx="725355" cy="755577"/>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7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30" name="Titel 13">
            <a:extLst xmlns:a="http://schemas.openxmlformats.org/drawingml/2006/main">
              <a:ext uri="{FF2B5EF4-FFF2-40B4-BE49-F238E27FC236}">
                <a16:creationId xmlns:a16="http://schemas.microsoft.com/office/drawing/2014/main" id="{8344A1BA-DF2C-0D96-8127-20064B05B444}"/>
              </a:ext>
            </a:extLst>
          </p:cNvPr>
          <p:cNvSpPr>
            <a:spLocks xmlns:a="http://schemas.openxmlformats.org/drawingml/2006/main" noGrp="1"/>
          </p:cNvSpPr>
          <p:nvPr/>
        </p:nvSpPr>
        <p:spPr>
          <a:xfrm xmlns:a="http://schemas.openxmlformats.org/drawingml/2006/main" rot="0" flipH="0" flipV="0">
            <a:off x="7935938" y="2595401"/>
            <a:ext cx="1826236" cy="1902328"/>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7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31" name="Titel 13">
            <a:extLst xmlns:a="http://schemas.openxmlformats.org/drawingml/2006/main">
              <a:ext uri="{FF2B5EF4-FFF2-40B4-BE49-F238E27FC236}">
                <a16:creationId xmlns:a16="http://schemas.microsoft.com/office/drawing/2014/main" id="{2EC0A292-38B8-AE58-352B-B50FF221170D}"/>
              </a:ext>
            </a:extLst>
          </p:cNvPr>
          <p:cNvSpPr>
            <a:spLocks xmlns:a="http://schemas.openxmlformats.org/drawingml/2006/main" noGrp="1"/>
          </p:cNvSpPr>
          <p:nvPr/>
        </p:nvSpPr>
        <p:spPr>
          <a:xfrm xmlns:a="http://schemas.openxmlformats.org/drawingml/2006/main" rot="0" flipH="0" flipV="0">
            <a:off x="6960096" y="1369990"/>
            <a:ext cx="1124103" cy="1170940"/>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7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32" name="Titel 13">
            <a:extLst xmlns:a="http://schemas.openxmlformats.org/drawingml/2006/main">
              <a:ext uri="{FF2B5EF4-FFF2-40B4-BE49-F238E27FC236}">
                <a16:creationId xmlns:a16="http://schemas.microsoft.com/office/drawing/2014/main" id="{57AFB644-9D7B-4091-B1D4-CE0B85D4260D}"/>
              </a:ext>
            </a:extLst>
          </p:cNvPr>
          <p:cNvSpPr>
            <a:spLocks xmlns:a="http://schemas.openxmlformats.org/drawingml/2006/main" noGrp="1"/>
          </p:cNvSpPr>
          <p:nvPr/>
        </p:nvSpPr>
        <p:spPr>
          <a:xfrm xmlns:a="http://schemas.openxmlformats.org/drawingml/2006/main" rot="0" flipH="0" flipV="0">
            <a:off x="7565382" y="1715867"/>
            <a:ext cx="1297042" cy="1351085"/>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7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33" name="Titel 13">
            <a:extLst xmlns:a="http://schemas.openxmlformats.org/drawingml/2006/main">
              <a:ext uri="{FF2B5EF4-FFF2-40B4-BE49-F238E27FC236}">
                <a16:creationId xmlns:a16="http://schemas.microsoft.com/office/drawing/2014/main" id="{E81C45BB-602D-7127-F200-0A6BF32AA9CE}"/>
              </a:ext>
            </a:extLst>
          </p:cNvPr>
          <p:cNvSpPr>
            <a:spLocks xmlns:a="http://schemas.openxmlformats.org/drawingml/2006/main" noGrp="1"/>
          </p:cNvSpPr>
          <p:nvPr/>
        </p:nvSpPr>
        <p:spPr>
          <a:xfrm xmlns:a="http://schemas.openxmlformats.org/drawingml/2006/main" rot="0" flipH="0" flipV="0">
            <a:off x="7824791" y="764704"/>
            <a:ext cx="691755" cy="720579"/>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7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34" name="Titel 13">
            <a:extLst xmlns:a="http://schemas.openxmlformats.org/drawingml/2006/main">
              <a:ext uri="{FF2B5EF4-FFF2-40B4-BE49-F238E27FC236}">
                <a16:creationId xmlns:a16="http://schemas.microsoft.com/office/drawing/2014/main" id="{88705C76-EDF8-82B0-49FB-591BCB5E6AAB}"/>
              </a:ext>
            </a:extLst>
          </p:cNvPr>
          <p:cNvSpPr>
            <a:spLocks xmlns:a="http://schemas.openxmlformats.org/drawingml/2006/main" noGrp="1"/>
          </p:cNvSpPr>
          <p:nvPr/>
        </p:nvSpPr>
        <p:spPr>
          <a:xfrm xmlns:a="http://schemas.openxmlformats.org/drawingml/2006/main" rot="0" flipH="0" flipV="0">
            <a:off x="8343132" y="937643"/>
            <a:ext cx="951639" cy="991292"/>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7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35" name="Titel 13">
            <a:extLst xmlns:a="http://schemas.openxmlformats.org/drawingml/2006/main">
              <a:ext uri="{FF2B5EF4-FFF2-40B4-BE49-F238E27FC236}">
                <a16:creationId xmlns:a16="http://schemas.microsoft.com/office/drawing/2014/main" id="{446680A8-E025-66BD-E141-D8FBA3BD60CF}"/>
              </a:ext>
            </a:extLst>
          </p:cNvPr>
          <p:cNvSpPr>
            <a:spLocks xmlns:a="http://schemas.openxmlformats.org/drawingml/2006/main" noGrp="1"/>
          </p:cNvSpPr>
          <p:nvPr/>
        </p:nvSpPr>
        <p:spPr>
          <a:xfrm xmlns:a="http://schemas.openxmlformats.org/drawingml/2006/main" rot="0" flipH="0" flipV="0">
            <a:off x="9035363" y="1182213"/>
            <a:ext cx="1642919" cy="1711376"/>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7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36" name="Titel 13">
            <a:extLst xmlns:a="http://schemas.openxmlformats.org/drawingml/2006/main">
              <a:ext uri="{FF2B5EF4-FFF2-40B4-BE49-F238E27FC236}">
                <a16:creationId xmlns:a16="http://schemas.microsoft.com/office/drawing/2014/main" id="{9CA4D635-82E2-E43B-C305-D78D6B8BBDC8}"/>
              </a:ext>
            </a:extLst>
          </p:cNvPr>
          <p:cNvSpPr>
            <a:spLocks xmlns:a="http://schemas.openxmlformats.org/drawingml/2006/main" noGrp="1"/>
          </p:cNvSpPr>
          <p:nvPr/>
        </p:nvSpPr>
        <p:spPr>
          <a:xfrm xmlns:a="http://schemas.openxmlformats.org/drawingml/2006/main" rot="0" flipH="0" flipV="0">
            <a:off x="9381240" y="2234684"/>
            <a:ext cx="913117" cy="951164"/>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7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37" name="Titel 13">
            <a:extLst xmlns:a="http://schemas.openxmlformats.org/drawingml/2006/main">
              <a:ext uri="{FF2B5EF4-FFF2-40B4-BE49-F238E27FC236}">
                <a16:creationId xmlns:a16="http://schemas.microsoft.com/office/drawing/2014/main" id="{F76B7C93-5D29-CEA6-9B3E-11B57859B635}"/>
              </a:ext>
            </a:extLst>
          </p:cNvPr>
          <p:cNvSpPr>
            <a:spLocks xmlns:a="http://schemas.openxmlformats.org/drawingml/2006/main" noGrp="1"/>
          </p:cNvSpPr>
          <p:nvPr/>
        </p:nvSpPr>
        <p:spPr>
          <a:xfrm xmlns:a="http://schemas.openxmlformats.org/drawingml/2006/main" rot="0" flipH="0" flipV="0">
            <a:off x="10591811" y="1369990"/>
            <a:ext cx="664085" cy="691756"/>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rgbClr val="EE0000">
                <a:alpha val="70000"/>
              </a:srgbClr>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2" name="Titel 1">
            <a:extLst xmlns:a="http://schemas.openxmlformats.org/drawingml/2006/main">
              <a:ext uri="{FF2B5EF4-FFF2-40B4-BE49-F238E27FC236}">
                <a16:creationId xmlns:a16="http://schemas.microsoft.com/office/drawing/2014/main" id="{4B560F0C-8AF8-6A48-694E-A3317BC0D006}"/>
              </a:ext>
            </a:extLst>
          </p:cNvPr>
          <p:cNvSpPr>
            <a:spLocks xmlns:a="http://schemas.openxmlformats.org/drawingml/2006/main" noGrp="1"/>
          </p:cNvSpPr>
          <p:nvPr>
            <p:ph type="title" idx="0" hasCustomPrompt="1"/>
          </p:nvPr>
        </p:nvSpPr>
        <p:spPr>
          <a:xfrm xmlns:a="http://schemas.openxmlformats.org/drawingml/2006/main">
            <a:off x="695325" y="3503736"/>
            <a:ext cx="7560000" cy="1687418"/>
          </a:xfrm>
          <a:prstGeom xmlns:a="http://schemas.openxmlformats.org/drawingml/2006/main" prst="round2DiagRect">
            <a:avLst/>
          </a:prstGeom>
          <a:ln xmlns:a="http://schemas.openxmlformats.org/drawingml/2006/main" w="12700">
            <a:solidFill>
              <a:schemeClr val="bg2"/>
            </a:solidFill>
          </a:ln>
        </p:spPr>
        <p:txBody>
          <a:bodyPr xmlns:a="http://schemas.openxmlformats.org/drawingml/2006/main" lIns="468000" tIns="216000" rIns="360000" bIns="252000" anchor="b">
            <a:spAutoFit/>
          </a:bodyPr>
          <a:lstStyle xmlns:a="http://schemas.openxmlformats.org/drawingml/2006/main">
            <a:lvl1pPr>
              <a:buNone/>
              <a:defRPr/>
            </a:lvl1pPr>
          </a:lstStyle>
          <a:p xmlns:a="http://schemas.openxmlformats.org/drawingml/2006/main">
            <a:r>
              <a:t>Titel für Backup oder Anhang einfügen</a:t>
            </a:r>
          </a:p>
        </p:txBody>
      </p:sp>
      <p:sp>
        <p:nvSpPr>
          <p:cNvPr id="5" name="Datumsplatzhalter 4">
            <a:extLst xmlns:a="http://schemas.openxmlformats.org/drawingml/2006/main">
              <a:ext uri="{FF2B5EF4-FFF2-40B4-BE49-F238E27FC236}">
                <a16:creationId xmlns:a16="http://schemas.microsoft.com/office/drawing/2014/main" id="{EC19F589-A23B-8049-CCC0-780172FEB407}"/>
              </a:ext>
            </a:extLst>
          </p:cNvPr>
          <p:cNvSpPr>
            <a:spLocks xmlns:a="http://schemas.openxmlformats.org/drawingml/2006/main" noGrp="1"/>
          </p:cNvSpPr>
          <p:nvPr>
            <p:ph type="dt" idx="15"/>
          </p:nvPr>
        </p:nvSpPr>
        <p:spPr/>
        <p:txBody>
          <a:bodyPr xmlns:a="http://schemas.openxmlformats.org/drawingml/2006/main"/>
          <a:lstStyle xmlns:a="http://schemas.openxmlformats.org/drawingml/2006/main"/>
          <a:p xmlns:a="http://schemas.openxmlformats.org/drawingml/2006/main">
            <a:r>
              <a:t>Intern, TT.MM.JJJJ</a:t>
            </a:r>
            <a:endParaRPr sz="800"/>
          </a:p>
        </p:txBody>
      </p:sp>
      <p:sp>
        <p:nvSpPr>
          <p:cNvPr id="7" name="Foliennummernplatzhalter 6">
            <a:extLst xmlns:a="http://schemas.openxmlformats.org/drawingml/2006/main">
              <a:ext uri="{FF2B5EF4-FFF2-40B4-BE49-F238E27FC236}">
                <a16:creationId xmlns:a16="http://schemas.microsoft.com/office/drawing/2014/main" id="{BFEE1DD0-22ED-7CB7-F48F-065A34725E85}"/>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p xmlns:a="http://schemas.openxmlformats.org/drawingml/2006/main">
            <a:r>
              <a:t>Seite </a:t>
            </a:r>
            <a:fld id="{DC907883-A228-4E41-A7BF-33DDF6A01B2A}" type="slidenum">
              <a:t>‹Nr.›</a:t>
            </a:fld>
            <a:endParaRPr/>
          </a:p>
        </p:txBody>
      </p:sp>
    </p:spTree>
  </p:cSld>
</p:sldLayout>
</file>

<file path=ppt/slideLayouts/slideLayout36.xml><?xml version="1.0" encoding="utf-8"?>
<p:sldLayout xmlns:p="http://schemas.openxmlformats.org/presentationml/2006/main" preserve="1" userDrawn="1">
  <p:cSld name="Disclaimer">
    <p:spTree>
      <p:nvGrpSpPr>
        <p:cNvPr id="1" name=""/>
        <p:cNvGrpSpPr/>
        <p:nvPr/>
      </p:nvGrpSpPr>
      <p:grpSpPr>
        <a:xfrm xmlns:a="http://schemas.openxmlformats.org/drawingml/2006/main"/>
      </p:grpSpPr>
      <p:sp>
        <p:nvSpPr>
          <p:cNvPr id="3" name="Foliennummernplatzhalter 2">
            <a:extLst xmlns:a="http://schemas.openxmlformats.org/drawingml/2006/main">
              <a:ext uri="{FF2B5EF4-FFF2-40B4-BE49-F238E27FC236}">
                <a16:creationId xmlns:a16="http://schemas.microsoft.com/office/drawing/2014/main" id="{DD4AA44D-7A0E-029C-7549-B380F1F15948}"/>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r>
              <a:t>Seite </a:t>
            </a:r>
            <a:fld id="{DC907883-A228-4E41-A7BF-33DDF6A01B2A}" type="slidenum">
              <a:t>‹Nr.›</a:t>
            </a:fld>
            <a:endParaRPr/>
          </a:p>
        </p:txBody>
      </p:sp>
      <p:sp>
        <p:nvSpPr>
          <p:cNvPr id="5" name="Textfeld 4">
            <a:extLst xmlns:a="http://schemas.openxmlformats.org/drawingml/2006/main">
              <a:ext uri="{FF2B5EF4-FFF2-40B4-BE49-F238E27FC236}">
                <a16:creationId xmlns:a16="http://schemas.microsoft.com/office/drawing/2014/main" id="{7BEFCA51-91E2-5A15-814D-419E25F5C473}"/>
              </a:ext>
            </a:extLst>
          </p:cNvPr>
          <p:cNvSpPr>
            <a:spLocks xmlns:a="http://schemas.openxmlformats.org/drawingml/2006/main" noGrp="1"/>
          </p:cNvSpPr>
          <p:nvPr/>
        </p:nvSpPr>
        <p:spPr>
          <a:xfrm xmlns:a="http://schemas.openxmlformats.org/drawingml/2006/main">
            <a:off x="695325" y="2205038"/>
            <a:ext cx="10872788" cy="4103687"/>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buNone/>
              <a:tabLst>
                <a:tab pos="2057400" algn="l"/>
              </a:tabLst>
            </a:pPr>
            <a:r>
              <a:rPr b="0">
                <a:latin typeface="+mn-lt"/>
                <a:ea typeface="+mn-lt"/>
                <a:cs typeface="+mn-lt"/>
              </a:rPr>
              <a:t>Sensitivitätsstufe: 	</a:t>
            </a:r>
            <a:br/>
            <a:r>
              <a:rPr b="0">
                <a:latin typeface="+mn-lt"/>
                <a:ea typeface="+mn-lt"/>
                <a:cs typeface="+mn-lt"/>
              </a:rPr>
              <a:t>Verwendung für:</a:t>
            </a:r>
            <a:endParaRPr b="0">
              <a:latin typeface="Sparkasse Head"/>
              <a:ea typeface="Sparkasse Head"/>
              <a:cs typeface="Sparkasse Head"/>
            </a:endParaRPr>
          </a:p>
          <a:p xmlns:a="http://schemas.openxmlformats.org/drawingml/2006/main">
            <a:pPr algn="l">
              <a:buNone/>
              <a:tabLst>
                <a:tab pos="2057400" algn="l"/>
              </a:tabLst>
            </a:pPr>
            <a:endParaRPr b="0">
              <a:latin typeface="+mj-lt"/>
              <a:ea typeface="+mj-lt"/>
              <a:cs typeface="+mj-lt"/>
            </a:endParaRPr>
          </a:p>
          <a:p xmlns:a="http://schemas.openxmlformats.org/drawingml/2006/main">
            <a:pPr algn="l">
              <a:buNone/>
              <a:tabLst>
                <a:tab pos="2057400" algn="l"/>
              </a:tabLst>
            </a:pPr>
            <a:endParaRPr b="0">
              <a:latin typeface="+mn-lt"/>
              <a:ea typeface="+mn-lt"/>
              <a:cs typeface="+mn-lt"/>
            </a:endParaRPr>
          </a:p>
          <a:p xmlns:a="http://schemas.openxmlformats.org/drawingml/2006/main">
            <a:pPr algn="l">
              <a:buNone/>
              <a:tabLst>
                <a:tab pos="2057400" algn="l"/>
              </a:tabLst>
            </a:pPr>
            <a:r>
              <a:rPr b="0">
                <a:latin typeface="+mn-lt"/>
                <a:ea typeface="+mn-lt"/>
                <a:cs typeface="+mn-lt"/>
              </a:rPr>
              <a:t>Das Dokument ist ausschließlich für den oben beschriebenen Adressatenkreis vorgesehen. Eine darüber hinausgehende Nutzung (Weitergabe) erfordert die ausdrückliche Zustimmung der Finanz Informatik.</a:t>
            </a:r>
          </a:p>
          <a:p xmlns:a="http://schemas.openxmlformats.org/drawingml/2006/main">
            <a:pPr lvl="5" algn="l">
              <a:buNone/>
              <a:tabLst>
                <a:tab pos="2057400" algn="l"/>
              </a:tabLst>
            </a:pPr>
            <a:endParaRPr b="0">
              <a:latin typeface="+mj-lt"/>
              <a:ea typeface="+mj-lt"/>
              <a:cs typeface="+mj-lt"/>
            </a:endParaRPr>
          </a:p>
          <a:p xmlns:a="http://schemas.openxmlformats.org/drawingml/2006/main">
            <a:pPr lvl="5" algn="l">
              <a:buNone/>
              <a:tabLst>
                <a:tab pos="2057400" algn="l"/>
              </a:tabLst>
            </a:pPr>
            <a:endParaRPr b="0">
              <a:latin typeface="+mj-lt"/>
              <a:ea typeface="+mj-lt"/>
              <a:cs typeface="+mj-lt"/>
            </a:endParaRPr>
          </a:p>
          <a:p xmlns:a="http://schemas.openxmlformats.org/drawingml/2006/main">
            <a:pPr lvl="5" algn="l">
              <a:buNone/>
              <a:tabLst>
                <a:tab pos="2057400" algn="l"/>
              </a:tabLst>
            </a:pPr>
            <a:r>
              <a:rPr sz="1400" b="0">
                <a:latin typeface="+mj-lt"/>
                <a:ea typeface="+mj-lt"/>
                <a:cs typeface="+mj-lt"/>
              </a:rPr>
              <a:t>Hinweis zur Kennzeichnungspflicht von KI-generierten Inhalten</a:t>
            </a:r>
          </a:p>
          <a:p xmlns:a="http://schemas.openxmlformats.org/drawingml/2006/main">
            <a:pPr lvl="6" algn="l">
              <a:spcAft>
                <a:spcPts val="0"/>
              </a:spcAft>
              <a:buNone/>
              <a:tabLst>
                <a:tab pos="2057400" algn="l"/>
              </a:tabLst>
            </a:pPr>
            <a:r>
              <a:rPr sz="1200" b="0">
                <a:latin typeface="+mn-lt"/>
                <a:ea typeface="+mn-lt"/>
                <a:cs typeface="+mn-lt"/>
              </a:rPr>
              <a:t>Alle in Präsentationen verwendeten KI-generierten Inhalte müssen verpflichtend als solche gekennzeichnet werden.</a:t>
            </a:r>
          </a:p>
          <a:p xmlns:a="http://schemas.openxmlformats.org/drawingml/2006/main">
            <a:pPr lvl="6" algn="l">
              <a:spcAft>
                <a:spcPts val="0"/>
              </a:spcAft>
              <a:buNone/>
              <a:tabLst>
                <a:tab pos="2057400" algn="l"/>
              </a:tabLst>
            </a:pPr>
            <a:r>
              <a:rPr sz="1200" b="0">
                <a:latin typeface="+mj-lt"/>
                <a:ea typeface="+mj-lt"/>
                <a:cs typeface="+mj-lt"/>
              </a:rPr>
              <a:t>Fotobibliothek: </a:t>
            </a:r>
            <a:r>
              <a:rPr sz="1200" b="0">
                <a:latin typeface="+mn-lt"/>
                <a:ea typeface="+mn-lt"/>
                <a:cs typeface="+mn-lt"/>
              </a:rPr>
              <a:t>Sämtliche Fotos, die von einer KI entweder komplett oder zum Teil erstellt wurden, sind bereits entsprechend gekennzeichnet.</a:t>
            </a:r>
          </a:p>
          <a:p xmlns:a="http://schemas.openxmlformats.org/drawingml/2006/main">
            <a:pPr lvl="6" algn="l">
              <a:spcAft>
                <a:spcPts val="0"/>
              </a:spcAft>
              <a:buNone/>
              <a:tabLst>
                <a:tab pos="2057400" algn="l"/>
              </a:tabLst>
            </a:pPr>
            <a:r>
              <a:rPr sz="1200" b="0">
                <a:latin typeface="+mj-lt"/>
                <a:ea typeface="+mj-lt"/>
                <a:cs typeface="+mj-lt"/>
              </a:rPr>
              <a:t>Eigenes Bildmaterial: </a:t>
            </a:r>
            <a:r>
              <a:rPr sz="1200" b="0">
                <a:latin typeface="+mn-lt"/>
                <a:ea typeface="+mn-lt"/>
                <a:cs typeface="+mn-lt"/>
              </a:rPr>
              <a:t>Bei der Nutzung von selbst generierten, zugekauften oder anderweitig beschafften KI Medien liegt die Kennzeichnungspflicht bei denjenigen, die das Material einsetzen. Nutzen Sie hierfür bitte die in dieser Vorlage bereitgestellten Kopiervorlagen, sofern das Material noch nicht gekennzeichnet wurde.</a:t>
            </a:r>
          </a:p>
        </p:txBody>
      </p:sp>
      <p:sp>
        <p:nvSpPr>
          <p:cNvPr id="9" name="Textfeld 8">
            <a:extLst xmlns:a="http://schemas.openxmlformats.org/drawingml/2006/main">
              <a:ext uri="{FF2B5EF4-FFF2-40B4-BE49-F238E27FC236}">
                <a16:creationId xmlns:a16="http://schemas.microsoft.com/office/drawing/2014/main" id="{77C4F7C4-2E49-B9C7-A1B0-6C317F9BCE61}"/>
              </a:ext>
            </a:extLst>
          </p:cNvPr>
          <p:cNvSpPr>
            <a:spLocks xmlns:a="http://schemas.openxmlformats.org/drawingml/2006/main" noGrp="1"/>
          </p:cNvSpPr>
          <p:nvPr/>
        </p:nvSpPr>
        <p:spPr>
          <a:xfrm xmlns:a="http://schemas.openxmlformats.org/drawingml/2006/main">
            <a:off x="731403" y="908720"/>
            <a:ext cx="10836709" cy="646331"/>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r>
              <a:rPr sz="3600" b="0" i="0" u="none" cap="none">
                <a:ln>
                  <a:noFill/>
                </a:ln>
                <a:solidFill>
                  <a:schemeClr val="bg2"/>
                </a:solidFill>
                <a:latin typeface="Sparkasse Head"/>
                <a:ea typeface="Sparkasse Head"/>
                <a:cs typeface="Sparkasse Head"/>
              </a:rPr>
              <a:t>Disclaimer</a:t>
            </a:r>
            <a:endParaRPr>
              <a:solidFill>
                <a:schemeClr val="bg2"/>
              </a:solidFill>
            </a:endParaRPr>
          </a:p>
        </p:txBody>
      </p:sp>
      <p:sp>
        <p:nvSpPr>
          <p:cNvPr id="2" name="Datumsplatzhalter 1">
            <a:extLst xmlns:a="http://schemas.openxmlformats.org/drawingml/2006/main">
              <a:ext uri="{FF2B5EF4-FFF2-40B4-BE49-F238E27FC236}">
                <a16:creationId xmlns:a16="http://schemas.microsoft.com/office/drawing/2014/main" id="{AE08C684-BFE1-101A-972A-D092CAE34382}"/>
              </a:ext>
            </a:extLst>
          </p:cNvPr>
          <p:cNvSpPr>
            <a:spLocks xmlns:a="http://schemas.openxmlformats.org/drawingml/2006/main" noGrp="1"/>
          </p:cNvSpPr>
          <p:nvPr>
            <p:ph type="dt" idx="14"/>
          </p:nvPr>
        </p:nvSpPr>
        <p:spPr>
          <a:xfrm xmlns:a="http://schemas.openxmlformats.org/drawingml/2006/main">
            <a:off x="2749425" y="2204864"/>
            <a:ext cx="8823600" cy="288000"/>
          </a:xfrm>
        </p:spPr>
        <p:txBody>
          <a:bodyPr xmlns:a="http://schemas.openxmlformats.org/drawingml/2006/main" anchor="ctr"/>
          <a:lstStyle xmlns:a="http://schemas.openxmlformats.org/drawingml/2006/main">
            <a:lvl1pPr>
              <a:buNone/>
              <a:defRPr sz="1800">
                <a:latin typeface="+mj-lt"/>
                <a:ea typeface="+mj-lt"/>
                <a:cs typeface="+mj-lt"/>
              </a:defRPr>
            </a:lvl1pPr>
          </a:lstStyle>
          <a:p xmlns:a="http://schemas.openxmlformats.org/drawingml/2006/main">
            <a:r>
              <a:t>Intern, TT.MM.JJJJ</a:t>
            </a:r>
            <a:endParaRPr>
              <a:latin typeface="+mj-lt"/>
              <a:ea typeface="+mj-lt"/>
              <a:cs typeface="+mj-lt"/>
            </a:endParaRPr>
          </a:p>
        </p:txBody>
      </p:sp>
      <p:sp>
        <p:nvSpPr>
          <p:cNvPr id="4" name="Fußzeilenplatzhalter 3">
            <a:extLst xmlns:a="http://schemas.openxmlformats.org/drawingml/2006/main">
              <a:ext uri="{FF2B5EF4-FFF2-40B4-BE49-F238E27FC236}">
                <a16:creationId xmlns:a16="http://schemas.microsoft.com/office/drawing/2014/main" id="{B26AB11E-550A-3191-5516-AA5B77E62A6F}"/>
              </a:ext>
            </a:extLst>
          </p:cNvPr>
          <p:cNvSpPr>
            <a:spLocks xmlns:a="http://schemas.openxmlformats.org/drawingml/2006/main" noGrp="1"/>
          </p:cNvSpPr>
          <p:nvPr>
            <p:ph type="ftr" idx="11"/>
          </p:nvPr>
        </p:nvSpPr>
        <p:spPr>
          <a:xfrm xmlns:a="http://schemas.openxmlformats.org/drawingml/2006/main">
            <a:off x="2745555" y="2500516"/>
            <a:ext cx="8823600" cy="936000"/>
          </a:xfrm>
          <a:prstGeom xmlns:a="http://schemas.openxmlformats.org/drawingml/2006/main" prst="rect">
            <a:avLst/>
          </a:prstGeom>
        </p:spPr>
        <p:txBody>
          <a:bodyPr xmlns:a="http://schemas.openxmlformats.org/drawingml/2006/main" wrap="square" lIns="0" tIns="0" rIns="0" bIns="0" anchor="t"/>
          <a:lstStyle xmlns:a="http://schemas.openxmlformats.org/drawingml/2006/main">
            <a:lvl1pPr>
              <a:buNone/>
              <a:defRPr sz="1800">
                <a:latin typeface="+mj-lt"/>
                <a:ea typeface="+mj-lt"/>
                <a:cs typeface="+mj-lt"/>
              </a:defRPr>
            </a:lvl1pPr>
          </a:lstStyle>
          <a:p xmlns:a="http://schemas.openxmlformats.org/drawingml/2006/main">
            <a:r>
              <a:rPr>
                <a:latin typeface="+mj-lt"/>
                <a:ea typeface="+mj-lt"/>
                <a:cs typeface="+mj-lt"/>
              </a:rPr>
              <a:t>Finanz Informatik (FI)</a:t>
            </a:r>
            <a:endParaRPr>
              <a:latin typeface="+mj-lt"/>
              <a:ea typeface="+mj-lt"/>
              <a:cs typeface="+mj-lt"/>
            </a:endParaRPr>
          </a:p>
        </p:txBody>
      </p:sp>
      <p:sp>
        <p:nvSpPr>
          <p:cNvPr id="6" name="Rechteck 5">
            <a:extLst xmlns:a="http://schemas.openxmlformats.org/drawingml/2006/main">
              <a:ext uri="{FF2B5EF4-FFF2-40B4-BE49-F238E27FC236}">
                <a16:creationId xmlns:a16="http://schemas.microsoft.com/office/drawing/2014/main" id="{77B5ADB2-2A50-E24C-2374-5BF8EA01918C}"/>
              </a:ext>
            </a:extLst>
          </p:cNvPr>
          <p:cNvSpPr>
            <a:spLocks xmlns:a="http://schemas.openxmlformats.org/drawingml/2006/main" noGrp="1"/>
          </p:cNvSpPr>
          <p:nvPr/>
        </p:nvSpPr>
        <p:spPr>
          <a:xfrm xmlns:a="http://schemas.openxmlformats.org/drawingml/2006/main">
            <a:off x="2351584" y="6308725"/>
            <a:ext cx="4752528" cy="549275"/>
          </a:xfrm>
          <a:prstGeom xmlns:a="http://schemas.openxmlformats.org/drawingml/2006/main" prst="rect">
            <a:avLst/>
          </a:prstGeom>
          <a:solidFill xmlns:a="http://schemas.openxmlformats.org/drawingml/2006/main">
            <a:schemeClr val="bg1"/>
          </a:solidFill>
          <a:ln xmlns:a="http://schemas.openxmlformats.org/drawingml/2006/main" w="6350">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91440" tIns="45720" rIns="91440" bIns="45720" anchor="t">
            <a:noAutofit/>
          </a:bodyPr>
          <a:lstStyle xmlns:a="http://schemas.openxmlformats.org/drawingml/2006/main"/>
          <a:p xmlns:a="http://schemas.openxmlformats.org/drawingml/2006/main">
            <a:pPr algn="l">
              <a:buClr>
                <a:schemeClr val="bg1"/>
              </a:buClr>
              <a:buNone/>
            </a:pPr>
            <a:endParaRPr>
              <a:solidFill>
                <a:schemeClr val="bg1"/>
              </a:solidFill>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8f74aaed9aaa4d08" /><Relationship Type="http://schemas.openxmlformats.org/officeDocument/2006/relationships/image" Target="/ppt/media/image.svg" Id="R3ca90899503144dc" /><Relationship Type="http://schemas.openxmlformats.org/officeDocument/2006/relationships/theme" Target="/ppt/slideMasters/theme/theme2.xml" Id="R348f52a535164b28" /><Relationship Type="http://schemas.openxmlformats.org/officeDocument/2006/relationships/slideLayout" Target="/ppt/slideLayouts/slideLayout1.xml" Id="Red3cbc877cc74ba7" /><Relationship Type="http://schemas.openxmlformats.org/officeDocument/2006/relationships/slideLayout" Target="/ppt/slideLayouts/slideLayout2.xml" Id="Rc126a3b898474ef8" /><Relationship Type="http://schemas.openxmlformats.org/officeDocument/2006/relationships/slideLayout" Target="/ppt/slideLayouts/slideLayout3.xml" Id="Rf205b65ba7ab4649" /><Relationship Type="http://schemas.openxmlformats.org/officeDocument/2006/relationships/slideLayout" Target="/ppt/slideLayouts/slideLayout4.xml" Id="R3aa8ad995b484398" /><Relationship Type="http://schemas.openxmlformats.org/officeDocument/2006/relationships/slideLayout" Target="/ppt/slideLayouts/slideLayout5.xml" Id="Radeec1f3e10444e5" /><Relationship Type="http://schemas.openxmlformats.org/officeDocument/2006/relationships/slideLayout" Target="/ppt/slideLayouts/slideLayout6.xml" Id="R9a2299dfd4c84ee4" /><Relationship Type="http://schemas.openxmlformats.org/officeDocument/2006/relationships/slideLayout" Target="/ppt/slideLayouts/slideLayout7.xml" Id="R4fc412d0036e42e5" /><Relationship Type="http://schemas.openxmlformats.org/officeDocument/2006/relationships/slideLayout" Target="/ppt/slideLayouts/slideLayout8.xml" Id="R8591a4cff70c479d" /><Relationship Type="http://schemas.openxmlformats.org/officeDocument/2006/relationships/slideLayout" Target="/ppt/slideLayouts/slideLayout9.xml" Id="R4361769e0d304b3c" /><Relationship Type="http://schemas.openxmlformats.org/officeDocument/2006/relationships/slideLayout" Target="/ppt/slideLayouts/slideLayout10.xml" Id="Raa3322dcb853409d" /><Relationship Type="http://schemas.openxmlformats.org/officeDocument/2006/relationships/slideLayout" Target="/ppt/slideLayouts/slideLayout11.xml" Id="R1b34a11a1af74aaf" /><Relationship Type="http://schemas.openxmlformats.org/officeDocument/2006/relationships/slideLayout" Target="/ppt/slideLayouts/slideLayout12.xml" Id="Rb8cda322fd324317" /><Relationship Type="http://schemas.openxmlformats.org/officeDocument/2006/relationships/slideLayout" Target="/ppt/slideLayouts/slideLayout13.xml" Id="Rf595ca4a13e34485" /><Relationship Type="http://schemas.openxmlformats.org/officeDocument/2006/relationships/slideLayout" Target="/ppt/slideLayouts/slideLayout14.xml" Id="R3e6b427dadd6462a" /><Relationship Type="http://schemas.openxmlformats.org/officeDocument/2006/relationships/slideLayout" Target="/ppt/slideLayouts/slideLayout15.xml" Id="Rdcfe3b3af16344f4" /><Relationship Type="http://schemas.openxmlformats.org/officeDocument/2006/relationships/slideLayout" Target="/ppt/slideLayouts/slideLayout16.xml" Id="Rbe233eb26a7f4ba1" /><Relationship Type="http://schemas.openxmlformats.org/officeDocument/2006/relationships/slideLayout" Target="/ppt/slideLayouts/slideLayout17.xml" Id="R97e5e7c3c57f456d" /><Relationship Type="http://schemas.openxmlformats.org/officeDocument/2006/relationships/slideLayout" Target="/ppt/slideLayouts/slideLayout18.xml" Id="Rb7dfaac9fce94d9e" /><Relationship Type="http://schemas.openxmlformats.org/officeDocument/2006/relationships/slideLayout" Target="/ppt/slideLayouts/slideLayout19.xml" Id="R04c8ecb9bfc94df8" /><Relationship Type="http://schemas.openxmlformats.org/officeDocument/2006/relationships/slideLayout" Target="/ppt/slideLayouts/slideLayout20.xml" Id="R9b3feb8122254375" /><Relationship Type="http://schemas.openxmlformats.org/officeDocument/2006/relationships/slideLayout" Target="/ppt/slideLayouts/slideLayout21.xml" Id="R1c519639d1e647e3" /><Relationship Type="http://schemas.openxmlformats.org/officeDocument/2006/relationships/slideLayout" Target="/ppt/slideLayouts/slideLayout22.xml" Id="Ra9e0b2ed46e34f7f" /><Relationship Type="http://schemas.openxmlformats.org/officeDocument/2006/relationships/slideLayout" Target="/ppt/slideLayouts/slideLayout23.xml" Id="Re8168409ba274aaf" /><Relationship Type="http://schemas.openxmlformats.org/officeDocument/2006/relationships/slideLayout" Target="/ppt/slideLayouts/slideLayout24.xml" Id="Rd42e6a68da184b95" /><Relationship Type="http://schemas.openxmlformats.org/officeDocument/2006/relationships/slideLayout" Target="/ppt/slideLayouts/slideLayout25.xml" Id="R15792a9ef6384bea" /><Relationship Type="http://schemas.openxmlformats.org/officeDocument/2006/relationships/slideLayout" Target="/ppt/slideLayouts/slideLayout26.xml" Id="R41097e3e461f463b" /><Relationship Type="http://schemas.openxmlformats.org/officeDocument/2006/relationships/slideLayout" Target="/ppt/slideLayouts/slideLayout27.xml" Id="Rfc7f8975372a457b" /><Relationship Type="http://schemas.openxmlformats.org/officeDocument/2006/relationships/slideLayout" Target="/ppt/slideLayouts/slideLayout28.xml" Id="R4f60dfa33ba140b2" /><Relationship Type="http://schemas.openxmlformats.org/officeDocument/2006/relationships/slideLayout" Target="/ppt/slideLayouts/slideLayout29.xml" Id="R0c11e9cd298b42d8" /><Relationship Type="http://schemas.openxmlformats.org/officeDocument/2006/relationships/slideLayout" Target="/ppt/slideLayouts/slideLayout30.xml" Id="Re060dcd2926d4605" /><Relationship Type="http://schemas.openxmlformats.org/officeDocument/2006/relationships/slideLayout" Target="/ppt/slideLayouts/slideLayout31.xml" Id="R5de70961fdcf4656" /><Relationship Type="http://schemas.openxmlformats.org/officeDocument/2006/relationships/slideLayout" Target="/ppt/slideLayouts/slideLayout32.xml" Id="R0be9f06688f24a54" /><Relationship Type="http://schemas.openxmlformats.org/officeDocument/2006/relationships/slideLayout" Target="/ppt/slideLayouts/slideLayout33.xml" Id="R61cc701799d84916" /><Relationship Type="http://schemas.openxmlformats.org/officeDocument/2006/relationships/slideLayout" Target="/ppt/slideLayouts/slideLayout34.xml" Id="R1e07feb466b74315" /><Relationship Type="http://schemas.openxmlformats.org/officeDocument/2006/relationships/slideLayout" Target="/ppt/slideLayouts/slideLayout35.xml" Id="Refe5a3815b1e47a2" /><Relationship Type="http://schemas.openxmlformats.org/officeDocument/2006/relationships/slideLayout" Target="/ppt/slideLayouts/slideLayout36.xml" Id="Rabb128248bd84ece" /></Relationships>
</file>

<file path=ppt/slideMasters/slideMaster1.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Titelplatzhalter 1">
            <a:extLst xmlns:a="http://schemas.openxmlformats.org/drawingml/2006/main">
              <a:ext uri="{FF2B5EF4-FFF2-40B4-BE49-F238E27FC236}">
                <a16:creationId xmlns:a16="http://schemas.microsoft.com/office/drawing/2014/main" id="{B1632F38-472D-4596-A574-F10D160D063D}"/>
              </a:ext>
            </a:extLst>
          </p:cNvPr>
          <p:cNvSpPr>
            <a:spLocks xmlns:a="http://schemas.openxmlformats.org/drawingml/2006/main" noGrp="1"/>
          </p:cNvSpPr>
          <p:nvPr>
            <p:ph type="title" idx="0"/>
          </p:nvPr>
        </p:nvSpPr>
        <p:spPr>
          <a:xfrm xmlns:a="http://schemas.openxmlformats.org/drawingml/2006/main">
            <a:off x="695325" y="908720"/>
            <a:ext cx="10872788" cy="1080000"/>
          </a:xfrm>
          <a:prstGeom xmlns:a="http://schemas.openxmlformats.org/drawingml/2006/main" prst="rect">
            <a:avLst/>
          </a:prstGeom>
        </p:spPr>
        <p:txBody>
          <a:bodyPr xmlns:a="http://schemas.openxmlformats.org/drawingml/2006/main" vert="horz" lIns="0" tIns="0" rIns="0" bIns="36000" anchor="t">
            <a:noAutofit/>
          </a:bodyPr>
          <a:lstStyle xmlns:a="http://schemas.openxmlformats.org/drawingml/2006/main"/>
          <a:p xmlns:a="http://schemas.openxmlformats.org/drawingml/2006/main">
            <a:r>
              <a:t>Titelformat durch Klicken bearbeiten</a:t>
            </a:r>
          </a:p>
        </p:txBody>
      </p:sp>
      <p:sp>
        <p:nvSpPr>
          <p:cNvPr id="26" name="Foliennummernplatzhalter 5">
            <a:extLst xmlns:a="http://schemas.openxmlformats.org/drawingml/2006/main">
              <a:ext uri="{FF2B5EF4-FFF2-40B4-BE49-F238E27FC236}">
                <a16:creationId xmlns:a16="http://schemas.microsoft.com/office/drawing/2014/main" id="{A8659EC4-998C-459C-AECA-3DA90E5EB6C8}"/>
              </a:ext>
            </a:extLst>
          </p:cNvPr>
          <p:cNvSpPr>
            <a:spLocks xmlns:a="http://schemas.openxmlformats.org/drawingml/2006/main" noGrp="1"/>
          </p:cNvSpPr>
          <p:nvPr>
            <p:ph type="sldNum" idx="4"/>
          </p:nvPr>
        </p:nvSpPr>
        <p:spPr>
          <a:xfrm xmlns:a="http://schemas.openxmlformats.org/drawingml/2006/main">
            <a:off x="11280745" y="6573600"/>
            <a:ext cx="647903" cy="144000"/>
          </a:xfrm>
          <a:prstGeom xmlns:a="http://schemas.openxmlformats.org/drawingml/2006/main" prst="rect">
            <a:avLst/>
          </a:prstGeom>
          <a:noFill xmlns:a="http://schemas.openxmlformats.org/drawingml/2006/main"/>
          <a:ln xmlns:a="http://schemas.openxmlformats.org/drawingml/2006/main" w="9525">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none" lIns="0" tIns="0" rIns="0" bIns="0" anchor="b"/>
          <a:lstStyle xmlns:a="http://schemas.openxmlformats.org/drawingml/2006/main">
            <a:lvl1pPr algn="r">
              <a:buNone/>
              <a:defRPr sz="800">
                <a:solidFill>
                  <a:schemeClr val="tx1"/>
                </a:solidFill>
              </a:defRPr>
            </a:lvl1pPr>
            <a:lvl2pPr algn="r">
              <a:buNone/>
              <a:defRPr sz="900"/>
            </a:lvl2pPr>
            <a:lvl3pPr algn="r">
              <a:buNone/>
              <a:defRPr sz="900"/>
            </a:lvl3pPr>
            <a:lvl4pPr algn="r">
              <a:buNone/>
              <a:defRPr sz="900"/>
            </a:lvl4pPr>
            <a:lvl5pPr algn="r">
              <a:buNone/>
              <a:defRPr sz="900"/>
            </a:lvl5pPr>
            <a:lvl6pPr algn="r">
              <a:buNone/>
              <a:defRPr sz="900"/>
            </a:lvl6pPr>
            <a:lvl7pPr algn="r">
              <a:buNone/>
              <a:defRPr sz="900"/>
            </a:lvl7pPr>
            <a:lvl8pPr algn="r">
              <a:buNone/>
              <a:defRPr sz="900"/>
            </a:lvl8pPr>
            <a:lvl9pPr algn="r">
              <a:buNone/>
              <a:defRPr sz="900"/>
            </a:lvl9pPr>
          </a:lstStyle>
          <a:p xmlns:a="http://schemas.openxmlformats.org/drawingml/2006/main">
            <a:r>
              <a:t>Seite </a:t>
            </a:r>
            <a:fld id="{DC907883-A228-4E41-A7BF-33DDF6A01B2A}" type="slidenum">
              <a:t>‹Nr.›</a:t>
            </a:fld>
            <a:endParaRPr/>
          </a:p>
        </p:txBody>
      </p:sp>
      <p:sp>
        <p:nvSpPr>
          <p:cNvPr id="7" name="Textplatzhalter 6">
            <a:extLst xmlns:a="http://schemas.openxmlformats.org/drawingml/2006/main">
              <a:ext uri="{FF2B5EF4-FFF2-40B4-BE49-F238E27FC236}">
                <a16:creationId xmlns:a16="http://schemas.microsoft.com/office/drawing/2014/main" id="{F69D50A5-715B-4050-9458-ED1C766405A1}"/>
              </a:ext>
            </a:extLst>
          </p:cNvPr>
          <p:cNvSpPr>
            <a:spLocks xmlns:a="http://schemas.openxmlformats.org/drawingml/2006/main" noGrp="1"/>
          </p:cNvSpPr>
          <p:nvPr>
            <p:ph type="body" idx="1"/>
          </p:nvPr>
        </p:nvSpPr>
        <p:spPr>
          <a:xfrm xmlns:a="http://schemas.openxmlformats.org/drawingml/2006/main">
            <a:off x="695324" y="2205037"/>
            <a:ext cx="10872789" cy="41040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a:p xmlns:a="http://schemas.openxmlformats.org/drawingml/2006/main">
            <a:pPr lvl="5">
              <a:buNone/>
            </a:pPr>
            <a:r>
              <a:t>Sechste Ebene</a:t>
            </a:r>
          </a:p>
          <a:p xmlns:a="http://schemas.openxmlformats.org/drawingml/2006/main">
            <a:pPr lvl="6">
              <a:buNone/>
            </a:pPr>
            <a:r>
              <a:t>Siebente Ebene</a:t>
            </a:r>
          </a:p>
          <a:p xmlns:a="http://schemas.openxmlformats.org/drawingml/2006/main">
            <a:pPr lvl="7">
              <a:buNone/>
            </a:pPr>
            <a:r>
              <a:t>Achte Ebene</a:t>
            </a:r>
          </a:p>
          <a:p xmlns:a="http://schemas.openxmlformats.org/drawingml/2006/main">
            <a:pPr lvl="8">
              <a:buNone/>
            </a:pPr>
            <a:r>
              <a:t>Neunte Ebene</a:t>
            </a:r>
          </a:p>
        </p:txBody>
      </p:sp>
      <p:sp>
        <p:nvSpPr>
          <p:cNvPr id="59" name="Gerader Verbinder 58">
            <a:extLst xmlns:a="http://schemas.openxmlformats.org/drawingml/2006/main">
              <a:ext uri="{FF2B5EF4-FFF2-40B4-BE49-F238E27FC236}">
                <a16:creationId xmlns:a16="http://schemas.microsoft.com/office/drawing/2014/main" id="{1098FD6F-4A02-4B4D-A9A0-9E7FFB2D7600}"/>
              </a:ext>
            </a:extLst>
          </p:cNvPr>
          <p:cNvSpPr>
            <a:spLocks xmlns:a="http://schemas.openxmlformats.org/drawingml/2006/main" noGrp="1"/>
          </p:cNvSpPr>
          <p:nvPr/>
        </p:nvSpPr>
        <p:spPr>
          <a:xfrm xmlns:a="http://schemas.openxmlformats.org/drawingml/2006/main" rot="0" flipH="0" flipV="0">
            <a:off x="-202359" y="2205037"/>
            <a:ext cx="107972" cy="0"/>
          </a:xfrm>
          <a:prstGeom xmlns:a="http://schemas.openxmlformats.org/drawingml/2006/main" prst="line">
            <a:avLst/>
          </a:prstGeom>
          <a:ln xmlns:a="http://schemas.openxmlformats.org/drawingml/2006/main" w="6350">
            <a:solidFill>
              <a:schemeClr val="bg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0" name="Gerader Verbinder 59">
            <a:extLst xmlns:a="http://schemas.openxmlformats.org/drawingml/2006/main">
              <a:ext uri="{FF2B5EF4-FFF2-40B4-BE49-F238E27FC236}">
                <a16:creationId xmlns:a16="http://schemas.microsoft.com/office/drawing/2014/main" id="{269B7D96-7C68-480D-90EF-527E8C7C0BEC}"/>
              </a:ext>
            </a:extLst>
          </p:cNvPr>
          <p:cNvSpPr>
            <a:spLocks xmlns:a="http://schemas.openxmlformats.org/drawingml/2006/main" noGrp="1"/>
          </p:cNvSpPr>
          <p:nvPr/>
        </p:nvSpPr>
        <p:spPr>
          <a:xfrm xmlns:a="http://schemas.openxmlformats.org/drawingml/2006/main" rot="0" flipH="0" flipV="0">
            <a:off x="-202359" y="6309037"/>
            <a:ext cx="107972" cy="0"/>
          </a:xfrm>
          <a:prstGeom xmlns:a="http://schemas.openxmlformats.org/drawingml/2006/main" prst="line">
            <a:avLst/>
          </a:prstGeom>
          <a:ln xmlns:a="http://schemas.openxmlformats.org/drawingml/2006/main" w="6350">
            <a:solidFill>
              <a:schemeClr val="bg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2" name="Gerader Verbinder 61">
            <a:extLst xmlns:a="http://schemas.openxmlformats.org/drawingml/2006/main">
              <a:ext uri="{FF2B5EF4-FFF2-40B4-BE49-F238E27FC236}">
                <a16:creationId xmlns:a16="http://schemas.microsoft.com/office/drawing/2014/main" id="{610611D4-88A2-4B35-B969-DCDF696B53B1}"/>
              </a:ext>
            </a:extLst>
          </p:cNvPr>
          <p:cNvSpPr>
            <a:spLocks xmlns:a="http://schemas.openxmlformats.org/drawingml/2006/main" noGrp="1"/>
          </p:cNvSpPr>
          <p:nvPr/>
        </p:nvSpPr>
        <p:spPr>
          <a:xfrm xmlns:a="http://schemas.openxmlformats.org/drawingml/2006/main" rot="0" flipH="0" flipV="0">
            <a:off x="12286387" y="2205119"/>
            <a:ext cx="107972" cy="0"/>
          </a:xfrm>
          <a:prstGeom xmlns:a="http://schemas.openxmlformats.org/drawingml/2006/main" prst="line">
            <a:avLst/>
          </a:prstGeom>
          <a:ln xmlns:a="http://schemas.openxmlformats.org/drawingml/2006/main" w="6350">
            <a:solidFill>
              <a:schemeClr val="bg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3" name="Gerader Verbinder 62">
            <a:extLst xmlns:a="http://schemas.openxmlformats.org/drawingml/2006/main">
              <a:ext uri="{FF2B5EF4-FFF2-40B4-BE49-F238E27FC236}">
                <a16:creationId xmlns:a16="http://schemas.microsoft.com/office/drawing/2014/main" id="{3DBD5748-8FDC-4B6B-8AD1-782F5421CF09}"/>
              </a:ext>
            </a:extLst>
          </p:cNvPr>
          <p:cNvSpPr>
            <a:spLocks xmlns:a="http://schemas.openxmlformats.org/drawingml/2006/main" noGrp="1"/>
          </p:cNvSpPr>
          <p:nvPr/>
        </p:nvSpPr>
        <p:spPr>
          <a:xfrm xmlns:a="http://schemas.openxmlformats.org/drawingml/2006/main" rot="0" flipH="0" flipV="0">
            <a:off x="12286387" y="6309119"/>
            <a:ext cx="107972" cy="0"/>
          </a:xfrm>
          <a:prstGeom xmlns:a="http://schemas.openxmlformats.org/drawingml/2006/main" prst="line">
            <a:avLst/>
          </a:prstGeom>
          <a:ln xmlns:a="http://schemas.openxmlformats.org/drawingml/2006/main" w="6350">
            <a:solidFill>
              <a:schemeClr val="bg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 name="Rectangle 53">
            <a:extLst xmlns:a="http://schemas.openxmlformats.org/drawingml/2006/main">
              <a:ext uri="{FF2B5EF4-FFF2-40B4-BE49-F238E27FC236}">
                <a16:creationId xmlns:a16="http://schemas.microsoft.com/office/drawing/2014/main" id="{99AA2FCE-DB47-8DBB-484C-ABD6455F69BA}"/>
              </a:ext>
            </a:extLst>
          </p:cNvPr>
          <p:cNvSpPr>
            <a:spLocks xmlns:a="http://schemas.openxmlformats.org/drawingml/2006/main" noGrp="1"/>
          </p:cNvSpPr>
          <p:nvPr/>
        </p:nvSpPr>
        <p:spPr>
          <a:xfrm xmlns:a="http://schemas.openxmlformats.org/drawingml/2006/main" rot="0" flipH="0" flipV="0">
            <a:off x="695325" y="-315416"/>
            <a:ext cx="576000" cy="180000"/>
          </a:xfrm>
          <a:prstGeom xmlns:a="http://schemas.openxmlformats.org/drawingml/2006/main" prst="rect">
            <a:avLst/>
          </a:prstGeom>
          <a:solidFill xmlns:a="http://schemas.openxmlformats.org/drawingml/2006/main">
            <a:schemeClr val="bg1"/>
          </a:solidFill>
          <a:ln xmlns:a="http://schemas.openxmlformats.org/drawingml/2006/main" w="6350" cmpd="sng">
            <a:noFill/>
            <a:prstDash val="solid"/>
          </a:ln>
        </p:spPr>
        <p:txBody>
          <a:bodyPr xmlns:a="http://schemas.openxmlformats.org/drawingml/2006/main" anchor="ctr"/>
          <a:lstStyle xmlns:a="http://schemas.openxmlformats.org/drawingml/2006/main"/>
          <a:p xmlns:a="http://schemas.openxmlformats.org/drawingml/2006/main">
            <a:pPr marL="0" marR="0" lvl="0" indent="0" algn="ctr" defTabSz="914389">
              <a:lnSpc>
                <a:spcPct val="100000"/>
              </a:lnSpc>
              <a:spcBef>
                <a:spcPts val="0"/>
              </a:spcBef>
              <a:spcAft>
                <a:spcPts val="0"/>
              </a:spcAft>
              <a:buClrTx/>
              <a:buSzTx/>
              <a:buFontTx/>
              <a:buNone/>
            </a:pPr>
            <a:r>
              <a:rPr sz="800" b="0" i="0" u="none" cap="none">
                <a:ln>
                  <a:noFill/>
                </a:ln>
                <a:latin typeface="Sparkasse Lt"/>
                <a:ea typeface="Sparkasse Lt"/>
                <a:cs typeface="Sparkasse Lt"/>
              </a:rPr>
              <a:t>1,6 cm</a:t>
            </a:r>
          </a:p>
        </p:txBody>
      </p:sp>
      <p:sp>
        <p:nvSpPr>
          <p:cNvPr id="8" name="Rectangle 53">
            <a:extLst xmlns:a="http://schemas.openxmlformats.org/drawingml/2006/main">
              <a:ext uri="{FF2B5EF4-FFF2-40B4-BE49-F238E27FC236}">
                <a16:creationId xmlns:a16="http://schemas.microsoft.com/office/drawing/2014/main" id="{AC79905B-7E26-9107-436F-BDDD73BBBAFF}"/>
              </a:ext>
            </a:extLst>
          </p:cNvPr>
          <p:cNvSpPr>
            <a:spLocks xmlns:a="http://schemas.openxmlformats.org/drawingml/2006/main" noGrp="1"/>
          </p:cNvSpPr>
          <p:nvPr/>
        </p:nvSpPr>
        <p:spPr>
          <a:xfrm xmlns:a="http://schemas.openxmlformats.org/drawingml/2006/main" rot="0" flipH="0" flipV="0">
            <a:off x="1631568" y="-315416"/>
            <a:ext cx="576000" cy="180000"/>
          </a:xfrm>
          <a:prstGeom xmlns:a="http://schemas.openxmlformats.org/drawingml/2006/main" prst="rect">
            <a:avLst/>
          </a:prstGeom>
          <a:solidFill xmlns:a="http://schemas.openxmlformats.org/drawingml/2006/main">
            <a:schemeClr val="bg1"/>
          </a:solidFill>
          <a:ln xmlns:a="http://schemas.openxmlformats.org/drawingml/2006/main" w="6350" cmpd="sng">
            <a:noFill/>
            <a:prstDash val="solid"/>
          </a:ln>
        </p:spPr>
        <p:txBody>
          <a:bodyPr xmlns:a="http://schemas.openxmlformats.org/drawingml/2006/main" anchor="ctr"/>
          <a:lstStyle xmlns:a="http://schemas.openxmlformats.org/drawingml/2006/main"/>
          <a:p xmlns:a="http://schemas.openxmlformats.org/drawingml/2006/main">
            <a:pPr marL="0" marR="0" lvl="0" indent="0" algn="ctr" defTabSz="914389">
              <a:lnSpc>
                <a:spcPct val="100000"/>
              </a:lnSpc>
              <a:spcBef>
                <a:spcPts val="0"/>
              </a:spcBef>
              <a:spcAft>
                <a:spcPts val="0"/>
              </a:spcAft>
              <a:buClrTx/>
              <a:buSzTx/>
              <a:buFontTx/>
              <a:buNone/>
            </a:pPr>
            <a:r>
              <a:rPr sz="800" b="0" i="0" u="none" cap="none">
                <a:ln>
                  <a:noFill/>
                </a:ln>
                <a:latin typeface="Sparkasse Lt"/>
                <a:ea typeface="Sparkasse Lt"/>
                <a:cs typeface="Sparkasse Lt"/>
              </a:rPr>
              <a:t>1,6 cm</a:t>
            </a:r>
          </a:p>
        </p:txBody>
      </p:sp>
      <p:sp>
        <p:nvSpPr>
          <p:cNvPr id="11" name="Rectangle 53">
            <a:extLst xmlns:a="http://schemas.openxmlformats.org/drawingml/2006/main">
              <a:ext uri="{FF2B5EF4-FFF2-40B4-BE49-F238E27FC236}">
                <a16:creationId xmlns:a16="http://schemas.microsoft.com/office/drawing/2014/main" id="{7E677D1F-0175-79F7-1635-7DA87304F3C1}"/>
              </a:ext>
            </a:extLst>
          </p:cNvPr>
          <p:cNvSpPr>
            <a:spLocks xmlns:a="http://schemas.openxmlformats.org/drawingml/2006/main" noGrp="1"/>
          </p:cNvSpPr>
          <p:nvPr/>
        </p:nvSpPr>
        <p:spPr>
          <a:xfrm xmlns:a="http://schemas.openxmlformats.org/drawingml/2006/main" rot="0" flipH="0" flipV="0">
            <a:off x="2567811" y="-315416"/>
            <a:ext cx="576000" cy="180000"/>
          </a:xfrm>
          <a:prstGeom xmlns:a="http://schemas.openxmlformats.org/drawingml/2006/main" prst="rect">
            <a:avLst/>
          </a:prstGeom>
          <a:solidFill xmlns:a="http://schemas.openxmlformats.org/drawingml/2006/main">
            <a:schemeClr val="bg1"/>
          </a:solidFill>
          <a:ln xmlns:a="http://schemas.openxmlformats.org/drawingml/2006/main" w="6350" cmpd="sng">
            <a:noFill/>
            <a:prstDash val="solid"/>
          </a:ln>
        </p:spPr>
        <p:txBody>
          <a:bodyPr xmlns:a="http://schemas.openxmlformats.org/drawingml/2006/main" anchor="ctr"/>
          <a:lstStyle xmlns:a="http://schemas.openxmlformats.org/drawingml/2006/main"/>
          <a:p xmlns:a="http://schemas.openxmlformats.org/drawingml/2006/main">
            <a:pPr marL="0" marR="0" lvl="0" indent="0" algn="ctr" defTabSz="914389">
              <a:lnSpc>
                <a:spcPct val="100000"/>
              </a:lnSpc>
              <a:spcBef>
                <a:spcPts val="0"/>
              </a:spcBef>
              <a:spcAft>
                <a:spcPts val="0"/>
              </a:spcAft>
              <a:buClrTx/>
              <a:buSzTx/>
              <a:buFontTx/>
              <a:buNone/>
            </a:pPr>
            <a:r>
              <a:rPr sz="800" b="0" i="0" u="none" cap="none">
                <a:ln>
                  <a:noFill/>
                </a:ln>
                <a:latin typeface="Sparkasse Lt"/>
                <a:ea typeface="Sparkasse Lt"/>
                <a:cs typeface="Sparkasse Lt"/>
              </a:rPr>
              <a:t>1,6 cm</a:t>
            </a:r>
          </a:p>
        </p:txBody>
      </p:sp>
      <p:sp>
        <p:nvSpPr>
          <p:cNvPr id="14" name="Rectangle 53">
            <a:extLst xmlns:a="http://schemas.openxmlformats.org/drawingml/2006/main">
              <a:ext uri="{FF2B5EF4-FFF2-40B4-BE49-F238E27FC236}">
                <a16:creationId xmlns:a16="http://schemas.microsoft.com/office/drawing/2014/main" id="{637059BB-F333-0611-FFB2-59022C9562F0}"/>
              </a:ext>
            </a:extLst>
          </p:cNvPr>
          <p:cNvSpPr>
            <a:spLocks xmlns:a="http://schemas.openxmlformats.org/drawingml/2006/main" noGrp="1"/>
          </p:cNvSpPr>
          <p:nvPr/>
        </p:nvSpPr>
        <p:spPr>
          <a:xfrm xmlns:a="http://schemas.openxmlformats.org/drawingml/2006/main" rot="0" flipH="0" flipV="0">
            <a:off x="3504054" y="-315416"/>
            <a:ext cx="576000" cy="180000"/>
          </a:xfrm>
          <a:prstGeom xmlns:a="http://schemas.openxmlformats.org/drawingml/2006/main" prst="rect">
            <a:avLst/>
          </a:prstGeom>
          <a:solidFill xmlns:a="http://schemas.openxmlformats.org/drawingml/2006/main">
            <a:schemeClr val="bg1"/>
          </a:solidFill>
          <a:ln xmlns:a="http://schemas.openxmlformats.org/drawingml/2006/main" w="6350" cmpd="sng">
            <a:noFill/>
            <a:prstDash val="solid"/>
          </a:ln>
        </p:spPr>
        <p:txBody>
          <a:bodyPr xmlns:a="http://schemas.openxmlformats.org/drawingml/2006/main" anchor="ctr"/>
          <a:lstStyle xmlns:a="http://schemas.openxmlformats.org/drawingml/2006/main"/>
          <a:p xmlns:a="http://schemas.openxmlformats.org/drawingml/2006/main">
            <a:pPr marL="0" marR="0" lvl="0" indent="0" algn="ctr" defTabSz="914389">
              <a:lnSpc>
                <a:spcPct val="100000"/>
              </a:lnSpc>
              <a:spcBef>
                <a:spcPts val="0"/>
              </a:spcBef>
              <a:spcAft>
                <a:spcPts val="0"/>
              </a:spcAft>
              <a:buClrTx/>
              <a:buSzTx/>
              <a:buFontTx/>
              <a:buNone/>
            </a:pPr>
            <a:r>
              <a:rPr sz="800" b="0" i="0" u="none" cap="none">
                <a:ln>
                  <a:noFill/>
                </a:ln>
                <a:latin typeface="Sparkasse Lt"/>
                <a:ea typeface="Sparkasse Lt"/>
                <a:cs typeface="Sparkasse Lt"/>
              </a:rPr>
              <a:t>1,6 cm</a:t>
            </a:r>
          </a:p>
        </p:txBody>
      </p:sp>
      <p:sp>
        <p:nvSpPr>
          <p:cNvPr id="9" name="Rectangle 53">
            <a:extLst xmlns:a="http://schemas.openxmlformats.org/drawingml/2006/main">
              <a:ext uri="{FF2B5EF4-FFF2-40B4-BE49-F238E27FC236}">
                <a16:creationId xmlns:a16="http://schemas.microsoft.com/office/drawing/2014/main" id="{9C40E9F8-12FB-2872-C744-69E09DDAFA87}"/>
              </a:ext>
            </a:extLst>
          </p:cNvPr>
          <p:cNvSpPr>
            <a:spLocks xmlns:a="http://schemas.openxmlformats.org/drawingml/2006/main" noGrp="1"/>
          </p:cNvSpPr>
          <p:nvPr/>
        </p:nvSpPr>
        <p:spPr>
          <a:xfrm xmlns:a="http://schemas.openxmlformats.org/drawingml/2006/main" rot="0" flipH="0" flipV="0">
            <a:off x="4440297" y="-315416"/>
            <a:ext cx="576000" cy="180000"/>
          </a:xfrm>
          <a:prstGeom xmlns:a="http://schemas.openxmlformats.org/drawingml/2006/main" prst="rect">
            <a:avLst/>
          </a:prstGeom>
          <a:solidFill xmlns:a="http://schemas.openxmlformats.org/drawingml/2006/main">
            <a:schemeClr val="bg1"/>
          </a:solidFill>
          <a:ln xmlns:a="http://schemas.openxmlformats.org/drawingml/2006/main" w="6350" cmpd="sng">
            <a:noFill/>
            <a:prstDash val="solid"/>
          </a:ln>
        </p:spPr>
        <p:txBody>
          <a:bodyPr xmlns:a="http://schemas.openxmlformats.org/drawingml/2006/main" anchor="ctr"/>
          <a:lstStyle xmlns:a="http://schemas.openxmlformats.org/drawingml/2006/main"/>
          <a:p xmlns:a="http://schemas.openxmlformats.org/drawingml/2006/main">
            <a:pPr marL="0" marR="0" lvl="0" indent="0" algn="ctr" defTabSz="914389">
              <a:lnSpc>
                <a:spcPct val="100000"/>
              </a:lnSpc>
              <a:spcBef>
                <a:spcPts val="0"/>
              </a:spcBef>
              <a:spcAft>
                <a:spcPts val="0"/>
              </a:spcAft>
              <a:buClrTx/>
              <a:buSzTx/>
              <a:buFontTx/>
              <a:buNone/>
            </a:pPr>
            <a:r>
              <a:rPr sz="800" b="0" i="0" u="none" cap="none">
                <a:ln>
                  <a:noFill/>
                </a:ln>
                <a:latin typeface="Sparkasse Lt"/>
                <a:ea typeface="Sparkasse Lt"/>
                <a:cs typeface="Sparkasse Lt"/>
              </a:rPr>
              <a:t>1,6 cm</a:t>
            </a:r>
          </a:p>
        </p:txBody>
      </p:sp>
      <p:sp>
        <p:nvSpPr>
          <p:cNvPr id="10" name="Rectangle 53">
            <a:extLst xmlns:a="http://schemas.openxmlformats.org/drawingml/2006/main">
              <a:ext uri="{FF2B5EF4-FFF2-40B4-BE49-F238E27FC236}">
                <a16:creationId xmlns:a16="http://schemas.microsoft.com/office/drawing/2014/main" id="{2DF9E53A-601E-101B-3EB0-16A3810BAE34}"/>
              </a:ext>
            </a:extLst>
          </p:cNvPr>
          <p:cNvSpPr>
            <a:spLocks xmlns:a="http://schemas.openxmlformats.org/drawingml/2006/main" noGrp="1"/>
          </p:cNvSpPr>
          <p:nvPr/>
        </p:nvSpPr>
        <p:spPr>
          <a:xfrm xmlns:a="http://schemas.openxmlformats.org/drawingml/2006/main" rot="0" flipH="0" flipV="0">
            <a:off x="5376540" y="-315416"/>
            <a:ext cx="576000" cy="180000"/>
          </a:xfrm>
          <a:prstGeom xmlns:a="http://schemas.openxmlformats.org/drawingml/2006/main" prst="rect">
            <a:avLst/>
          </a:prstGeom>
          <a:solidFill xmlns:a="http://schemas.openxmlformats.org/drawingml/2006/main">
            <a:schemeClr val="bg1"/>
          </a:solidFill>
          <a:ln xmlns:a="http://schemas.openxmlformats.org/drawingml/2006/main" w="6350" cmpd="sng">
            <a:noFill/>
            <a:prstDash val="solid"/>
          </a:ln>
        </p:spPr>
        <p:txBody>
          <a:bodyPr xmlns:a="http://schemas.openxmlformats.org/drawingml/2006/main" anchor="ctr"/>
          <a:lstStyle xmlns:a="http://schemas.openxmlformats.org/drawingml/2006/main"/>
          <a:p xmlns:a="http://schemas.openxmlformats.org/drawingml/2006/main">
            <a:pPr marL="0" marR="0" lvl="0" indent="0" algn="ctr" defTabSz="914389">
              <a:lnSpc>
                <a:spcPct val="100000"/>
              </a:lnSpc>
              <a:spcBef>
                <a:spcPts val="0"/>
              </a:spcBef>
              <a:spcAft>
                <a:spcPts val="0"/>
              </a:spcAft>
              <a:buClrTx/>
              <a:buSzTx/>
              <a:buFontTx/>
              <a:buNone/>
            </a:pPr>
            <a:r>
              <a:rPr sz="800" b="0" i="0" u="none" cap="none">
                <a:ln>
                  <a:noFill/>
                </a:ln>
                <a:latin typeface="Sparkasse Lt"/>
                <a:ea typeface="Sparkasse Lt"/>
                <a:cs typeface="Sparkasse Lt"/>
              </a:rPr>
              <a:t>1,6 cm</a:t>
            </a:r>
          </a:p>
        </p:txBody>
      </p:sp>
      <p:sp>
        <p:nvSpPr>
          <p:cNvPr id="22" name="Rectangle 53">
            <a:extLst xmlns:a="http://schemas.openxmlformats.org/drawingml/2006/main">
              <a:ext uri="{FF2B5EF4-FFF2-40B4-BE49-F238E27FC236}">
                <a16:creationId xmlns:a16="http://schemas.microsoft.com/office/drawing/2014/main" id="{F46B7D56-1113-06E4-414F-3831BEED2EEF}"/>
              </a:ext>
            </a:extLst>
          </p:cNvPr>
          <p:cNvSpPr>
            <a:spLocks xmlns:a="http://schemas.openxmlformats.org/drawingml/2006/main" noGrp="1"/>
          </p:cNvSpPr>
          <p:nvPr/>
        </p:nvSpPr>
        <p:spPr>
          <a:xfrm xmlns:a="http://schemas.openxmlformats.org/drawingml/2006/main" rot="0" flipH="0" flipV="0">
            <a:off x="6312783" y="-315416"/>
            <a:ext cx="576000" cy="180000"/>
          </a:xfrm>
          <a:prstGeom xmlns:a="http://schemas.openxmlformats.org/drawingml/2006/main" prst="rect">
            <a:avLst/>
          </a:prstGeom>
          <a:solidFill xmlns:a="http://schemas.openxmlformats.org/drawingml/2006/main">
            <a:schemeClr val="bg1"/>
          </a:solidFill>
          <a:ln xmlns:a="http://schemas.openxmlformats.org/drawingml/2006/main" w="6350" cmpd="sng">
            <a:noFill/>
            <a:prstDash val="solid"/>
          </a:ln>
        </p:spPr>
        <p:txBody>
          <a:bodyPr xmlns:a="http://schemas.openxmlformats.org/drawingml/2006/main" anchor="ctr"/>
          <a:lstStyle xmlns:a="http://schemas.openxmlformats.org/drawingml/2006/main"/>
          <a:p xmlns:a="http://schemas.openxmlformats.org/drawingml/2006/main">
            <a:pPr marL="0" marR="0" lvl="0" indent="0" algn="ctr" defTabSz="914389">
              <a:lnSpc>
                <a:spcPct val="100000"/>
              </a:lnSpc>
              <a:spcBef>
                <a:spcPts val="0"/>
              </a:spcBef>
              <a:spcAft>
                <a:spcPts val="0"/>
              </a:spcAft>
              <a:buClrTx/>
              <a:buSzTx/>
              <a:buFontTx/>
              <a:buNone/>
            </a:pPr>
            <a:r>
              <a:rPr sz="800" b="0" i="0" u="none" cap="none">
                <a:ln>
                  <a:noFill/>
                </a:ln>
                <a:latin typeface="Sparkasse Lt"/>
                <a:ea typeface="Sparkasse Lt"/>
                <a:cs typeface="Sparkasse Lt"/>
              </a:rPr>
              <a:t>1,6 cm</a:t>
            </a:r>
          </a:p>
        </p:txBody>
      </p:sp>
      <p:sp>
        <p:nvSpPr>
          <p:cNvPr id="23" name="Rectangle 53">
            <a:extLst xmlns:a="http://schemas.openxmlformats.org/drawingml/2006/main">
              <a:ext uri="{FF2B5EF4-FFF2-40B4-BE49-F238E27FC236}">
                <a16:creationId xmlns:a16="http://schemas.microsoft.com/office/drawing/2014/main" id="{89C3298C-9595-A3F5-AFE7-C1239ED1B240}"/>
              </a:ext>
            </a:extLst>
          </p:cNvPr>
          <p:cNvSpPr>
            <a:spLocks xmlns:a="http://schemas.openxmlformats.org/drawingml/2006/main" noGrp="1"/>
          </p:cNvSpPr>
          <p:nvPr/>
        </p:nvSpPr>
        <p:spPr>
          <a:xfrm xmlns:a="http://schemas.openxmlformats.org/drawingml/2006/main" rot="0" flipH="0" flipV="0">
            <a:off x="7249026" y="-315416"/>
            <a:ext cx="576000" cy="180000"/>
          </a:xfrm>
          <a:prstGeom xmlns:a="http://schemas.openxmlformats.org/drawingml/2006/main" prst="rect">
            <a:avLst/>
          </a:prstGeom>
          <a:solidFill xmlns:a="http://schemas.openxmlformats.org/drawingml/2006/main">
            <a:schemeClr val="bg1"/>
          </a:solidFill>
          <a:ln xmlns:a="http://schemas.openxmlformats.org/drawingml/2006/main" w="6350" cmpd="sng">
            <a:noFill/>
            <a:prstDash val="solid"/>
          </a:ln>
        </p:spPr>
        <p:txBody>
          <a:bodyPr xmlns:a="http://schemas.openxmlformats.org/drawingml/2006/main" anchor="ctr"/>
          <a:lstStyle xmlns:a="http://schemas.openxmlformats.org/drawingml/2006/main"/>
          <a:p xmlns:a="http://schemas.openxmlformats.org/drawingml/2006/main">
            <a:pPr marL="0" marR="0" lvl="0" indent="0" algn="ctr" defTabSz="914389">
              <a:lnSpc>
                <a:spcPct val="100000"/>
              </a:lnSpc>
              <a:spcBef>
                <a:spcPts val="0"/>
              </a:spcBef>
              <a:spcAft>
                <a:spcPts val="0"/>
              </a:spcAft>
              <a:buClrTx/>
              <a:buSzTx/>
              <a:buFontTx/>
              <a:buNone/>
            </a:pPr>
            <a:r>
              <a:rPr sz="800" b="0" i="0" u="none" cap="none">
                <a:ln>
                  <a:noFill/>
                </a:ln>
                <a:latin typeface="Sparkasse Lt"/>
                <a:ea typeface="Sparkasse Lt"/>
                <a:cs typeface="Sparkasse Lt"/>
              </a:rPr>
              <a:t>1,6 cm</a:t>
            </a:r>
          </a:p>
        </p:txBody>
      </p:sp>
      <p:sp>
        <p:nvSpPr>
          <p:cNvPr id="13" name="Rectangle 53">
            <a:extLst xmlns:a="http://schemas.openxmlformats.org/drawingml/2006/main">
              <a:ext uri="{FF2B5EF4-FFF2-40B4-BE49-F238E27FC236}">
                <a16:creationId xmlns:a16="http://schemas.microsoft.com/office/drawing/2014/main" id="{7A78A135-67FF-287A-5C58-5C8C45AE2D6A}"/>
              </a:ext>
            </a:extLst>
          </p:cNvPr>
          <p:cNvSpPr>
            <a:spLocks xmlns:a="http://schemas.openxmlformats.org/drawingml/2006/main" noGrp="1"/>
          </p:cNvSpPr>
          <p:nvPr/>
        </p:nvSpPr>
        <p:spPr>
          <a:xfrm xmlns:a="http://schemas.openxmlformats.org/drawingml/2006/main" rot="0" flipH="0" flipV="0">
            <a:off x="8185269" y="-315416"/>
            <a:ext cx="576000" cy="180000"/>
          </a:xfrm>
          <a:prstGeom xmlns:a="http://schemas.openxmlformats.org/drawingml/2006/main" prst="rect">
            <a:avLst/>
          </a:prstGeom>
          <a:solidFill xmlns:a="http://schemas.openxmlformats.org/drawingml/2006/main">
            <a:schemeClr val="bg1"/>
          </a:solidFill>
          <a:ln xmlns:a="http://schemas.openxmlformats.org/drawingml/2006/main" w="6350" cmpd="sng">
            <a:noFill/>
            <a:prstDash val="solid"/>
          </a:ln>
        </p:spPr>
        <p:txBody>
          <a:bodyPr xmlns:a="http://schemas.openxmlformats.org/drawingml/2006/main" anchor="ctr"/>
          <a:lstStyle xmlns:a="http://schemas.openxmlformats.org/drawingml/2006/main"/>
          <a:p xmlns:a="http://schemas.openxmlformats.org/drawingml/2006/main">
            <a:pPr marL="0" marR="0" lvl="0" indent="0" algn="ctr" defTabSz="914389">
              <a:lnSpc>
                <a:spcPct val="100000"/>
              </a:lnSpc>
              <a:spcBef>
                <a:spcPts val="0"/>
              </a:spcBef>
              <a:spcAft>
                <a:spcPts val="0"/>
              </a:spcAft>
              <a:buClrTx/>
              <a:buSzTx/>
              <a:buFontTx/>
              <a:buNone/>
            </a:pPr>
            <a:r>
              <a:rPr sz="800" b="0" i="0" u="none" cap="none">
                <a:ln>
                  <a:noFill/>
                </a:ln>
                <a:latin typeface="Sparkasse Lt"/>
                <a:ea typeface="Sparkasse Lt"/>
                <a:cs typeface="Sparkasse Lt"/>
              </a:rPr>
              <a:t>1,6 cm</a:t>
            </a:r>
          </a:p>
        </p:txBody>
      </p:sp>
      <p:sp>
        <p:nvSpPr>
          <p:cNvPr id="25" name="Rectangle 53">
            <a:extLst xmlns:a="http://schemas.openxmlformats.org/drawingml/2006/main">
              <a:ext uri="{FF2B5EF4-FFF2-40B4-BE49-F238E27FC236}">
                <a16:creationId xmlns:a16="http://schemas.microsoft.com/office/drawing/2014/main" id="{C63B18DE-5BAB-8932-B072-F6C7777B68A1}"/>
              </a:ext>
            </a:extLst>
          </p:cNvPr>
          <p:cNvSpPr>
            <a:spLocks xmlns:a="http://schemas.openxmlformats.org/drawingml/2006/main" noGrp="1"/>
          </p:cNvSpPr>
          <p:nvPr/>
        </p:nvSpPr>
        <p:spPr>
          <a:xfrm xmlns:a="http://schemas.openxmlformats.org/drawingml/2006/main" rot="0" flipH="0" flipV="0">
            <a:off x="9121512" y="-315416"/>
            <a:ext cx="576000" cy="180000"/>
          </a:xfrm>
          <a:prstGeom xmlns:a="http://schemas.openxmlformats.org/drawingml/2006/main" prst="rect">
            <a:avLst/>
          </a:prstGeom>
          <a:solidFill xmlns:a="http://schemas.openxmlformats.org/drawingml/2006/main">
            <a:schemeClr val="bg1"/>
          </a:solidFill>
          <a:ln xmlns:a="http://schemas.openxmlformats.org/drawingml/2006/main" w="6350" cmpd="sng">
            <a:noFill/>
            <a:prstDash val="solid"/>
          </a:ln>
        </p:spPr>
        <p:txBody>
          <a:bodyPr xmlns:a="http://schemas.openxmlformats.org/drawingml/2006/main" anchor="ctr"/>
          <a:lstStyle xmlns:a="http://schemas.openxmlformats.org/drawingml/2006/main"/>
          <a:p xmlns:a="http://schemas.openxmlformats.org/drawingml/2006/main">
            <a:pPr marL="0" marR="0" lvl="0" indent="0" algn="ctr" defTabSz="914389">
              <a:lnSpc>
                <a:spcPct val="100000"/>
              </a:lnSpc>
              <a:spcBef>
                <a:spcPts val="0"/>
              </a:spcBef>
              <a:spcAft>
                <a:spcPts val="0"/>
              </a:spcAft>
              <a:buClrTx/>
              <a:buSzTx/>
              <a:buFontTx/>
              <a:buNone/>
            </a:pPr>
            <a:r>
              <a:rPr sz="800" b="0" i="0" u="none" cap="none">
                <a:ln>
                  <a:noFill/>
                </a:ln>
                <a:latin typeface="Sparkasse Lt"/>
                <a:ea typeface="Sparkasse Lt"/>
                <a:cs typeface="Sparkasse Lt"/>
              </a:rPr>
              <a:t>1,6 cm</a:t>
            </a:r>
          </a:p>
        </p:txBody>
      </p:sp>
      <p:sp>
        <p:nvSpPr>
          <p:cNvPr id="15" name="Rectangle 53">
            <a:extLst xmlns:a="http://schemas.openxmlformats.org/drawingml/2006/main">
              <a:ext uri="{FF2B5EF4-FFF2-40B4-BE49-F238E27FC236}">
                <a16:creationId xmlns:a16="http://schemas.microsoft.com/office/drawing/2014/main" id="{65C66371-DE40-52FC-AFD1-3C248C4A6542}"/>
              </a:ext>
            </a:extLst>
          </p:cNvPr>
          <p:cNvSpPr>
            <a:spLocks xmlns:a="http://schemas.openxmlformats.org/drawingml/2006/main" noGrp="1"/>
          </p:cNvSpPr>
          <p:nvPr/>
        </p:nvSpPr>
        <p:spPr>
          <a:xfrm xmlns:a="http://schemas.openxmlformats.org/drawingml/2006/main" rot="0" flipH="0" flipV="0">
            <a:off x="10057755" y="-315416"/>
            <a:ext cx="576000" cy="180000"/>
          </a:xfrm>
          <a:prstGeom xmlns:a="http://schemas.openxmlformats.org/drawingml/2006/main" prst="rect">
            <a:avLst/>
          </a:prstGeom>
          <a:solidFill xmlns:a="http://schemas.openxmlformats.org/drawingml/2006/main">
            <a:schemeClr val="bg1"/>
          </a:solidFill>
          <a:ln xmlns:a="http://schemas.openxmlformats.org/drawingml/2006/main" w="6350" cmpd="sng">
            <a:noFill/>
            <a:prstDash val="solid"/>
          </a:ln>
        </p:spPr>
        <p:txBody>
          <a:bodyPr xmlns:a="http://schemas.openxmlformats.org/drawingml/2006/main" anchor="ctr"/>
          <a:lstStyle xmlns:a="http://schemas.openxmlformats.org/drawingml/2006/main"/>
          <a:p xmlns:a="http://schemas.openxmlformats.org/drawingml/2006/main">
            <a:pPr marL="0" marR="0" lvl="0" indent="0" algn="ctr" defTabSz="914389">
              <a:lnSpc>
                <a:spcPct val="100000"/>
              </a:lnSpc>
              <a:spcBef>
                <a:spcPts val="0"/>
              </a:spcBef>
              <a:spcAft>
                <a:spcPts val="0"/>
              </a:spcAft>
              <a:buClrTx/>
              <a:buSzTx/>
              <a:buFontTx/>
              <a:buNone/>
            </a:pPr>
            <a:r>
              <a:rPr sz="800" b="0" i="0" u="none" cap="none">
                <a:ln>
                  <a:noFill/>
                </a:ln>
                <a:latin typeface="Sparkasse Lt"/>
                <a:ea typeface="Sparkasse Lt"/>
                <a:cs typeface="Sparkasse Lt"/>
              </a:rPr>
              <a:t>1,6 cm</a:t>
            </a:r>
          </a:p>
        </p:txBody>
      </p:sp>
      <p:sp>
        <p:nvSpPr>
          <p:cNvPr id="19" name="Rectangle 53">
            <a:extLst xmlns:a="http://schemas.openxmlformats.org/drawingml/2006/main">
              <a:ext uri="{FF2B5EF4-FFF2-40B4-BE49-F238E27FC236}">
                <a16:creationId xmlns:a16="http://schemas.microsoft.com/office/drawing/2014/main" id="{065AAF03-141D-F38A-8DA9-60CB3B1BA975}"/>
              </a:ext>
            </a:extLst>
          </p:cNvPr>
          <p:cNvSpPr>
            <a:spLocks xmlns:a="http://schemas.openxmlformats.org/drawingml/2006/main" noGrp="1"/>
          </p:cNvSpPr>
          <p:nvPr/>
        </p:nvSpPr>
        <p:spPr>
          <a:xfrm xmlns:a="http://schemas.openxmlformats.org/drawingml/2006/main" rot="0" flipH="0" flipV="0">
            <a:off x="10993998" y="-315416"/>
            <a:ext cx="576000" cy="180000"/>
          </a:xfrm>
          <a:prstGeom xmlns:a="http://schemas.openxmlformats.org/drawingml/2006/main" prst="rect">
            <a:avLst/>
          </a:prstGeom>
          <a:solidFill xmlns:a="http://schemas.openxmlformats.org/drawingml/2006/main">
            <a:schemeClr val="bg1"/>
          </a:solidFill>
          <a:ln xmlns:a="http://schemas.openxmlformats.org/drawingml/2006/main" w="6350" cmpd="sng">
            <a:noFill/>
            <a:prstDash val="solid"/>
          </a:ln>
        </p:spPr>
        <p:txBody>
          <a:bodyPr xmlns:a="http://schemas.openxmlformats.org/drawingml/2006/main" anchor="ctr"/>
          <a:lstStyle xmlns:a="http://schemas.openxmlformats.org/drawingml/2006/main"/>
          <a:p xmlns:a="http://schemas.openxmlformats.org/drawingml/2006/main">
            <a:pPr marL="0" marR="0" lvl="0" indent="0" algn="ctr" defTabSz="914389">
              <a:lnSpc>
                <a:spcPct val="100000"/>
              </a:lnSpc>
              <a:spcBef>
                <a:spcPts val="0"/>
              </a:spcBef>
              <a:spcAft>
                <a:spcPts val="0"/>
              </a:spcAft>
              <a:buClrTx/>
              <a:buSzTx/>
              <a:buFontTx/>
              <a:buNone/>
            </a:pPr>
            <a:r>
              <a:rPr sz="800" b="0" i="0" u="none" cap="none">
                <a:ln>
                  <a:noFill/>
                </a:ln>
                <a:latin typeface="Sparkasse Lt"/>
                <a:ea typeface="Sparkasse Lt"/>
                <a:cs typeface="Sparkasse Lt"/>
              </a:rPr>
              <a:t>1,6 cm</a:t>
            </a:r>
          </a:p>
        </p:txBody>
      </p:sp>
      <p:pic>
        <p:nvPicPr>
          <p:cNvPr id="84" name="Grafik 11"/>
          <p:cNvPicPr>
            <a:picLocks xmlns:a="http://schemas.openxmlformats.org/drawingml/2006/main" noChangeAspect="1"/>
          </p:cNvPicPr>
          <p:nvPr/>
        </p:nvPicPr>
        <p:blipFill>
          <a:blip xmlns:r="http://schemas.openxmlformats.org/officeDocument/2006/relationships" xmlns:a="http://schemas.openxmlformats.org/drawingml/2006/main" r:embed="R8f74aaed9aaa4d08">
            <a:extLst>
              <a:ext uri="{96DAC541-7B7A-43D3-8B79-37D633B846F1}">
                <asvg:svgBlip xmlns:asvg="http://schemas.microsoft.com/office/drawing/2016/SVG/main" r:embed="R3ca90899503144dc"/>
              </a:ext>
            </a:extLst>
          </a:blip>
          <a:stretch xmlns:a="http://schemas.openxmlformats.org/drawingml/2006/main">
            <a:fillRect l="0" t="0" r="0" b="0"/>
          </a:stretch>
        </p:blipFill>
        <p:spPr>
          <a:xfrm xmlns:a="http://schemas.openxmlformats.org/drawingml/2006/main">
            <a:off x="11568608" y="260688"/>
            <a:ext cx="360000" cy="360000"/>
          </a:xfrm>
          <a:prstGeom xmlns:a="http://schemas.openxmlformats.org/drawingml/2006/main" prst="rect">
            <a:avLst/>
          </a:prstGeom>
        </p:spPr>
      </p:pic>
      <p:sp>
        <p:nvSpPr>
          <p:cNvPr id="3" name="FI_Klassifizierung" hidden="1">
            <a:extLst xmlns:a="http://schemas.openxmlformats.org/drawingml/2006/main">
              <a:ext uri="{FF2B5EF4-FFF2-40B4-BE49-F238E27FC236}">
                <a16:creationId xmlns:a16="http://schemas.microsoft.com/office/drawing/2014/main" id="{314CDDD9-7942-D542-FE9E-C2483D8392BF}"/>
              </a:ext>
            </a:extLst>
          </p:cNvPr>
          <p:cNvSpPr>
            <a:spLocks xmlns:a="http://schemas.openxmlformats.org/drawingml/2006/main" noGrp="1"/>
          </p:cNvSpPr>
          <p:nvPr/>
        </p:nvSpPr>
        <p:spPr>
          <a:xfrm xmlns:a="http://schemas.openxmlformats.org/drawingml/2006/main">
            <a:off x="2135646" y="6453352"/>
            <a:ext cx="1440000" cy="144000"/>
          </a:xfrm>
          <a:prstGeom xmlns:a="http://schemas.openxmlformats.org/drawingml/2006/main" prst="rect">
            <a:avLst/>
          </a:prstGeom>
        </p:spPr>
        <p:txBody>
          <a:bodyPr xmlns:a="http://schemas.openxmlformats.org/drawingml/2006/main" vert="horz" wrap="none" lIns="0" tIns="0" rIns="0" bIns="0" anchor="b"/>
          <a:lstStyle xmlns:a="http://schemas.openxmlformats.org/drawingml/2006/main">
            <a:lvl1pPr marL="0" indent="0" algn="l" defTabSz="914115">
              <a:lnSpc>
                <a:spcPct val="110000"/>
              </a:lnSpc>
              <a:spcBef>
                <a:spcPts val="0"/>
              </a:spcBef>
              <a:spcAft>
                <a:spcPts val="600"/>
              </a:spcAft>
              <a:buFont typeface="Arial"/>
              <a:buNone/>
              <a:defRPr sz="800" b="0" kern="1200">
                <a:solidFill>
                  <a:schemeClr val="tx1"/>
                </a:solidFill>
                <a:latin typeface="+mn-lt"/>
                <a:ea typeface="+mn-lt"/>
                <a:cs typeface="+mn-lt"/>
              </a:defRPr>
            </a:lvl1pPr>
            <a:lvl2pPr marL="0" indent="0" algn="l" defTabSz="914115">
              <a:lnSpc>
                <a:spcPct val="110000"/>
              </a:lnSpc>
              <a:spcBef>
                <a:spcPts val="0"/>
              </a:spcBef>
              <a:spcAft>
                <a:spcPts val="600"/>
              </a:spcAft>
              <a:buFont typeface="Arial"/>
              <a:buNone/>
              <a:defRPr sz="1600" b="0" kern="1200">
                <a:solidFill>
                  <a:schemeClr val="tx1"/>
                </a:solidFill>
                <a:latin typeface="+mn-lt"/>
                <a:ea typeface="+mn-lt"/>
                <a:cs typeface="+mn-lt"/>
              </a:defRPr>
            </a:lvl2pPr>
            <a:lvl3pPr marL="179944"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3pPr>
            <a:lvl4pPr marL="359888"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4pPr>
            <a:lvl5pPr marL="540000"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5pPr>
            <a:lvl6pPr marL="0" indent="0" algn="l" defTabSz="914115">
              <a:lnSpc>
                <a:spcPct val="110000"/>
              </a:lnSpc>
              <a:spcBef>
                <a:spcPts val="0"/>
              </a:spcBef>
              <a:spcAft>
                <a:spcPts val="600"/>
              </a:spcAft>
              <a:buFont typeface="Arial"/>
              <a:buNone/>
              <a:defRPr sz="1400" kern="1200" baseline="0">
                <a:solidFill>
                  <a:schemeClr val="tx1"/>
                </a:solidFill>
                <a:latin typeface="+mj-lt"/>
                <a:ea typeface="+mj-lt"/>
                <a:cs typeface="+mj-lt"/>
              </a:defRPr>
            </a:lvl6pPr>
            <a:lvl7pPr marL="0" indent="0" algn="l" defTabSz="914115">
              <a:lnSpc>
                <a:spcPct val="110000"/>
              </a:lnSpc>
              <a:spcBef>
                <a:spcPts val="0"/>
              </a:spcBef>
              <a:spcAft>
                <a:spcPts val="600"/>
              </a:spcAft>
              <a:buFont typeface="Arial"/>
              <a:buNone/>
              <a:defRPr sz="1200" kern="1200" baseline="0">
                <a:solidFill>
                  <a:schemeClr val="tx1"/>
                </a:solidFill>
                <a:latin typeface="+mn-lt"/>
                <a:ea typeface="+mn-lt"/>
                <a:cs typeface="+mn-lt"/>
              </a:defRPr>
            </a:lvl7pPr>
            <a:lvl8pPr marL="144000" indent="-144000" algn="l" defTabSz="914115">
              <a:lnSpc>
                <a:spcPct val="110000"/>
              </a:lnSpc>
              <a:spcBef>
                <a:spcPts val="0"/>
              </a:spcBef>
              <a:spcAft>
                <a:spcPts val="600"/>
              </a:spcAft>
              <a:buClr>
                <a:schemeClr val="bg2"/>
              </a:buClr>
              <a:buFont typeface="Arial"/>
              <a:buChar char="•"/>
              <a:defRPr sz="1200" kern="1200" baseline="0">
                <a:solidFill>
                  <a:schemeClr val="tx1"/>
                </a:solidFill>
                <a:latin typeface="+mn-lt"/>
                <a:ea typeface="+mn-lt"/>
                <a:cs typeface="+mn-lt"/>
              </a:defRPr>
            </a:lvl8pPr>
            <a:lvl9pPr marL="288000" indent="-144000" algn="l" defTabSz="914115">
              <a:lnSpc>
                <a:spcPct val="110000"/>
              </a:lnSpc>
              <a:spcBef>
                <a:spcPts val="0"/>
              </a:spcBef>
              <a:spcAft>
                <a:spcPts val="600"/>
              </a:spcAft>
              <a:buClr>
                <a:schemeClr val="bg2"/>
              </a:buClr>
              <a:buFont typeface="Arial"/>
              <a:buChar char="•"/>
              <a:defRPr sz="1200" kern="1200" baseline="0">
                <a:solidFill>
                  <a:schemeClr val="tx1"/>
                </a:solidFill>
                <a:latin typeface="+mn-lt"/>
                <a:ea typeface="+mn-lt"/>
                <a:cs typeface="+mn-lt"/>
              </a:defRPr>
            </a:lvl9pPr>
          </a:lstStyle>
          <a:p xmlns:a="http://schemas.openxmlformats.org/drawingml/2006/main">
            <a:pPr lvl="0" algn="l">
              <a:lnSpc>
                <a:spcPct val="100000"/>
              </a:lnSpc>
              <a:spcAft>
                <a:spcPts val="0"/>
              </a:spcAft>
              <a:buNone/>
            </a:pPr>
            <a:r>
              <a:rPr b="0">
                <a:solidFill>
                  <a:schemeClr val="tx1"/>
                </a:solidFill>
              </a:rPr>
              <a:t>Intern</a:t>
            </a:r>
          </a:p>
        </p:txBody>
      </p:sp>
      <p:sp>
        <p:nvSpPr>
          <p:cNvPr id="5" name="FI_Copyright">
            <a:extLst xmlns:a="http://schemas.openxmlformats.org/drawingml/2006/main">
              <a:ext uri="{FF2B5EF4-FFF2-40B4-BE49-F238E27FC236}">
                <a16:creationId xmlns:a16="http://schemas.microsoft.com/office/drawing/2014/main" id="{A05EEFFB-CAF0-7872-925C-EB5FB2D08C24}"/>
              </a:ext>
            </a:extLst>
          </p:cNvPr>
          <p:cNvSpPr>
            <a:spLocks xmlns:a="http://schemas.openxmlformats.org/drawingml/2006/main" noGrp="1"/>
          </p:cNvSpPr>
          <p:nvPr/>
        </p:nvSpPr>
        <p:spPr>
          <a:xfrm xmlns:a="http://schemas.openxmlformats.org/drawingml/2006/main">
            <a:off x="263352" y="6573600"/>
            <a:ext cx="1224000" cy="144000"/>
          </a:xfrm>
          <a:prstGeom xmlns:a="http://schemas.openxmlformats.org/drawingml/2006/main" prst="rect">
            <a:avLst/>
          </a:prstGeom>
        </p:spPr>
        <p:txBody>
          <a:bodyPr xmlns:a="http://schemas.openxmlformats.org/drawingml/2006/main" vert="horz" wrap="none" lIns="0" tIns="0" rIns="0" bIns="0" anchor="b"/>
          <a:lstStyle xmlns:a="http://schemas.openxmlformats.org/drawingml/2006/main">
            <a:lvl1pPr marL="0" indent="0" algn="l" defTabSz="914115">
              <a:lnSpc>
                <a:spcPct val="110000"/>
              </a:lnSpc>
              <a:spcBef>
                <a:spcPts val="0"/>
              </a:spcBef>
              <a:spcAft>
                <a:spcPts val="600"/>
              </a:spcAft>
              <a:buFont typeface="Arial"/>
              <a:buNone/>
              <a:defRPr sz="800" b="0" kern="1200">
                <a:solidFill>
                  <a:schemeClr val="tx1"/>
                </a:solidFill>
                <a:latin typeface="+mn-lt"/>
                <a:ea typeface="+mn-lt"/>
                <a:cs typeface="+mn-lt"/>
              </a:defRPr>
            </a:lvl1pPr>
            <a:lvl2pPr marL="0" indent="0" algn="l" defTabSz="914115">
              <a:lnSpc>
                <a:spcPct val="110000"/>
              </a:lnSpc>
              <a:spcBef>
                <a:spcPts val="0"/>
              </a:spcBef>
              <a:spcAft>
                <a:spcPts val="600"/>
              </a:spcAft>
              <a:buFont typeface="Arial"/>
              <a:buNone/>
              <a:defRPr sz="1600" b="0" kern="1200">
                <a:solidFill>
                  <a:schemeClr val="tx1"/>
                </a:solidFill>
                <a:latin typeface="+mn-lt"/>
                <a:ea typeface="+mn-lt"/>
                <a:cs typeface="+mn-lt"/>
              </a:defRPr>
            </a:lvl2pPr>
            <a:lvl3pPr marL="179944"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3pPr>
            <a:lvl4pPr marL="359888"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4pPr>
            <a:lvl5pPr marL="540000"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5pPr>
            <a:lvl6pPr marL="0" indent="0" algn="l" defTabSz="914115">
              <a:lnSpc>
                <a:spcPct val="110000"/>
              </a:lnSpc>
              <a:spcBef>
                <a:spcPts val="0"/>
              </a:spcBef>
              <a:spcAft>
                <a:spcPts val="600"/>
              </a:spcAft>
              <a:buFont typeface="Arial"/>
              <a:buNone/>
              <a:defRPr sz="1400" kern="1200" baseline="0">
                <a:solidFill>
                  <a:schemeClr val="tx1"/>
                </a:solidFill>
                <a:latin typeface="+mj-lt"/>
                <a:ea typeface="+mj-lt"/>
                <a:cs typeface="+mj-lt"/>
              </a:defRPr>
            </a:lvl6pPr>
            <a:lvl7pPr marL="0" indent="0" algn="l" defTabSz="914115">
              <a:lnSpc>
                <a:spcPct val="110000"/>
              </a:lnSpc>
              <a:spcBef>
                <a:spcPts val="0"/>
              </a:spcBef>
              <a:spcAft>
                <a:spcPts val="600"/>
              </a:spcAft>
              <a:buFont typeface="Arial"/>
              <a:buNone/>
              <a:defRPr sz="1200" kern="1200" baseline="0">
                <a:solidFill>
                  <a:schemeClr val="tx1"/>
                </a:solidFill>
                <a:latin typeface="+mn-lt"/>
                <a:ea typeface="+mn-lt"/>
                <a:cs typeface="+mn-lt"/>
              </a:defRPr>
            </a:lvl7pPr>
            <a:lvl8pPr marL="144000" indent="-144000" algn="l" defTabSz="914115">
              <a:lnSpc>
                <a:spcPct val="110000"/>
              </a:lnSpc>
              <a:spcBef>
                <a:spcPts val="0"/>
              </a:spcBef>
              <a:spcAft>
                <a:spcPts val="600"/>
              </a:spcAft>
              <a:buClr>
                <a:schemeClr val="bg2"/>
              </a:buClr>
              <a:buFont typeface="Arial"/>
              <a:buChar char="•"/>
              <a:defRPr sz="1200" kern="1200" baseline="0">
                <a:solidFill>
                  <a:schemeClr val="tx1"/>
                </a:solidFill>
                <a:latin typeface="+mn-lt"/>
                <a:ea typeface="+mn-lt"/>
                <a:cs typeface="+mn-lt"/>
              </a:defRPr>
            </a:lvl8pPr>
            <a:lvl9pPr marL="288000" indent="-144000" algn="l" defTabSz="914115">
              <a:lnSpc>
                <a:spcPct val="110000"/>
              </a:lnSpc>
              <a:spcBef>
                <a:spcPts val="0"/>
              </a:spcBef>
              <a:spcAft>
                <a:spcPts val="600"/>
              </a:spcAft>
              <a:buClr>
                <a:schemeClr val="bg2"/>
              </a:buClr>
              <a:buFont typeface="Arial"/>
              <a:buChar char="•"/>
              <a:defRPr sz="1200" kern="1200" baseline="0">
                <a:solidFill>
                  <a:schemeClr val="tx1"/>
                </a:solidFill>
                <a:latin typeface="+mn-lt"/>
                <a:ea typeface="+mn-lt"/>
                <a:cs typeface="+mn-lt"/>
              </a:defRPr>
            </a:lvl9pPr>
          </a:lstStyle>
          <a:p xmlns:a="http://schemas.openxmlformats.org/drawingml/2006/main">
            <a:pPr algn="l">
              <a:buNone/>
            </a:pPr>
            <a:r>
              <a:rPr b="0">
                <a:solidFill>
                  <a:schemeClr val="tx1"/>
                </a:solidFill>
              </a:rPr>
              <a:t>© Finanz Informatik </a:t>
            </a:r>
            <a:fld id="{110D32FB-883E-4E31-8B1F-13B1BF8E004F}" type="datetimeyyyy">
              <a:rPr b="0">
                <a:solidFill>
                  <a:schemeClr val="tx1"/>
                </a:solidFill>
              </a:rPr>
              <a:t>2026</a:t>
            </a:fld>
            <a:endParaRPr b="0">
              <a:solidFill>
                <a:schemeClr val="tx1"/>
              </a:solidFill>
            </a:endParaRPr>
          </a:p>
        </p:txBody>
      </p:sp>
      <p:sp>
        <p:nvSpPr>
          <p:cNvPr id="4" name="Datumsplatzhalter 3">
            <a:extLst xmlns:a="http://schemas.openxmlformats.org/drawingml/2006/main">
              <a:ext uri="{FF2B5EF4-FFF2-40B4-BE49-F238E27FC236}">
                <a16:creationId xmlns:a16="http://schemas.microsoft.com/office/drawing/2014/main" id="{ED6ED3F2-0904-81BA-4AB4-15480F2EA762}"/>
              </a:ext>
            </a:extLst>
          </p:cNvPr>
          <p:cNvSpPr>
            <a:spLocks xmlns:a="http://schemas.openxmlformats.org/drawingml/2006/main" noGrp="1"/>
          </p:cNvSpPr>
          <p:nvPr>
            <p:ph type="dt" idx="2"/>
          </p:nvPr>
        </p:nvSpPr>
        <p:spPr>
          <a:xfrm xmlns:a="http://schemas.openxmlformats.org/drawingml/2006/main">
            <a:off x="1559656" y="6573600"/>
            <a:ext cx="1944000" cy="144000"/>
          </a:xfrm>
          <a:prstGeom xmlns:a="http://schemas.openxmlformats.org/drawingml/2006/main" prst="rect">
            <a:avLst/>
          </a:prstGeom>
          <a:noFill xmlns:a="http://schemas.openxmlformats.org/drawingml/2006/main"/>
        </p:spPr>
        <p:txBody>
          <a:bodyPr xmlns:a="http://schemas.openxmlformats.org/drawingml/2006/main" vert="horz" lIns="0" tIns="0" rIns="0" bIns="0" anchor="b"/>
          <a:lstStyle xmlns:a="http://schemas.openxmlformats.org/drawingml/2006/main">
            <a:lvl1pPr algn="l">
              <a:buNone/>
              <a:defRPr sz="800">
                <a:solidFill>
                  <a:schemeClr val="tx1"/>
                </a:solidFill>
                <a:latin typeface="+mn-lt"/>
                <a:ea typeface="+mn-lt"/>
                <a:cs typeface="+mn-lt"/>
              </a:defRPr>
            </a:lvl1pPr>
          </a:lstStyle>
          <a:p xmlns:a="http://schemas.openxmlformats.org/drawingml/2006/main">
            <a:r>
              <a:t>Intern, TT.MM.JJJJ</a:t>
            </a:r>
            <a:endParaRPr sz="8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3cbc877cc74ba7"/>
    <p:sldLayoutId xmlns:r="http://schemas.openxmlformats.org/officeDocument/2006/relationships" id="2147483650" r:id="Rc126a3b898474ef8"/>
    <p:sldLayoutId xmlns:r="http://schemas.openxmlformats.org/officeDocument/2006/relationships" id="2147483651" r:id="Rf205b65ba7ab4649"/>
    <p:sldLayoutId xmlns:r="http://schemas.openxmlformats.org/officeDocument/2006/relationships" id="2147483652" r:id="R3aa8ad995b484398"/>
    <p:sldLayoutId xmlns:r="http://schemas.openxmlformats.org/officeDocument/2006/relationships" id="2147483653" r:id="Radeec1f3e10444e5"/>
    <p:sldLayoutId xmlns:r="http://schemas.openxmlformats.org/officeDocument/2006/relationships" id="2147483654" r:id="R9a2299dfd4c84ee4"/>
    <p:sldLayoutId xmlns:r="http://schemas.openxmlformats.org/officeDocument/2006/relationships" id="2147483655" r:id="R4fc412d0036e42e5"/>
    <p:sldLayoutId xmlns:r="http://schemas.openxmlformats.org/officeDocument/2006/relationships" id="2147483656" r:id="R8591a4cff70c479d"/>
    <p:sldLayoutId xmlns:r="http://schemas.openxmlformats.org/officeDocument/2006/relationships" id="2147483657" r:id="R4361769e0d304b3c"/>
    <p:sldLayoutId xmlns:r="http://schemas.openxmlformats.org/officeDocument/2006/relationships" id="2147483658" r:id="Raa3322dcb853409d"/>
    <p:sldLayoutId xmlns:r="http://schemas.openxmlformats.org/officeDocument/2006/relationships" id="2147483659" r:id="R1b34a11a1af74aaf"/>
    <p:sldLayoutId xmlns:r="http://schemas.openxmlformats.org/officeDocument/2006/relationships" id="2147483660" r:id="Rb8cda322fd324317"/>
    <p:sldLayoutId xmlns:r="http://schemas.openxmlformats.org/officeDocument/2006/relationships" id="2147483661" r:id="Rf595ca4a13e34485"/>
    <p:sldLayoutId xmlns:r="http://schemas.openxmlformats.org/officeDocument/2006/relationships" id="2147483662" r:id="R3e6b427dadd6462a"/>
    <p:sldLayoutId xmlns:r="http://schemas.openxmlformats.org/officeDocument/2006/relationships" id="2147483663" r:id="Rdcfe3b3af16344f4"/>
    <p:sldLayoutId xmlns:r="http://schemas.openxmlformats.org/officeDocument/2006/relationships" id="2147483664" r:id="Rbe233eb26a7f4ba1"/>
    <p:sldLayoutId xmlns:r="http://schemas.openxmlformats.org/officeDocument/2006/relationships" id="2147483665" r:id="R97e5e7c3c57f456d"/>
    <p:sldLayoutId xmlns:r="http://schemas.openxmlformats.org/officeDocument/2006/relationships" id="2147483666" r:id="Rb7dfaac9fce94d9e"/>
    <p:sldLayoutId xmlns:r="http://schemas.openxmlformats.org/officeDocument/2006/relationships" id="2147483667" r:id="R04c8ecb9bfc94df8"/>
    <p:sldLayoutId xmlns:r="http://schemas.openxmlformats.org/officeDocument/2006/relationships" id="2147483668" r:id="R9b3feb8122254375"/>
    <p:sldLayoutId xmlns:r="http://schemas.openxmlformats.org/officeDocument/2006/relationships" id="2147483669" r:id="R1c519639d1e647e3"/>
    <p:sldLayoutId xmlns:r="http://schemas.openxmlformats.org/officeDocument/2006/relationships" id="2147483670" r:id="Ra9e0b2ed46e34f7f"/>
    <p:sldLayoutId xmlns:r="http://schemas.openxmlformats.org/officeDocument/2006/relationships" id="2147483671" r:id="Re8168409ba274aaf"/>
    <p:sldLayoutId xmlns:r="http://schemas.openxmlformats.org/officeDocument/2006/relationships" id="2147483672" r:id="Rd42e6a68da184b95"/>
    <p:sldLayoutId xmlns:r="http://schemas.openxmlformats.org/officeDocument/2006/relationships" id="2147483673" r:id="R15792a9ef6384bea"/>
    <p:sldLayoutId xmlns:r="http://schemas.openxmlformats.org/officeDocument/2006/relationships" id="2147483674" r:id="R41097e3e461f463b"/>
    <p:sldLayoutId xmlns:r="http://schemas.openxmlformats.org/officeDocument/2006/relationships" id="2147483675" r:id="Rfc7f8975372a457b"/>
    <p:sldLayoutId xmlns:r="http://schemas.openxmlformats.org/officeDocument/2006/relationships" id="2147483676" r:id="R4f60dfa33ba140b2"/>
    <p:sldLayoutId xmlns:r="http://schemas.openxmlformats.org/officeDocument/2006/relationships" id="2147483677" r:id="R0c11e9cd298b42d8"/>
    <p:sldLayoutId xmlns:r="http://schemas.openxmlformats.org/officeDocument/2006/relationships" id="2147483678" r:id="Re060dcd2926d4605"/>
    <p:sldLayoutId xmlns:r="http://schemas.openxmlformats.org/officeDocument/2006/relationships" id="2147483679" r:id="R5de70961fdcf4656"/>
    <p:sldLayoutId xmlns:r="http://schemas.openxmlformats.org/officeDocument/2006/relationships" id="2147483680" r:id="R0be9f06688f24a54"/>
    <p:sldLayoutId xmlns:r="http://schemas.openxmlformats.org/officeDocument/2006/relationships" id="2147483681" r:id="R61cc701799d84916"/>
    <p:sldLayoutId xmlns:r="http://schemas.openxmlformats.org/officeDocument/2006/relationships" id="2147483682" r:id="R1e07feb466b74315"/>
    <p:sldLayoutId xmlns:r="http://schemas.openxmlformats.org/officeDocument/2006/relationships" id="2147483683" r:id="Refe5a3815b1e47a2"/>
    <p:sldLayoutId xmlns:r="http://schemas.openxmlformats.org/officeDocument/2006/relationships" id="2147483684" r:id="Rabb128248bd84ece"/>
  </p:sldLayoutIdLst>
  <p:hf hdr="0"/>
  <p:txStyles>
    <p:titleStyle>
      <a:lvl1pPr xmlns:a="http://schemas.openxmlformats.org/drawingml/2006/main" marL="0" algn="l" defTabSz="914115">
        <a:lnSpc>
          <a:spcPct val="95000"/>
        </a:lnSpc>
        <a:spcBef>
          <a:spcPct val="0"/>
        </a:spcBef>
        <a:buNone/>
        <a:tabLst>
          <a:tab pos="8061482" algn="r"/>
        </a:tabLst>
        <a:defRPr sz="3600" b="0" kern="1200">
          <a:solidFill>
            <a:schemeClr val="bg2"/>
          </a:solidFill>
          <a:latin typeface="+mj-lt"/>
          <a:ea typeface="+mj-lt"/>
          <a:cs typeface="+mj-lt"/>
        </a:defRPr>
      </a:lvl1pPr>
    </p:titleStyle>
    <p:bodyStyle>
      <a:lvl1pPr xmlns:a="http://schemas.openxmlformats.org/drawingml/2006/main" marL="0" indent="0" algn="l" defTabSz="914115">
        <a:lnSpc>
          <a:spcPct val="110000"/>
        </a:lnSpc>
        <a:spcBef>
          <a:spcPts val="0"/>
        </a:spcBef>
        <a:spcAft>
          <a:spcPts val="600"/>
        </a:spcAft>
        <a:buFont typeface="Arial"/>
        <a:buNone/>
        <a:defRPr sz="1800" b="0" kern="1200">
          <a:solidFill>
            <a:schemeClr val="tx1"/>
          </a:solidFill>
          <a:latin typeface="+mj-lt"/>
          <a:ea typeface="+mj-lt"/>
          <a:cs typeface="+mj-lt"/>
        </a:defRPr>
      </a:lvl1pPr>
      <a:lvl2pPr xmlns:a="http://schemas.openxmlformats.org/drawingml/2006/main" marL="0" indent="0" algn="l" defTabSz="914115">
        <a:lnSpc>
          <a:spcPct val="110000"/>
        </a:lnSpc>
        <a:spcBef>
          <a:spcPts val="0"/>
        </a:spcBef>
        <a:spcAft>
          <a:spcPts val="600"/>
        </a:spcAft>
        <a:buFont typeface="Arial"/>
        <a:buNone/>
        <a:defRPr sz="1600" b="0" kern="1200">
          <a:solidFill>
            <a:schemeClr val="tx1"/>
          </a:solidFill>
          <a:latin typeface="+mn-lt"/>
          <a:ea typeface="+mn-lt"/>
          <a:cs typeface="+mn-lt"/>
        </a:defRPr>
      </a:lvl2pPr>
      <a:lvl3pPr xmlns:a="http://schemas.openxmlformats.org/drawingml/2006/main" marL="179944"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3pPr>
      <a:lvl4pPr xmlns:a="http://schemas.openxmlformats.org/drawingml/2006/main" marL="359888"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4pPr>
      <a:lvl5pPr xmlns:a="http://schemas.openxmlformats.org/drawingml/2006/main" marL="540000"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5pPr>
      <a:lvl6pPr xmlns:a="http://schemas.openxmlformats.org/drawingml/2006/main" marL="0" indent="0" algn="l" defTabSz="914115">
        <a:lnSpc>
          <a:spcPct val="110000"/>
        </a:lnSpc>
        <a:spcBef>
          <a:spcPts val="0"/>
        </a:spcBef>
        <a:spcAft>
          <a:spcPts val="600"/>
        </a:spcAft>
        <a:buFont typeface="Arial"/>
        <a:buNone/>
        <a:defRPr sz="1400" kern="1200" baseline="0">
          <a:solidFill>
            <a:schemeClr val="tx1"/>
          </a:solidFill>
          <a:latin typeface="+mj-lt"/>
          <a:ea typeface="+mj-lt"/>
          <a:cs typeface="+mj-lt"/>
        </a:defRPr>
      </a:lvl6pPr>
      <a:lvl7pPr xmlns:a="http://schemas.openxmlformats.org/drawingml/2006/main" marL="0" indent="0" algn="l" defTabSz="914115">
        <a:lnSpc>
          <a:spcPct val="110000"/>
        </a:lnSpc>
        <a:spcBef>
          <a:spcPts val="0"/>
        </a:spcBef>
        <a:spcAft>
          <a:spcPts val="600"/>
        </a:spcAft>
        <a:buFont typeface="Arial"/>
        <a:buNone/>
        <a:defRPr sz="1200" kern="1200" baseline="0">
          <a:solidFill>
            <a:schemeClr val="tx1"/>
          </a:solidFill>
          <a:latin typeface="+mn-lt"/>
          <a:ea typeface="+mn-lt"/>
          <a:cs typeface="+mn-lt"/>
        </a:defRPr>
      </a:lvl7pPr>
      <a:lvl8pPr xmlns:a="http://schemas.openxmlformats.org/drawingml/2006/main" marL="144000" indent="-144000" algn="l" defTabSz="914115">
        <a:lnSpc>
          <a:spcPct val="110000"/>
        </a:lnSpc>
        <a:spcBef>
          <a:spcPts val="0"/>
        </a:spcBef>
        <a:spcAft>
          <a:spcPts val="600"/>
        </a:spcAft>
        <a:buClr>
          <a:schemeClr val="bg2"/>
        </a:buClr>
        <a:buFont typeface="Arial"/>
        <a:buChar char="•"/>
        <a:defRPr sz="1200" kern="1200" baseline="0">
          <a:solidFill>
            <a:schemeClr val="tx1"/>
          </a:solidFill>
          <a:latin typeface="+mn-lt"/>
          <a:ea typeface="+mn-lt"/>
          <a:cs typeface="+mn-lt"/>
        </a:defRPr>
      </a:lvl8pPr>
      <a:lvl9pPr xmlns:a="http://schemas.openxmlformats.org/drawingml/2006/main" marL="288000" indent="-144000" algn="l" defTabSz="914115">
        <a:lnSpc>
          <a:spcPct val="110000"/>
        </a:lnSpc>
        <a:spcBef>
          <a:spcPts val="0"/>
        </a:spcBef>
        <a:spcAft>
          <a:spcPts val="600"/>
        </a:spcAft>
        <a:buClr>
          <a:schemeClr val="bg2"/>
        </a:buClr>
        <a:buFont typeface="Arial"/>
        <a:buChar char="•"/>
        <a:defRPr sz="1200" kern="1200" baseline="0">
          <a:solidFill>
            <a:schemeClr val="tx1"/>
          </a:solidFill>
          <a:latin typeface="+mn-lt"/>
          <a:ea typeface="+mn-lt"/>
          <a:cs typeface="+mn-lt"/>
        </a:defRPr>
      </a:lvl9pPr>
    </p:bodyStyle>
    <p:otherStyle>
      <a:lvl1pPr xmlns:a="http://schemas.openxmlformats.org/drawingml/2006/main" marL="0" algn="l" defTabSz="914115">
        <a:buNone/>
        <a:defRPr sz="1600" kern="1200">
          <a:solidFill>
            <a:schemeClr val="tx1"/>
          </a:solidFill>
          <a:latin typeface="+mn-lt"/>
          <a:ea typeface="+mn-lt"/>
          <a:cs typeface="+mn-lt"/>
        </a:defRPr>
      </a:lvl1pPr>
      <a:lvl2pPr xmlns:a="http://schemas.openxmlformats.org/drawingml/2006/main" marL="457058" algn="l" defTabSz="914115">
        <a:buNone/>
        <a:defRPr sz="1600" kern="1200">
          <a:solidFill>
            <a:schemeClr val="tx1"/>
          </a:solidFill>
          <a:latin typeface="+mn-lt"/>
          <a:ea typeface="+mn-lt"/>
          <a:cs typeface="+mn-lt"/>
        </a:defRPr>
      </a:lvl2pPr>
      <a:lvl3pPr xmlns:a="http://schemas.openxmlformats.org/drawingml/2006/main" marL="914115" algn="l" defTabSz="914115">
        <a:buNone/>
        <a:defRPr sz="1600" kern="1200">
          <a:solidFill>
            <a:schemeClr val="tx1"/>
          </a:solidFill>
          <a:latin typeface="+mn-lt"/>
          <a:ea typeface="+mn-lt"/>
          <a:cs typeface="+mn-lt"/>
        </a:defRPr>
      </a:lvl3pPr>
      <a:lvl4pPr xmlns:a="http://schemas.openxmlformats.org/drawingml/2006/main" marL="1371172" algn="l" defTabSz="914115">
        <a:buNone/>
        <a:defRPr sz="1600" kern="1200">
          <a:solidFill>
            <a:schemeClr val="tx1"/>
          </a:solidFill>
          <a:latin typeface="+mn-lt"/>
          <a:ea typeface="+mn-lt"/>
          <a:cs typeface="+mn-lt"/>
        </a:defRPr>
      </a:lvl4pPr>
      <a:lvl5pPr xmlns:a="http://schemas.openxmlformats.org/drawingml/2006/main" marL="1828228" algn="l" defTabSz="914115">
        <a:buNone/>
        <a:defRPr sz="1600" kern="1200">
          <a:solidFill>
            <a:schemeClr val="tx1"/>
          </a:solidFill>
          <a:latin typeface="+mn-lt"/>
          <a:ea typeface="+mn-lt"/>
          <a:cs typeface="+mn-lt"/>
        </a:defRPr>
      </a:lvl5pPr>
      <a:lvl6pPr xmlns:a="http://schemas.openxmlformats.org/drawingml/2006/main" marL="2285286" algn="l" defTabSz="914115">
        <a:buNone/>
        <a:defRPr sz="1600" kern="1200">
          <a:solidFill>
            <a:schemeClr val="tx1"/>
          </a:solidFill>
          <a:latin typeface="+mn-lt"/>
          <a:ea typeface="+mn-lt"/>
          <a:cs typeface="+mn-lt"/>
        </a:defRPr>
      </a:lvl6pPr>
      <a:lvl7pPr xmlns:a="http://schemas.openxmlformats.org/drawingml/2006/main" marL="2742343" algn="l" defTabSz="914115">
        <a:buNone/>
        <a:defRPr sz="1600" kern="1200">
          <a:solidFill>
            <a:schemeClr val="tx1"/>
          </a:solidFill>
          <a:latin typeface="+mn-lt"/>
          <a:ea typeface="+mn-lt"/>
          <a:cs typeface="+mn-lt"/>
        </a:defRPr>
      </a:lvl7pPr>
      <a:lvl8pPr xmlns:a="http://schemas.openxmlformats.org/drawingml/2006/main" marL="3199401" algn="l" defTabSz="914115">
        <a:buNone/>
        <a:defRPr sz="1600" kern="1200">
          <a:solidFill>
            <a:schemeClr val="tx1"/>
          </a:solidFill>
          <a:latin typeface="+mn-lt"/>
          <a:ea typeface="+mn-lt"/>
          <a:cs typeface="+mn-lt"/>
        </a:defRPr>
      </a:lvl8pPr>
      <a:lvl9pPr xmlns:a="http://schemas.openxmlformats.org/drawingml/2006/main" marL="3656458" algn="l" defTabSz="914115">
        <a:buNone/>
        <a:defRPr sz="160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1389">
          <p15:clr>
            <a:srgbClr xmlns:a="http://schemas.openxmlformats.org/drawingml/2006/main" val="F26B43"/>
          </p15:clr>
        </p15:guide>
        <p15:guide id="3" orient="horz" pos="3974">
          <p15:clr>
            <a:srgbClr xmlns:a="http://schemas.openxmlformats.org/drawingml/2006/main" val="F26B43"/>
          </p15:clr>
        </p15:guide>
        <p15:guide id="4" pos="438">
          <p15:clr>
            <a:srgbClr xmlns:a="http://schemas.openxmlformats.org/drawingml/2006/main" val="F26B43"/>
          </p15:clr>
        </p15:guide>
        <p15:guide id="5" pos="7287">
          <p15:clr>
            <a:srgbClr xmlns:a="http://schemas.openxmlformats.org/drawingml/2006/main" val="F26B43"/>
          </p15:clr>
        </p15:guide>
        <p15:guide id="6" orient="horz" pos="572">
          <p15:clr>
            <a:srgbClr xmlns:a="http://schemas.openxmlformats.org/drawingml/2006/main" val="F26B43"/>
          </p15:clr>
        </p15:guide>
        <p15:guide id="7" pos="166" userDrawn="1">
          <p15:clr>
            <a:srgbClr xmlns:a="http://schemas.openxmlformats.org/drawingml/2006/main" val="F26B43"/>
          </p15:clr>
        </p15:guide>
        <p15:guide id="8" pos="7514" userDrawn="1">
          <p15:clr>
            <a:srgbClr xmlns:a="http://schemas.openxmlformats.org/drawingml/2006/main" val="F26B43"/>
          </p15:clr>
        </p15:guide>
      </p15:sldGuideLst>
    </p:ext>
  </p:extLst>
</p:sldMaster>
</file>

<file path=ppt/slideMasters/theme/theme2.xml><?xml version="1.0" encoding="utf-8"?>
<a:theme xmlns:a="http://schemas.openxmlformats.org/drawingml/2006/main" name="Explain">
  <a:themeElements>
    <a:clrScheme name="//FI_2025_EXPLAIN">
      <a:dk1>
        <a:srgbClr val="000000"/>
      </a:dk1>
      <a:lt1>
        <a:srgbClr val="FFFFFF"/>
      </a:lt1>
      <a:dk2>
        <a:srgbClr val="D9D9D9"/>
      </a:dk2>
      <a:lt2>
        <a:srgbClr val="EE0000"/>
      </a:lt2>
      <a:accent1>
        <a:srgbClr val="FFC900"/>
      </a:accent1>
      <a:accent2>
        <a:srgbClr val="FF8F00"/>
      </a:accent2>
      <a:accent3>
        <a:srgbClr val="9B348E"/>
      </a:accent3>
      <a:accent4>
        <a:srgbClr val="2C57D2"/>
      </a:accent4>
      <a:accent5>
        <a:srgbClr val="00ACD3"/>
      </a:accent5>
      <a:accent6>
        <a:srgbClr val="009864"/>
      </a:accent6>
      <a:hlink>
        <a:srgbClr val="EE0000"/>
      </a:hlink>
      <a:folHlink>
        <a:srgbClr val="444B52"/>
      </a:folHlink>
    </a:clrScheme>
    <a:fontScheme name="// FI 2025 EXPLAIN">
      <a:majorFont>
        <a:latin typeface="Sparkasse Head"/>
        <a:ea typeface=""/>
        <a:cs typeface=""/>
      </a:majorFont>
      <a:minorFont>
        <a:latin typeface="Sparkasse Lt"/>
        <a:ea typeface=""/>
        <a:cs typeface=""/>
      </a:minorFont>
    </a:fontScheme>
    <a:fmtScheme name="//FI_2025_EXPLAI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bbd8ff7f5c14b79" /><Relationship Type="http://schemas.openxmlformats.org/officeDocument/2006/relationships/notesSlide" Target="/ppt/notesSlides/notesSlide1.xml" Id="Rb248335c91f5487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0.xml" Id="R6a43906ab72c47f1" /><Relationship Type="http://schemas.openxmlformats.org/officeDocument/2006/relationships/notesSlide" Target="/ppt/notesSlides/notesSlide2.xml" Id="Re450e0e7bc9f465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0.xml" Id="R61e1d4cb5fd94df4" /><Relationship Type="http://schemas.openxmlformats.org/officeDocument/2006/relationships/notesSlide" Target="/ppt/notesSlides/notesSlide3.xml" Id="Rde223324577449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0.xml" Id="R4df81f3880f34e90" /><Relationship Type="http://schemas.openxmlformats.org/officeDocument/2006/relationships/notesSlide" Target="/ppt/notesSlides/notesSlide4.xml" Id="Rf70156d811d6459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1.xml" Id="R14c1d02ef9004c79" /><Relationship Type="http://schemas.openxmlformats.org/officeDocument/2006/relationships/notesSlide" Target="/ppt/notesSlides/notesSlide5.xml" Id="Rf09ca05e53d745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0.xml" Id="Rb5074ea25d374777" /><Relationship Type="http://schemas.openxmlformats.org/officeDocument/2006/relationships/notesSlide" Target="/ppt/notesSlides/notesSlide6.xml" Id="R3ba4cbda428b48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0.xml" Id="R9e39e7089c334961" /><Relationship Type="http://schemas.openxmlformats.org/officeDocument/2006/relationships/notesSlide" Target="/ppt/notesSlides/notesSlide7.xml" Id="Rb572d445584348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0.xml" Id="R0ae57ccf755a45a8" /><Relationship Type="http://schemas.openxmlformats.org/officeDocument/2006/relationships/notesSlide" Target="/ppt/notesSlides/notesSlide8.xml" Id="R9e5e07a79c78421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0.xml" Id="Rb1e37eb9c5284f0d" /><Relationship Type="http://schemas.openxmlformats.org/officeDocument/2006/relationships/notesSlide" Target="/ppt/notesSlides/notesSlide9.xml" Id="R20479854a594445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1.xml" Id="R87139fa1a83240e0" /><Relationship Type="http://schemas.openxmlformats.org/officeDocument/2006/relationships/notesSlide" Target="/ppt/notesSlides/notesSlide10.xml" Id="R8381f0d6ceb84a7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6" name="Titel 5">
            <a:extLst xmlns:a="http://schemas.openxmlformats.org/drawingml/2006/main">
              <a:ext uri="{FF2B5EF4-FFF2-40B4-BE49-F238E27FC236}">
                <a16:creationId xmlns:a16="http://schemas.microsoft.com/office/drawing/2014/main" id="{76B5B3D6-4E8D-8AA5-E46D-406072B5525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Der neue Prozess für M/Text-Ressourcen</a:t>
            </a:r>
            <a:endParaRPr/>
          </a:p>
        </p:txBody>
      </p:sp>
      <p:sp>
        <p:nvSpPr>
          <p:cNvPr id="7" name="Untertitel 6">
            <a:extLst xmlns:a="http://schemas.openxmlformats.org/drawingml/2006/main">
              <a:ext uri="{FF2B5EF4-FFF2-40B4-BE49-F238E27FC236}">
                <a16:creationId xmlns:a16="http://schemas.microsoft.com/office/drawing/2014/main" id="{F71D67F5-598D-9754-A8E5-F893EB057691}"/>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r>
              <a:t>Von der Änderung bis zur Mainframe-Lieferung mit Git und GitHub Actions</a:t>
            </a:r>
            <a:endParaRPr/>
          </a:p>
        </p:txBody>
      </p:sp>
      <p:sp>
        <p:nvSpPr>
          <p:cNvPr id="4" name="Datumsplatzhalter 3">
            <a:extLst xmlns:a="http://schemas.openxmlformats.org/drawingml/2006/main">
              <a:ext uri="{FF2B5EF4-FFF2-40B4-BE49-F238E27FC236}">
                <a16:creationId xmlns:a16="http://schemas.microsoft.com/office/drawing/2014/main" id="{7785B14F-4B43-E6DE-ECB5-4E834CCCA6CD}"/>
              </a:ext>
            </a:extLst>
          </p:cNvPr>
          <p:cNvSpPr>
            <a:spLocks xmlns:a="http://schemas.openxmlformats.org/drawingml/2006/main" noGrp="1"/>
          </p:cNvSpPr>
          <p:nvPr>
            <p:ph type="dt" idx="28"/>
          </p:nvPr>
        </p:nvSpPr>
        <p:spPr>
          <a:xfrm xmlns:a="http://schemas.openxmlformats.org/drawingml/2006/main">
            <a:off x="1199456" y="6573600"/>
            <a:ext cx="1944000" cy="144000"/>
          </a:xfrm>
        </p:spPr>
        <p:txBody>
          <a:bodyPr xmlns:a="http://schemas.openxmlformats.org/drawingml/2006/main"/>
          <a:lstStyle xmlns:a="http://schemas.openxmlformats.org/drawingml/2006/main"/>
          <a:p xmlns:a="http://schemas.openxmlformats.org/drawingml/2006/main">
            <a:r>
              <a:t>Intern, 06.08.2026</a:t>
            </a:r>
            <a:endParaRPr/>
          </a:p>
        </p:txBody>
      </p:sp>
    </p:spTree>
    <p:extLst>
      <p:ext uri="{BB962C8B-B14F-4D97-AF65-F5344CB8AC3E}">
        <p14:creationId xmlns:p14="http://schemas.microsoft.com/office/powerpoint/2010/main" val="96100403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platzhalter 1">
            <a:extLst xmlns:a="http://schemas.openxmlformats.org/drawingml/2006/main">
              <a:ext uri="{FF2B5EF4-FFF2-40B4-BE49-F238E27FC236}">
                <a16:creationId xmlns:a16="http://schemas.microsoft.com/office/drawing/2014/main" id="{A421A364-6E2A-AC32-62E6-72EAF610ECD2}"/>
              </a:ext>
            </a:extLst>
          </p:cNvPr>
          <p:cNvSpPr>
            <a:spLocks xmlns:a="http://schemas.openxmlformats.org/drawingml/2006/main" noGrp="1"/>
          </p:cNvSpPr>
          <p:nvPr>
            <p:ph type="body" idx="26"/>
          </p:nvPr>
        </p:nvSpPr>
        <p:spPr>
          <a:xfrm xmlns:a="http://schemas.openxmlformats.org/drawingml/2006/main">
            <a:off x="695401" y="548680"/>
            <a:ext cx="10296000" cy="288000"/>
          </a:xfrm>
        </p:spPr>
        <p:txBody>
          <a:bodyPr xmlns:a="http://schemas.openxmlformats.org/drawingml/2006/main"/>
          <a:lstStyle xmlns:a="http://schemas.openxmlformats.org/drawingml/2006/main"/>
          <a:p xmlns:a="http://schemas.openxmlformats.org/drawingml/2006/main">
            <a:r>
              <a:t>Überblick</a:t>
            </a:r>
          </a:p>
        </p:txBody>
      </p:sp>
      <p:sp>
        <p:nvSpPr>
          <p:cNvPr id="3" name="Titel 2">
            <a:extLst xmlns:a="http://schemas.openxmlformats.org/drawingml/2006/main">
              <a:ext uri="{FF2B5EF4-FFF2-40B4-BE49-F238E27FC236}">
                <a16:creationId xmlns:a16="http://schemas.microsoft.com/office/drawing/2014/main" id="{7C7778AC-2811-BAB4-059B-E0F0B8369F36}"/>
              </a:ext>
            </a:extLst>
          </p:cNvPr>
          <p:cNvSpPr>
            <a:spLocks xmlns:a="http://schemas.openxmlformats.org/drawingml/2006/main" noGrp="1"/>
          </p:cNvSpPr>
          <p:nvPr>
            <p:ph type="title" idx="0"/>
          </p:nvPr>
        </p:nvSpPr>
        <p:spPr>
          <a:xfrm xmlns:a="http://schemas.openxmlformats.org/drawingml/2006/main">
            <a:off x="695325" y="908720"/>
            <a:ext cx="10872788" cy="576064"/>
          </a:xfrm>
        </p:spPr>
        <p:txBody>
          <a:bodyPr xmlns:a="http://schemas.openxmlformats.org/drawingml/2006/main"/>
          <a:lstStyle xmlns:a="http://schemas.openxmlformats.org/drawingml/2006/main"/>
          <a:p xmlns:a="http://schemas.openxmlformats.org/drawingml/2006/main">
            <a:r>
              <a:t>Git und GitHub Actions ersetzen SVN und Jenkins</a:t>
            </a:r>
          </a:p>
        </p:txBody>
      </p:sp>
      <p:sp>
        <p:nvSpPr>
          <p:cNvPr id="4" name="Textplatzhalter 3">
            <a:extLst xmlns:a="http://schemas.openxmlformats.org/drawingml/2006/main">
              <a:ext uri="{FF2B5EF4-FFF2-40B4-BE49-F238E27FC236}">
                <a16:creationId xmlns:a16="http://schemas.microsoft.com/office/drawing/2014/main" id="{3836E7D1-990B-3E4E-F5E0-CB2242982B78}"/>
              </a:ext>
            </a:extLst>
          </p:cNvPr>
          <p:cNvSpPr>
            <a:spLocks xmlns:a="http://schemas.openxmlformats.org/drawingml/2006/main" noGrp="1"/>
          </p:cNvSpPr>
          <p:nvPr>
            <p:ph type="body" idx="27"/>
          </p:nvPr>
        </p:nvSpPr>
        <p:spPr>
          <a:xfrm xmlns:a="http://schemas.openxmlformats.org/drawingml/2006/main">
            <a:off x="695401" y="1484784"/>
            <a:ext cx="10872712" cy="504000"/>
          </a:xfrm>
        </p:spPr>
        <p:txBody>
          <a:bodyPr xmlns:a="http://schemas.openxmlformats.org/drawingml/2006/main"/>
          <a:lstStyle xmlns:a="http://schemas.openxmlformats.org/drawingml/2006/main"/>
          <a:p xmlns:a="http://schemas.openxmlformats.org/drawingml/2006/main">
            <a:r>
              <a:t>Die vertrauten M/Text-Ziele und die Mainframe-Lieferung bleiben erhalten</a:t>
            </a:r>
          </a:p>
        </p:txBody>
      </p:sp>
      <p:sp>
        <p:nvSpPr>
          <p:cNvPr id="5" name="Foliennummernplatzhalter 4">
            <a:extLst xmlns:a="http://schemas.openxmlformats.org/drawingml/2006/main">
              <a:ext uri="{FF2B5EF4-FFF2-40B4-BE49-F238E27FC236}">
                <a16:creationId xmlns:a16="http://schemas.microsoft.com/office/drawing/2014/main" id="{A8492505-0818-7713-0384-3FBD39951901}"/>
              </a:ext>
            </a:extLst>
          </p:cNvPr>
          <p:cNvSpPr>
            <a:spLocks xmlns:a="http://schemas.openxmlformats.org/drawingml/2006/main" noGrp="1"/>
          </p:cNvSpPr>
          <p:nvPr>
            <p:ph type="sldNum" idx="24"/>
          </p:nvPr>
        </p:nvSpPr>
        <p:spPr>
          <a:xfrm xmlns:a="http://schemas.openxmlformats.org/drawingml/2006/main">
            <a:off x="11280745" y="6573600"/>
            <a:ext cx="647903" cy="144000"/>
          </a:xfrm>
        </p:spPr>
        <p:txBody>
          <a:bodyPr xmlns:a="http://schemas.openxmlformats.org/drawingml/2006/main"/>
          <a:lstStyle xmlns:a="http://schemas.openxmlformats.org/drawingml/2006/main"/>
          <a:p xmlns:a="http://schemas.openxmlformats.org/drawingml/2006/main">
            <a:r>
              <a:t>Seite 2</a:t>
            </a:r>
            <a:endParaRPr/>
          </a:p>
        </p:txBody>
      </p:sp>
      <p:sp>
        <p:nvSpPr>
          <p:cNvPr id="23" name="Datumsplatzhalter 22">
            <a:extLst xmlns:a="http://schemas.openxmlformats.org/drawingml/2006/main">
              <a:ext uri="{FF2B5EF4-FFF2-40B4-BE49-F238E27FC236}">
                <a16:creationId xmlns:a16="http://schemas.microsoft.com/office/drawing/2014/main" id="{73CDDF3E-97EE-9B91-4F88-73E1A44C6BB2}"/>
              </a:ext>
            </a:extLst>
          </p:cNvPr>
          <p:cNvSpPr>
            <a:spLocks xmlns:a="http://schemas.openxmlformats.org/drawingml/2006/main" noGrp="1"/>
          </p:cNvSpPr>
          <p:nvPr>
            <p:ph type="dt" idx="29"/>
          </p:nvPr>
        </p:nvSpPr>
        <p:spPr>
          <a:xfrm xmlns:a="http://schemas.openxmlformats.org/drawingml/2006/main">
            <a:off x="1559656" y="6573600"/>
            <a:ext cx="1944000" cy="144000"/>
          </a:xfrm>
        </p:spPr>
        <p:txBody>
          <a:bodyPr xmlns:a="http://schemas.openxmlformats.org/drawingml/2006/main"/>
          <a:lstStyle xmlns:a="http://schemas.openxmlformats.org/drawingml/2006/main"/>
          <a:p xmlns:a="http://schemas.openxmlformats.org/drawingml/2006/main">
            <a:r>
              <a:t>Intern, 06.08.2026</a:t>
            </a:r>
            <a:endParaRPr/>
          </a:p>
        </p:txBody>
      </p:sp>
      <p:sp>
        <p:nvSpPr>
          <p:cNvPr id="7" name="Banderole">
            <a:extLst xmlns:a="http://schemas.openxmlformats.org/drawingml/2006/main">
              <a:ext uri="{FF2B5EF4-FFF2-40B4-BE49-F238E27FC236}">
                <a16:creationId xmlns:a16="http://schemas.microsoft.com/office/drawing/2014/main" id="{F1F17850-2A60-751A-BEC2-048DF7927291}"/>
              </a:ext>
            </a:extLst>
          </p:cNvPr>
          <p:cNvSpPr>
            <a:spLocks xmlns:a="http://schemas.openxmlformats.org/drawingml/2006/main" noGrp="1"/>
          </p:cNvSpPr>
          <p:nvPr/>
        </p:nvSpPr>
        <p:spPr>
          <a:xfrm xmlns:a="http://schemas.openxmlformats.org/drawingml/2006/main">
            <a:off x="695400" y="2205038"/>
            <a:ext cx="2447851" cy="3240000"/>
          </a:xfrm>
          <a:prstGeom xmlns:a="http://schemas.openxmlformats.org/drawingml/2006/main" prst="round2DiagRect">
            <a:avLst>
              <a:gd name="adj1" fmla="val 24903"/>
              <a:gd name="adj2" fmla="val 0"/>
            </a:avLst>
          </a:prstGeom>
          <a:gradFill xmlns:a="http://schemas.openxmlformats.org/drawingml/2006/main">
            <a:gsLst>
              <a:gs pos="78000">
                <a:schemeClr val="bg2"/>
              </a:gs>
              <a:gs pos="0">
                <a:srgbClr val="9B348E"/>
              </a:gs>
              <a:gs pos="37000">
                <a:schemeClr val="bg2"/>
              </a:gs>
            </a:gsLst>
            <a:lin ang="12600000" scaled="0"/>
          </a:gradFill>
        </p:spPr>
        <p:txBody>
          <a:bodyPr xmlns:a="http://schemas.openxmlformats.org/drawingml/2006/main" wrap="square" lIns="216000" tIns="720000" rIns="216000" bIns="216000" anchor="t">
            <a:noAutofit/>
          </a:bodyPr>
          <a:lstStyle xmlns:a="http://schemas.openxmlformats.org/drawingml/2006/main">
            <a:lvl1pPr marL="0" indent="0" algn="l" defTabSz="914115">
              <a:lnSpc>
                <a:spcPct val="110000"/>
              </a:lnSpc>
              <a:spcBef>
                <a:spcPts val="0"/>
              </a:spcBef>
              <a:spcAft>
                <a:spcPts val="600"/>
              </a:spcAft>
              <a:buFont typeface="Arial"/>
              <a:buNone/>
              <a:defRPr sz="1800" b="0" kern="1200">
                <a:solidFill>
                  <a:schemeClr val="bg1"/>
                </a:solidFill>
                <a:latin typeface="+mj-lt"/>
                <a:ea typeface="+mj-lt"/>
                <a:cs typeface="+mj-lt"/>
              </a:defRPr>
            </a:lvl1pPr>
            <a:lvl2pPr marL="0" indent="0" algn="l" defTabSz="914115">
              <a:lnSpc>
                <a:spcPct val="110000"/>
              </a:lnSpc>
              <a:spcBef>
                <a:spcPts val="0"/>
              </a:spcBef>
              <a:spcAft>
                <a:spcPts val="600"/>
              </a:spcAft>
              <a:buFont typeface="Arial"/>
              <a:buNone/>
              <a:defRPr sz="1600" b="0" kern="1200">
                <a:solidFill>
                  <a:schemeClr val="bg1"/>
                </a:solidFill>
                <a:latin typeface="+mn-lt"/>
                <a:ea typeface="+mn-lt"/>
                <a:cs typeface="+mn-lt"/>
              </a:defRPr>
            </a:lvl2pPr>
            <a:lvl3pPr marL="180000" indent="-180000"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3pPr>
            <a:lvl4pPr marL="359888"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4pPr>
            <a:lvl5pPr marL="540000"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5pPr>
            <a:lvl6pPr marL="0" indent="0" algn="l" defTabSz="914115">
              <a:lnSpc>
                <a:spcPct val="110000"/>
              </a:lnSpc>
              <a:spcBef>
                <a:spcPts val="0"/>
              </a:spcBef>
              <a:spcAft>
                <a:spcPts val="600"/>
              </a:spcAft>
              <a:buFont typeface="Arial"/>
              <a:buNone/>
              <a:defRPr sz="1400" kern="1200" baseline="0">
                <a:solidFill>
                  <a:schemeClr val="bg1"/>
                </a:solidFill>
                <a:latin typeface="+mj-lt"/>
                <a:ea typeface="+mj-lt"/>
                <a:cs typeface="+mj-lt"/>
              </a:defRPr>
            </a:lvl6pPr>
            <a:lvl7pPr marL="0" indent="0" algn="l" defTabSz="914115">
              <a:lnSpc>
                <a:spcPct val="110000"/>
              </a:lnSpc>
              <a:spcBef>
                <a:spcPts val="0"/>
              </a:spcBef>
              <a:spcAft>
                <a:spcPts val="600"/>
              </a:spcAft>
              <a:buFont typeface="Arial"/>
              <a:buNone/>
              <a:defRPr sz="1200" kern="1200" baseline="0">
                <a:solidFill>
                  <a:schemeClr val="bg1"/>
                </a:solidFill>
                <a:latin typeface="+mn-lt"/>
                <a:ea typeface="+mn-lt"/>
                <a:cs typeface="+mn-lt"/>
              </a:defRPr>
            </a:lvl7pPr>
            <a:lvl8pPr marL="144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8pPr>
            <a:lvl9pPr marL="288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9pPr>
          </a:lstStyle>
          <a:p xmlns:a="http://schemas.openxmlformats.org/drawingml/2006/main">
            <a:pPr lvl="5">
              <a:buNone/>
            </a:pPr>
            <a:r>
              <a:t>Git statt SVN</a:t>
            </a:r>
            <a:endParaRPr/>
          </a:p>
          <a:p xmlns:a="http://schemas.openxmlformats.org/drawingml/2006/main">
            <a:pPr lvl="6">
              <a:buNone/>
            </a:pPr>
            <a:r>
              <a:t/>
            </a:r>
          </a:p>
          <a:p xmlns:a="http://schemas.openxmlformats.org/drawingml/2006/main">
            <a:pPr lvl="6">
              <a:buNone/>
            </a:pPr>
            <a:r>
              <a:t>Jeder Mandant arbeitet in einem eigenen Repository. Commits und Pull Requests machen Änderungen nachvollziehbar.</a:t>
            </a:r>
          </a:p>
        </p:txBody>
      </p:sp>
      <p:sp>
        <p:nvSpPr>
          <p:cNvPr id="8" name="Textplatzhalter 11">
            <a:extLst xmlns:a="http://schemas.openxmlformats.org/drawingml/2006/main">
              <a:ext uri="{FF2B5EF4-FFF2-40B4-BE49-F238E27FC236}">
                <a16:creationId xmlns:a16="http://schemas.microsoft.com/office/drawing/2014/main" id="{6A2DE57C-94D2-E8FD-A7E6-4CAC0916C59B}"/>
              </a:ext>
            </a:extLst>
          </p:cNvPr>
          <p:cNvSpPr>
            <a:spLocks xmlns:a="http://schemas.openxmlformats.org/drawingml/2006/main" noGrp="1"/>
          </p:cNvSpPr>
          <p:nvPr/>
        </p:nvSpPr>
        <p:spPr>
          <a:xfrm xmlns:a="http://schemas.openxmlformats.org/drawingml/2006/main">
            <a:off x="1055440" y="2492896"/>
            <a:ext cx="432000" cy="432000"/>
          </a:xfrm>
          <a:prstGeom xmlns:a="http://schemas.openxmlformats.org/drawingml/2006/main" prst="ellipse">
            <a:avLst/>
          </a:prstGeom>
          <a:noFill xmlns:a="http://schemas.openxmlformats.org/drawingml/2006/main"/>
          <a:ln xmlns:a="http://schemas.openxmlformats.org/drawingml/2006/main" w="12700">
            <a:solidFill>
              <a:schemeClr val="bg1"/>
            </a:solidFill>
          </a:ln>
        </p:spPr>
        <p:txBody>
          <a:bodyPr xmlns:a="http://schemas.openxmlformats.org/drawingml/2006/main" wrap="none" anchor="ctr"/>
          <a:lstStyle xmlns:a="http://schemas.openxmlformats.org/drawingml/2006/main">
            <a:lvl1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1pPr>
            <a:lvl2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2pPr>
            <a:lvl3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3pPr>
            <a:lvl4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4pPr>
            <a:lvl5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5pPr>
            <a:lvl6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6pPr>
            <a:lvl7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7pPr>
            <a:lvl8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8pPr>
            <a:lvl9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9pPr>
          </a:lstStyle>
          <a:p xmlns:a="http://schemas.openxmlformats.org/drawingml/2006/main">
            <a:r>
              <a:t>1</a:t>
            </a:r>
          </a:p>
        </p:txBody>
      </p:sp>
      <p:sp>
        <p:nvSpPr>
          <p:cNvPr id="9" name="Banderole">
            <a:extLst xmlns:a="http://schemas.openxmlformats.org/drawingml/2006/main">
              <a:ext uri="{FF2B5EF4-FFF2-40B4-BE49-F238E27FC236}">
                <a16:creationId xmlns:a16="http://schemas.microsoft.com/office/drawing/2014/main" id="{6AE18F69-1FF8-9DC0-4D24-0EAB83FEEC46}"/>
              </a:ext>
            </a:extLst>
          </p:cNvPr>
          <p:cNvSpPr>
            <a:spLocks xmlns:a="http://schemas.openxmlformats.org/drawingml/2006/main" noGrp="1"/>
          </p:cNvSpPr>
          <p:nvPr/>
        </p:nvSpPr>
        <p:spPr>
          <a:xfrm xmlns:a="http://schemas.openxmlformats.org/drawingml/2006/main">
            <a:off x="3503712" y="2205038"/>
            <a:ext cx="2447851" cy="3240000"/>
          </a:xfrm>
          <a:prstGeom xmlns:a="http://schemas.openxmlformats.org/drawingml/2006/main" prst="round2DiagRect">
            <a:avLst>
              <a:gd name="adj1" fmla="val 24903"/>
              <a:gd name="adj2" fmla="val 0"/>
            </a:avLst>
          </a:prstGeom>
          <a:gradFill xmlns:a="http://schemas.openxmlformats.org/drawingml/2006/main">
            <a:gsLst>
              <a:gs pos="78000">
                <a:schemeClr val="bg2"/>
              </a:gs>
              <a:gs pos="0">
                <a:srgbClr val="9B348E"/>
              </a:gs>
              <a:gs pos="37000">
                <a:schemeClr val="bg2"/>
              </a:gs>
            </a:gsLst>
            <a:lin ang="12600000" scaled="0"/>
          </a:gradFill>
        </p:spPr>
        <p:txBody>
          <a:bodyPr xmlns:a="http://schemas.openxmlformats.org/drawingml/2006/main" wrap="square" lIns="216000" tIns="720000" rIns="216000" bIns="216000" anchor="t">
            <a:noAutofit/>
          </a:bodyPr>
          <a:lstStyle xmlns:a="http://schemas.openxmlformats.org/drawingml/2006/main">
            <a:lvl1pPr marL="0" indent="0" algn="l" defTabSz="914115">
              <a:lnSpc>
                <a:spcPct val="110000"/>
              </a:lnSpc>
              <a:spcBef>
                <a:spcPts val="0"/>
              </a:spcBef>
              <a:spcAft>
                <a:spcPts val="600"/>
              </a:spcAft>
              <a:buFont typeface="Arial"/>
              <a:buNone/>
              <a:defRPr sz="1800" b="0" kern="1200">
                <a:solidFill>
                  <a:schemeClr val="bg1"/>
                </a:solidFill>
                <a:latin typeface="+mj-lt"/>
                <a:ea typeface="+mj-lt"/>
                <a:cs typeface="+mj-lt"/>
              </a:defRPr>
            </a:lvl1pPr>
            <a:lvl2pPr marL="0" indent="0" algn="l" defTabSz="914115">
              <a:lnSpc>
                <a:spcPct val="110000"/>
              </a:lnSpc>
              <a:spcBef>
                <a:spcPts val="0"/>
              </a:spcBef>
              <a:spcAft>
                <a:spcPts val="600"/>
              </a:spcAft>
              <a:buFont typeface="Arial"/>
              <a:buNone/>
              <a:defRPr sz="1600" b="0" kern="1200">
                <a:solidFill>
                  <a:schemeClr val="bg1"/>
                </a:solidFill>
                <a:latin typeface="+mn-lt"/>
                <a:ea typeface="+mn-lt"/>
                <a:cs typeface="+mn-lt"/>
              </a:defRPr>
            </a:lvl2pPr>
            <a:lvl3pPr marL="180000" indent="-180000"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3pPr>
            <a:lvl4pPr marL="359888"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4pPr>
            <a:lvl5pPr marL="540000"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5pPr>
            <a:lvl6pPr marL="0" indent="0" algn="l" defTabSz="914115">
              <a:lnSpc>
                <a:spcPct val="110000"/>
              </a:lnSpc>
              <a:spcBef>
                <a:spcPts val="0"/>
              </a:spcBef>
              <a:spcAft>
                <a:spcPts val="600"/>
              </a:spcAft>
              <a:buFont typeface="Arial"/>
              <a:buNone/>
              <a:defRPr sz="1400" kern="1200" baseline="0">
                <a:solidFill>
                  <a:schemeClr val="bg1"/>
                </a:solidFill>
                <a:latin typeface="+mj-lt"/>
                <a:ea typeface="+mj-lt"/>
                <a:cs typeface="+mj-lt"/>
              </a:defRPr>
            </a:lvl6pPr>
            <a:lvl7pPr marL="0" indent="0" algn="l" defTabSz="914115">
              <a:lnSpc>
                <a:spcPct val="110000"/>
              </a:lnSpc>
              <a:spcBef>
                <a:spcPts val="0"/>
              </a:spcBef>
              <a:spcAft>
                <a:spcPts val="600"/>
              </a:spcAft>
              <a:buFont typeface="Arial"/>
              <a:buNone/>
              <a:defRPr sz="1200" kern="1200" baseline="0">
                <a:solidFill>
                  <a:schemeClr val="bg1"/>
                </a:solidFill>
                <a:latin typeface="+mn-lt"/>
                <a:ea typeface="+mn-lt"/>
                <a:cs typeface="+mn-lt"/>
              </a:defRPr>
            </a:lvl7pPr>
            <a:lvl8pPr marL="144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8pPr>
            <a:lvl9pPr marL="288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9pPr>
          </a:lstStyle>
          <a:p xmlns:a="http://schemas.openxmlformats.org/drawingml/2006/main">
            <a:pPr lvl="5">
              <a:buNone/>
            </a:pPr>
            <a:r>
              <a:t>GitHub Actions statt Jenkins</a:t>
            </a:r>
          </a:p>
          <a:p xmlns:a="http://schemas.openxmlformats.org/drawingml/2006/main">
            <a:pPr lvl="6">
              <a:buNone/>
            </a:pPr>
            <a:r>
              <a:t/>
            </a:r>
          </a:p>
          <a:p xmlns:a="http://schemas.openxmlformats.org/drawingml/2006/main">
            <a:pPr lvl="6">
              <a:buNone/>
            </a:pPr>
            <a:r>
              <a:t>Trigger-Workflows starten die gemeinsame Automatisierung im zentralen Repository mtext_actions.</a:t>
            </a:r>
          </a:p>
        </p:txBody>
      </p:sp>
      <p:sp>
        <p:nvSpPr>
          <p:cNvPr id="10" name="Textplatzhalter 11">
            <a:extLst xmlns:a="http://schemas.openxmlformats.org/drawingml/2006/main">
              <a:ext uri="{FF2B5EF4-FFF2-40B4-BE49-F238E27FC236}">
                <a16:creationId xmlns:a16="http://schemas.microsoft.com/office/drawing/2014/main" id="{25C9273A-D2EC-37EA-066B-82A74683271B}"/>
              </a:ext>
            </a:extLst>
          </p:cNvPr>
          <p:cNvSpPr>
            <a:spLocks xmlns:a="http://schemas.openxmlformats.org/drawingml/2006/main" noGrp="1"/>
          </p:cNvSpPr>
          <p:nvPr/>
        </p:nvSpPr>
        <p:spPr>
          <a:xfrm xmlns:a="http://schemas.openxmlformats.org/drawingml/2006/main">
            <a:off x="3863752" y="2492896"/>
            <a:ext cx="432000" cy="432000"/>
          </a:xfrm>
          <a:prstGeom xmlns:a="http://schemas.openxmlformats.org/drawingml/2006/main" prst="ellipse">
            <a:avLst/>
          </a:prstGeom>
          <a:noFill xmlns:a="http://schemas.openxmlformats.org/drawingml/2006/main"/>
          <a:ln xmlns:a="http://schemas.openxmlformats.org/drawingml/2006/main" w="12700">
            <a:solidFill>
              <a:schemeClr val="bg1"/>
            </a:solidFill>
          </a:ln>
        </p:spPr>
        <p:txBody>
          <a:bodyPr xmlns:a="http://schemas.openxmlformats.org/drawingml/2006/main" wrap="none" anchor="ctr"/>
          <a:lstStyle xmlns:a="http://schemas.openxmlformats.org/drawingml/2006/main">
            <a:lvl1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1pPr>
            <a:lvl2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2pPr>
            <a:lvl3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3pPr>
            <a:lvl4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4pPr>
            <a:lvl5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5pPr>
            <a:lvl6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6pPr>
            <a:lvl7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7pPr>
            <a:lvl8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8pPr>
            <a:lvl9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9pPr>
          </a:lstStyle>
          <a:p xmlns:a="http://schemas.openxmlformats.org/drawingml/2006/main">
            <a:r>
              <a:t>2</a:t>
            </a:r>
          </a:p>
        </p:txBody>
      </p:sp>
      <p:sp>
        <p:nvSpPr>
          <p:cNvPr id="11" name="Banderole">
            <a:extLst xmlns:a="http://schemas.openxmlformats.org/drawingml/2006/main">
              <a:ext uri="{FF2B5EF4-FFF2-40B4-BE49-F238E27FC236}">
                <a16:creationId xmlns:a16="http://schemas.microsoft.com/office/drawing/2014/main" id="{41103582-F302-9DD9-3442-3D2930EDB8CB}"/>
              </a:ext>
            </a:extLst>
          </p:cNvPr>
          <p:cNvSpPr>
            <a:spLocks xmlns:a="http://schemas.openxmlformats.org/drawingml/2006/main" noGrp="1"/>
          </p:cNvSpPr>
          <p:nvPr/>
        </p:nvSpPr>
        <p:spPr>
          <a:xfrm xmlns:a="http://schemas.openxmlformats.org/drawingml/2006/main">
            <a:off x="6312445" y="2205038"/>
            <a:ext cx="2447851" cy="3240000"/>
          </a:xfrm>
          <a:prstGeom xmlns:a="http://schemas.openxmlformats.org/drawingml/2006/main" prst="round2DiagRect">
            <a:avLst>
              <a:gd name="adj1" fmla="val 24903"/>
              <a:gd name="adj2" fmla="val 0"/>
            </a:avLst>
          </a:prstGeom>
          <a:gradFill xmlns:a="http://schemas.openxmlformats.org/drawingml/2006/main">
            <a:gsLst>
              <a:gs pos="78000">
                <a:schemeClr val="bg2"/>
              </a:gs>
              <a:gs pos="0">
                <a:srgbClr val="9B348E"/>
              </a:gs>
              <a:gs pos="37000">
                <a:schemeClr val="bg2"/>
              </a:gs>
            </a:gsLst>
            <a:lin ang="12600000" scaled="0"/>
          </a:gradFill>
        </p:spPr>
        <p:txBody>
          <a:bodyPr xmlns:a="http://schemas.openxmlformats.org/drawingml/2006/main" wrap="square" lIns="216000" tIns="720000" rIns="216000" bIns="216000" anchor="t">
            <a:noAutofit/>
          </a:bodyPr>
          <a:lstStyle xmlns:a="http://schemas.openxmlformats.org/drawingml/2006/main">
            <a:lvl1pPr marL="0" indent="0" algn="l" defTabSz="914115">
              <a:lnSpc>
                <a:spcPct val="110000"/>
              </a:lnSpc>
              <a:spcBef>
                <a:spcPts val="0"/>
              </a:spcBef>
              <a:spcAft>
                <a:spcPts val="600"/>
              </a:spcAft>
              <a:buFont typeface="Arial"/>
              <a:buNone/>
              <a:defRPr sz="1800" b="0" kern="1200">
                <a:solidFill>
                  <a:schemeClr val="bg1"/>
                </a:solidFill>
                <a:latin typeface="+mj-lt"/>
                <a:ea typeface="+mj-lt"/>
                <a:cs typeface="+mj-lt"/>
              </a:defRPr>
            </a:lvl1pPr>
            <a:lvl2pPr marL="0" indent="0" algn="l" defTabSz="914115">
              <a:lnSpc>
                <a:spcPct val="110000"/>
              </a:lnSpc>
              <a:spcBef>
                <a:spcPts val="0"/>
              </a:spcBef>
              <a:spcAft>
                <a:spcPts val="600"/>
              </a:spcAft>
              <a:buFont typeface="Arial"/>
              <a:buNone/>
              <a:defRPr sz="1600" b="0" kern="1200">
                <a:solidFill>
                  <a:schemeClr val="bg1"/>
                </a:solidFill>
                <a:latin typeface="+mn-lt"/>
                <a:ea typeface="+mn-lt"/>
                <a:cs typeface="+mn-lt"/>
              </a:defRPr>
            </a:lvl2pPr>
            <a:lvl3pPr marL="180000" indent="-180000"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3pPr>
            <a:lvl4pPr marL="359888"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4pPr>
            <a:lvl5pPr marL="540000"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5pPr>
            <a:lvl6pPr marL="0" indent="0" algn="l" defTabSz="914115">
              <a:lnSpc>
                <a:spcPct val="110000"/>
              </a:lnSpc>
              <a:spcBef>
                <a:spcPts val="0"/>
              </a:spcBef>
              <a:spcAft>
                <a:spcPts val="600"/>
              </a:spcAft>
              <a:buFont typeface="Arial"/>
              <a:buNone/>
              <a:defRPr sz="1400" kern="1200" baseline="0">
                <a:solidFill>
                  <a:schemeClr val="bg1"/>
                </a:solidFill>
                <a:latin typeface="+mj-lt"/>
                <a:ea typeface="+mj-lt"/>
                <a:cs typeface="+mj-lt"/>
              </a:defRPr>
            </a:lvl6pPr>
            <a:lvl7pPr marL="0" indent="0" algn="l" defTabSz="914115">
              <a:lnSpc>
                <a:spcPct val="110000"/>
              </a:lnSpc>
              <a:spcBef>
                <a:spcPts val="0"/>
              </a:spcBef>
              <a:spcAft>
                <a:spcPts val="600"/>
              </a:spcAft>
              <a:buFont typeface="Arial"/>
              <a:buNone/>
              <a:defRPr sz="1200" kern="1200" baseline="0">
                <a:solidFill>
                  <a:schemeClr val="bg1"/>
                </a:solidFill>
                <a:latin typeface="+mn-lt"/>
                <a:ea typeface="+mn-lt"/>
                <a:cs typeface="+mn-lt"/>
              </a:defRPr>
            </a:lvl7pPr>
            <a:lvl8pPr marL="144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8pPr>
            <a:lvl9pPr marL="288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9pPr>
          </a:lstStyle>
          <a:p xmlns:a="http://schemas.openxmlformats.org/drawingml/2006/main">
            <a:pPr lvl="5">
              <a:buNone/>
            </a:pPr>
            <a:r>
              <a:t>GitHub Release statt trans/</a:t>
            </a:r>
          </a:p>
          <a:p xmlns:a="http://schemas.openxmlformats.org/drawingml/2006/main">
            <a:pPr lvl="6">
              <a:buNone/>
            </a:pPr>
            <a:r>
              <a:t/>
            </a:r>
          </a:p>
          <a:p xmlns:a="http://schemas.openxmlformats.org/drawingml/2006/main">
            <a:pPr lvl="6">
              <a:buNone/>
            </a:pPr>
            <a:r>
              <a:t>Zusammenfassung und Informationsdateien stehen direkt beim Release-Tag im Mandanten-Repository.</a:t>
            </a:r>
          </a:p>
        </p:txBody>
      </p:sp>
      <p:sp>
        <p:nvSpPr>
          <p:cNvPr id="12" name="Textplatzhalter 11">
            <a:extLst xmlns:a="http://schemas.openxmlformats.org/drawingml/2006/main">
              <a:ext uri="{FF2B5EF4-FFF2-40B4-BE49-F238E27FC236}">
                <a16:creationId xmlns:a16="http://schemas.microsoft.com/office/drawing/2014/main" id="{67D96C02-9280-441E-29C3-44F8995E3355}"/>
              </a:ext>
            </a:extLst>
          </p:cNvPr>
          <p:cNvSpPr>
            <a:spLocks xmlns:a="http://schemas.openxmlformats.org/drawingml/2006/main" noGrp="1"/>
          </p:cNvSpPr>
          <p:nvPr/>
        </p:nvSpPr>
        <p:spPr>
          <a:xfrm xmlns:a="http://schemas.openxmlformats.org/drawingml/2006/main">
            <a:off x="6672485" y="2492896"/>
            <a:ext cx="432000" cy="432000"/>
          </a:xfrm>
          <a:prstGeom xmlns:a="http://schemas.openxmlformats.org/drawingml/2006/main" prst="ellipse">
            <a:avLst/>
          </a:prstGeom>
          <a:noFill xmlns:a="http://schemas.openxmlformats.org/drawingml/2006/main"/>
          <a:ln xmlns:a="http://schemas.openxmlformats.org/drawingml/2006/main" w="12700">
            <a:solidFill>
              <a:schemeClr val="bg1"/>
            </a:solidFill>
          </a:ln>
        </p:spPr>
        <p:txBody>
          <a:bodyPr xmlns:a="http://schemas.openxmlformats.org/drawingml/2006/main" wrap="none" anchor="ctr"/>
          <a:lstStyle xmlns:a="http://schemas.openxmlformats.org/drawingml/2006/main">
            <a:lvl1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1pPr>
            <a:lvl2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2pPr>
            <a:lvl3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3pPr>
            <a:lvl4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4pPr>
            <a:lvl5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5pPr>
            <a:lvl6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6pPr>
            <a:lvl7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7pPr>
            <a:lvl8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8pPr>
            <a:lvl9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9pPr>
          </a:lstStyle>
          <a:p xmlns:a="http://schemas.openxmlformats.org/drawingml/2006/main">
            <a:r>
              <a:t>3</a:t>
            </a:r>
          </a:p>
        </p:txBody>
      </p:sp>
      <p:sp>
        <p:nvSpPr>
          <p:cNvPr id="13" name="Inhaltsplatzhalter 16">
            <a:extLst xmlns:a="http://schemas.openxmlformats.org/drawingml/2006/main">
              <a:ext uri="{FF2B5EF4-FFF2-40B4-BE49-F238E27FC236}">
                <a16:creationId xmlns:a16="http://schemas.microsoft.com/office/drawing/2014/main" id="{C0EE8F1B-3B97-7372-0740-C70E2DE84622}"/>
              </a:ext>
            </a:extLst>
          </p:cNvPr>
          <p:cNvSpPr>
            <a:spLocks xmlns:a="http://schemas.openxmlformats.org/drawingml/2006/main" noGrp="1"/>
          </p:cNvSpPr>
          <p:nvPr/>
        </p:nvSpPr>
        <p:spPr>
          <a:xfrm xmlns:a="http://schemas.openxmlformats.org/drawingml/2006/main">
            <a:off x="9192270" y="2205038"/>
            <a:ext cx="2375844" cy="4103687"/>
          </a:xfrm>
          <a:prstGeom xmlns:a="http://schemas.openxmlformats.org/drawingml/2006/main" prst="rect">
            <a:avLst/>
          </a:prstGeom>
        </p:spPr>
        <p:txBody>
          <a:bodyPr xmlns:a="http://schemas.openxmlformats.org/drawingml/2006/main" lIns="0" tIns="0" rIns="0" bIns="0"/>
          <a:lstStyle xmlns:a="http://schemas.openxmlformats.org/drawingml/2006/main">
            <a:lvl1pPr marL="0" indent="0" algn="l" defTabSz="914115">
              <a:lnSpc>
                <a:spcPct val="110000"/>
              </a:lnSpc>
              <a:spcBef>
                <a:spcPts val="0"/>
              </a:spcBef>
              <a:spcAft>
                <a:spcPts val="600"/>
              </a:spcAft>
              <a:buFont typeface="Arial"/>
              <a:buNone/>
              <a:defRPr sz="1800" b="0" kern="1200">
                <a:solidFill>
                  <a:schemeClr val="tx1"/>
                </a:solidFill>
                <a:latin typeface="+mj-lt"/>
                <a:ea typeface="+mj-lt"/>
                <a:cs typeface="+mj-lt"/>
              </a:defRPr>
            </a:lvl1pPr>
            <a:lvl2pPr marL="0" indent="0" algn="l" defTabSz="914115">
              <a:lnSpc>
                <a:spcPct val="110000"/>
              </a:lnSpc>
              <a:spcBef>
                <a:spcPts val="0"/>
              </a:spcBef>
              <a:spcAft>
                <a:spcPts val="600"/>
              </a:spcAft>
              <a:buFont typeface="Arial"/>
              <a:buNone/>
              <a:defRPr sz="1600" b="0" kern="1200">
                <a:solidFill>
                  <a:schemeClr val="tx1"/>
                </a:solidFill>
                <a:latin typeface="+mn-lt"/>
                <a:ea typeface="+mn-lt"/>
                <a:cs typeface="+mn-lt"/>
              </a:defRPr>
            </a:lvl2pPr>
            <a:lvl3pPr marL="179944"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3pPr>
            <a:lvl4pPr marL="359888"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4pPr>
            <a:lvl5pPr marL="540000"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5pPr>
            <a:lvl6pPr marL="0" indent="0" algn="l" defTabSz="914115">
              <a:lnSpc>
                <a:spcPct val="110000"/>
              </a:lnSpc>
              <a:spcBef>
                <a:spcPts val="0"/>
              </a:spcBef>
              <a:spcAft>
                <a:spcPts val="600"/>
              </a:spcAft>
              <a:buFont typeface="Arial"/>
              <a:buNone/>
              <a:defRPr sz="1400" kern="1200" baseline="0">
                <a:solidFill>
                  <a:schemeClr val="tx1"/>
                </a:solidFill>
                <a:latin typeface="+mj-lt"/>
                <a:ea typeface="+mj-lt"/>
                <a:cs typeface="+mj-lt"/>
              </a:defRPr>
            </a:lvl6pPr>
            <a:lvl7pPr marL="0" indent="0" algn="l" defTabSz="914115">
              <a:lnSpc>
                <a:spcPct val="110000"/>
              </a:lnSpc>
              <a:spcBef>
                <a:spcPts val="0"/>
              </a:spcBef>
              <a:spcAft>
                <a:spcPts val="600"/>
              </a:spcAft>
              <a:buFont typeface="Arial"/>
              <a:buNone/>
              <a:defRPr sz="1200" kern="1200" baseline="0">
                <a:solidFill>
                  <a:schemeClr val="tx1"/>
                </a:solidFill>
                <a:latin typeface="+mn-lt"/>
                <a:ea typeface="+mn-lt"/>
                <a:cs typeface="+mn-lt"/>
              </a:defRPr>
            </a:lvl7pPr>
            <a:lvl8pPr marL="144000" indent="-144000" algn="l" defTabSz="914115">
              <a:lnSpc>
                <a:spcPct val="110000"/>
              </a:lnSpc>
              <a:spcBef>
                <a:spcPts val="0"/>
              </a:spcBef>
              <a:spcAft>
                <a:spcPts val="600"/>
              </a:spcAft>
              <a:buClr>
                <a:schemeClr val="bg2"/>
              </a:buClr>
              <a:buFont typeface="Arial"/>
              <a:buChar char="•"/>
              <a:defRPr sz="1200" kern="1200" baseline="0">
                <a:solidFill>
                  <a:schemeClr val="tx1"/>
                </a:solidFill>
                <a:latin typeface="+mn-lt"/>
                <a:ea typeface="+mn-lt"/>
                <a:cs typeface="+mn-lt"/>
              </a:defRPr>
            </a:lvl8pPr>
            <a:lvl9pPr marL="288000" indent="-144000" algn="l" defTabSz="914115">
              <a:lnSpc>
                <a:spcPct val="110000"/>
              </a:lnSpc>
              <a:spcBef>
                <a:spcPts val="0"/>
              </a:spcBef>
              <a:spcAft>
                <a:spcPts val="600"/>
              </a:spcAft>
              <a:buClr>
                <a:schemeClr val="bg2"/>
              </a:buClr>
              <a:buFont typeface="Arial"/>
              <a:buChar char="•"/>
              <a:defRPr sz="1200" kern="1200" baseline="0">
                <a:solidFill>
                  <a:schemeClr val="tx1"/>
                </a:solidFill>
                <a:latin typeface="+mn-lt"/>
                <a:ea typeface="+mn-lt"/>
                <a:cs typeface="+mn-lt"/>
              </a:defRPr>
            </a:lvl9pPr>
          </a:lstStyle>
          <a:p xmlns:a="http://schemas.openxmlformats.org/drawingml/2006/main">
            <a:pPr lvl="5">
              <a:buNone/>
            </a:pPr>
            <a:r>
              <a:t>Was bleibt?</a:t>
            </a:r>
            <a:endParaRPr/>
          </a:p>
          <a:p xmlns:a="http://schemas.openxmlformats.org/drawingml/2006/main">
            <a:pPr lvl="5">
              <a:buNone/>
            </a:pPr>
            <a:r>
              <a:t/>
            </a:r>
          </a:p>
          <a:p xmlns:a="http://schemas.openxmlformats.org/drawingml/2006/main">
            <a:pPr lvl="6">
              <a:buNone/>
            </a:pPr>
            <a:r>
              <a:t>M/Text-Entwicklung</a:t>
            </a:r>
          </a:p>
          <a:p xmlns:a="http://schemas.openxmlformats.org/drawingml/2006/main">
            <a:pPr lvl="6">
              <a:buNone/>
            </a:pPr>
            <a:r>
              <a:t/>
            </a:r>
            <a:endParaRPr/>
          </a:p>
          <a:p xmlns:a="http://schemas.openxmlformats.org/drawingml/2006/main">
            <a:pPr lvl="5">
              <a:buNone/>
            </a:pPr>
            <a:r>
              <a:t>M/Text-Abnahme</a:t>
            </a:r>
          </a:p>
          <a:p xmlns:a="http://schemas.openxmlformats.org/drawingml/2006/main">
            <a:pPr lvl="6">
              <a:buNone/>
            </a:pPr>
            <a:r>
              <a:t/>
            </a:r>
          </a:p>
          <a:p xmlns:a="http://schemas.openxmlformats.org/drawingml/2006/main">
            <a:pPr lvl="5">
              <a:buNone/>
            </a:pPr>
            <a:r>
              <a:t>FULL und DELTA</a:t>
            </a:r>
            <a:endParaRPr/>
          </a:p>
          <a:p xmlns:a="http://schemas.openxmlformats.org/drawingml/2006/main">
            <a:pPr lvl="5">
              <a:buNone/>
            </a:pPr>
            <a:r>
              <a:t/>
            </a:r>
          </a:p>
          <a:p xmlns:a="http://schemas.openxmlformats.org/drawingml/2006/main">
            <a:pPr lvl="6">
              <a:buNone/>
            </a:pPr>
            <a:r>
              <a:t>Übergabe an den Mainframe</a:t>
            </a:r>
            <a:endParaRPr/>
          </a:p>
        </p:txBody>
      </p:sp>
    </p:spTree>
    <p:extLst>
      <p:ext uri="{BB962C8B-B14F-4D97-AF65-F5344CB8AC3E}">
        <p14:creationId xmlns:p14="http://schemas.microsoft.com/office/powerpoint/2010/main" val="198641060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9" name="Textplatzhalter 6">
            <a:extLst xmlns:a="http://schemas.openxmlformats.org/drawingml/2006/main">
              <a:ext uri="{FF2B5EF4-FFF2-40B4-BE49-F238E27FC236}">
                <a16:creationId xmlns:a16="http://schemas.microsoft.com/office/drawing/2014/main" id="{F18416A4-A386-C436-F211-349C591A046E}"/>
              </a:ext>
            </a:extLst>
          </p:cNvPr>
          <p:cNvSpPr>
            <a:spLocks xmlns:a="http://schemas.openxmlformats.org/drawingml/2006/main" noGrp="1"/>
          </p:cNvSpPr>
          <p:nvPr/>
        </p:nvSpPr>
        <p:spPr>
          <a:xfrm xmlns:a="http://schemas.openxmlformats.org/drawingml/2006/main">
            <a:off x="4944000" y="3933000"/>
            <a:ext cx="3240000" cy="1080000"/>
          </a:xfrm>
          <a:prstGeom xmlns:a="http://schemas.openxmlformats.org/drawingml/2006/main" prst="round2DiagRect">
            <a:avLst/>
          </a:prstGeom>
          <a:gradFill xmlns:a="http://schemas.openxmlformats.org/drawingml/2006/main">
            <a:gsLst>
              <a:gs pos="78000">
                <a:schemeClr val="bg2"/>
              </a:gs>
              <a:gs pos="0">
                <a:srgbClr val="9B348E"/>
              </a:gs>
              <a:gs pos="37000">
                <a:schemeClr val="bg2"/>
              </a:gs>
            </a:gsLst>
            <a:lin ang="12600000" scaled="0"/>
          </a:gradFill>
        </p:spPr>
        <p:txBody>
          <a:bodyPr xmlns:a="http://schemas.openxmlformats.org/drawingml/2006/main" vert="horz" wrap="square" lIns="288000" tIns="216000" rIns="288000" bIns="216000">
            <a:noAutofit/>
          </a:bodyPr>
          <a:lstStyle xmlns:a="http://schemas.openxmlformats.org/drawingml/2006/main">
            <a:lvl1pPr marL="0" indent="0" algn="l" defTabSz="914115">
              <a:lnSpc>
                <a:spcPct val="110000"/>
              </a:lnSpc>
              <a:spcBef>
                <a:spcPts val="0"/>
              </a:spcBef>
              <a:spcAft>
                <a:spcPts val="600"/>
              </a:spcAft>
              <a:buFont typeface="Arial"/>
              <a:buNone/>
              <a:defRPr sz="1800" b="0" kern="1200">
                <a:solidFill>
                  <a:schemeClr val="tx1"/>
                </a:solidFill>
                <a:latin typeface="+mj-lt"/>
                <a:ea typeface="+mj-lt"/>
                <a:cs typeface="+mj-lt"/>
              </a:defRPr>
            </a:lvl1pPr>
            <a:lvl2pPr marL="0" indent="0" algn="l" defTabSz="914115">
              <a:lnSpc>
                <a:spcPct val="110000"/>
              </a:lnSpc>
              <a:spcBef>
                <a:spcPts val="0"/>
              </a:spcBef>
              <a:spcAft>
                <a:spcPts val="600"/>
              </a:spcAft>
              <a:buFont typeface="Arial"/>
              <a:buNone/>
              <a:defRPr sz="1600" b="0" kern="1200">
                <a:solidFill>
                  <a:schemeClr val="tx1"/>
                </a:solidFill>
                <a:latin typeface="+mn-lt"/>
                <a:ea typeface="+mn-lt"/>
                <a:cs typeface="+mn-lt"/>
              </a:defRPr>
            </a:lvl2pPr>
            <a:lvl3pPr marL="179944"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3pPr>
            <a:lvl4pPr marL="359888"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4pPr>
            <a:lvl5pPr marL="540000"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5pPr>
            <a:lvl6pPr marL="0" indent="0" algn="l" defTabSz="914115">
              <a:lnSpc>
                <a:spcPct val="110000"/>
              </a:lnSpc>
              <a:spcBef>
                <a:spcPts val="0"/>
              </a:spcBef>
              <a:spcAft>
                <a:spcPts val="600"/>
              </a:spcAft>
              <a:buFont typeface="Arial"/>
              <a:buNone/>
              <a:defRPr sz="1400" kern="1200" baseline="0">
                <a:solidFill>
                  <a:schemeClr val="tx1"/>
                </a:solidFill>
                <a:latin typeface="+mj-lt"/>
                <a:ea typeface="+mj-lt"/>
                <a:cs typeface="+mj-lt"/>
              </a:defRPr>
            </a:lvl6pPr>
            <a:lvl7pPr marL="0" indent="0" algn="l" defTabSz="914115">
              <a:lnSpc>
                <a:spcPct val="110000"/>
              </a:lnSpc>
              <a:spcBef>
                <a:spcPts val="0"/>
              </a:spcBef>
              <a:spcAft>
                <a:spcPts val="600"/>
              </a:spcAft>
              <a:buFont typeface="Arial"/>
              <a:buNone/>
              <a:defRPr sz="1200" kern="1200" baseline="0">
                <a:solidFill>
                  <a:schemeClr val="tx1"/>
                </a:solidFill>
                <a:latin typeface="+mn-lt"/>
                <a:ea typeface="+mn-lt"/>
                <a:cs typeface="+mn-lt"/>
              </a:defRPr>
            </a:lvl7pPr>
            <a:lvl8pPr marL="144000" indent="-144000" algn="l" defTabSz="914115">
              <a:lnSpc>
                <a:spcPct val="110000"/>
              </a:lnSpc>
              <a:spcBef>
                <a:spcPts val="0"/>
              </a:spcBef>
              <a:spcAft>
                <a:spcPts val="600"/>
              </a:spcAft>
              <a:buClr>
                <a:schemeClr val="bg2"/>
              </a:buClr>
              <a:buFont typeface="Arial"/>
              <a:buChar char="•"/>
              <a:defRPr sz="1200" kern="1200" baseline="0">
                <a:solidFill>
                  <a:schemeClr val="tx1"/>
                </a:solidFill>
                <a:latin typeface="+mn-lt"/>
                <a:ea typeface="+mn-lt"/>
                <a:cs typeface="+mn-lt"/>
              </a:defRPr>
            </a:lvl8pPr>
            <a:lvl9pPr marL="288000" indent="-144000" algn="l" defTabSz="914115">
              <a:lnSpc>
                <a:spcPct val="110000"/>
              </a:lnSpc>
              <a:spcBef>
                <a:spcPts val="0"/>
              </a:spcBef>
              <a:spcAft>
                <a:spcPts val="600"/>
              </a:spcAft>
              <a:buClr>
                <a:schemeClr val="bg2"/>
              </a:buClr>
              <a:buFont typeface="Arial"/>
              <a:buChar char="•"/>
              <a:defRPr sz="1200" kern="1200" baseline="0">
                <a:solidFill>
                  <a:schemeClr val="tx1"/>
                </a:solidFill>
                <a:latin typeface="+mn-lt"/>
                <a:ea typeface="+mn-lt"/>
                <a:cs typeface="+mn-lt"/>
              </a:defRPr>
            </a:lvl9pPr>
          </a:lstStyle>
          <a:p xmlns:a="http://schemas.openxmlformats.org/drawingml/2006/main">
            <a:pPr marL="0" marR="0" lvl="1" indent="0" algn="l" defTabSz="914115">
              <a:lnSpc>
                <a:spcPct val="110000"/>
              </a:lnSpc>
              <a:spcBef>
                <a:spcPts val="0"/>
              </a:spcBef>
              <a:spcAft>
                <a:spcPts val="600"/>
              </a:spcAft>
              <a:buClrTx/>
              <a:buSzTx/>
              <a:buFont typeface="Arial"/>
              <a:buNone/>
            </a:pPr>
            <a:r>
              <a:rPr sz="1600" b="0" i="0" u="none" cap="none">
                <a:ln>
                  <a:noFill/>
                </a:ln>
                <a:solidFill>
                  <a:srgbClr val="FFFFFF"/>
                </a:solidFill>
                <a:latin typeface="Sparkasse Lt"/>
                <a:ea typeface="Sparkasse Lt"/>
                <a:cs typeface="Sparkasse Lt"/>
              </a:rPr>
              <a:t>Ein Push veröffentlicht den Commit und startet den passenden Workflow.</a:t>
            </a:r>
          </a:p>
        </p:txBody>
      </p:sp>
      <p:sp>
        <p:nvSpPr>
          <p:cNvPr id="18" name="Textplatzhalter 17">
            <a:extLst xmlns:a="http://schemas.openxmlformats.org/drawingml/2006/main">
              <a:ext uri="{FF2B5EF4-FFF2-40B4-BE49-F238E27FC236}">
                <a16:creationId xmlns:a16="http://schemas.microsoft.com/office/drawing/2014/main" id="{341A1B5A-8BB8-DF0A-CC05-93FCB08B869A}"/>
              </a:ext>
            </a:extLst>
          </p:cNvPr>
          <p:cNvSpPr>
            <a:spLocks xmlns:a="http://schemas.openxmlformats.org/drawingml/2006/main" noGrp="1"/>
          </p:cNvSpPr>
          <p:nvPr>
            <p:ph type="body" idx="26"/>
          </p:nvPr>
        </p:nvSpPr>
        <p:spPr>
          <a:xfrm xmlns:a="http://schemas.openxmlformats.org/drawingml/2006/main">
            <a:off x="695401" y="548680"/>
            <a:ext cx="10296000" cy="288000"/>
          </a:xfrm>
        </p:spPr>
        <p:txBody>
          <a:bodyPr xmlns:a="http://schemas.openxmlformats.org/drawingml/2006/main"/>
          <a:lstStyle xmlns:a="http://schemas.openxmlformats.org/drawingml/2006/main"/>
          <a:p xmlns:a="http://schemas.openxmlformats.org/drawingml/2006/main">
            <a:r>
              <a:t>Gesamtprozess</a:t>
            </a:r>
          </a:p>
        </p:txBody>
      </p:sp>
      <p:sp>
        <p:nvSpPr>
          <p:cNvPr id="17" name="Titel 16">
            <a:extLst xmlns:a="http://schemas.openxmlformats.org/drawingml/2006/main">
              <a:ext uri="{FF2B5EF4-FFF2-40B4-BE49-F238E27FC236}">
                <a16:creationId xmlns:a16="http://schemas.microsoft.com/office/drawing/2014/main" id="{A99944B2-C161-B671-2A86-0886FED35CB5}"/>
              </a:ext>
            </a:extLst>
          </p:cNvPr>
          <p:cNvSpPr>
            <a:spLocks xmlns:a="http://schemas.openxmlformats.org/drawingml/2006/main" noGrp="1"/>
          </p:cNvSpPr>
          <p:nvPr>
            <p:ph type="title" idx="0"/>
          </p:nvPr>
        </p:nvSpPr>
        <p:spPr>
          <a:xfrm xmlns:a="http://schemas.openxmlformats.org/drawingml/2006/main">
            <a:off x="695325" y="908720"/>
            <a:ext cx="10872788" cy="576064"/>
          </a:xfrm>
        </p:spPr>
        <p:txBody>
          <a:bodyPr xmlns:a="http://schemas.openxmlformats.org/drawingml/2006/main"/>
          <a:lstStyle xmlns:a="http://schemas.openxmlformats.org/drawingml/2006/main"/>
          <a:p xmlns:a="http://schemas.openxmlformats.org/drawingml/2006/main">
            <a:r>
              <a:t>Von der Änderung bis zur Lieferung</a:t>
            </a:r>
          </a:p>
        </p:txBody>
      </p:sp>
      <p:sp>
        <p:nvSpPr>
          <p:cNvPr id="85" name="Textplatzhalter 84">
            <a:extLst xmlns:a="http://schemas.openxmlformats.org/drawingml/2006/main">
              <a:ext uri="{FF2B5EF4-FFF2-40B4-BE49-F238E27FC236}">
                <a16:creationId xmlns:a16="http://schemas.microsoft.com/office/drawing/2014/main" id="{B39CEC45-3BCB-BDD4-DD39-A2EA916640F7}"/>
              </a:ext>
            </a:extLst>
          </p:cNvPr>
          <p:cNvSpPr>
            <a:spLocks xmlns:a="http://schemas.openxmlformats.org/drawingml/2006/main" noGrp="1"/>
          </p:cNvSpPr>
          <p:nvPr>
            <p:ph type="body" idx="27"/>
          </p:nvPr>
        </p:nvSpPr>
        <p:spPr/>
        <p:txBody>
          <a:bodyPr xmlns:a="http://schemas.openxmlformats.org/drawingml/2006/main"/>
          <a:lstStyle xmlns:a="http://schemas.openxmlformats.org/drawingml/2006/main"/>
          <a:p xmlns:a="http://schemas.openxmlformats.org/drawingml/2006/main">
            <a:r>
              <a:t>Jeder Schritt hat einen klaren Auslöser und ein sichtbares Ergebnis</a:t>
            </a:r>
            <a:endParaRPr/>
          </a:p>
        </p:txBody>
      </p:sp>
      <p:sp>
        <p:nvSpPr>
          <p:cNvPr id="3" name="Foliennummernplatzhalter 2">
            <a:extLst xmlns:a="http://schemas.openxmlformats.org/drawingml/2006/main">
              <a:ext uri="{FF2B5EF4-FFF2-40B4-BE49-F238E27FC236}">
                <a16:creationId xmlns:a16="http://schemas.microsoft.com/office/drawing/2014/main" id="{CD76A32B-96B3-A600-5AFF-3EB8ED073E8A}"/>
              </a:ext>
            </a:extLst>
          </p:cNvPr>
          <p:cNvSpPr>
            <a:spLocks xmlns:a="http://schemas.openxmlformats.org/drawingml/2006/main" noGrp="1"/>
          </p:cNvSpPr>
          <p:nvPr>
            <p:ph type="sldNum" idx="24"/>
          </p:nvPr>
        </p:nvSpPr>
        <p:spPr>
          <a:xfrm xmlns:a="http://schemas.openxmlformats.org/drawingml/2006/main">
            <a:off x="11280745" y="6573600"/>
            <a:ext cx="647903" cy="144000"/>
          </a:xfrm>
        </p:spPr>
        <p:txBody>
          <a:bodyPr xmlns:a="http://schemas.openxmlformats.org/drawingml/2006/main"/>
          <a:lstStyle xmlns:a="http://schemas.openxmlformats.org/drawingml/2006/main"/>
          <a:p xmlns:a="http://schemas.openxmlformats.org/drawingml/2006/main">
            <a:pPr lvl="0">
              <a:buNone/>
            </a:pPr>
            <a:r>
              <a:t>Seite 3</a:t>
            </a:r>
            <a:endParaRPr/>
          </a:p>
        </p:txBody>
      </p:sp>
      <p:sp>
        <p:nvSpPr>
          <p:cNvPr id="4" name="Datumsplatzhalter 3">
            <a:extLst xmlns:a="http://schemas.openxmlformats.org/drawingml/2006/main">
              <a:ext uri="{FF2B5EF4-FFF2-40B4-BE49-F238E27FC236}">
                <a16:creationId xmlns:a16="http://schemas.microsoft.com/office/drawing/2014/main" id="{2BDC68A1-DC9D-3517-6E77-55442B99CEAD}"/>
              </a:ext>
            </a:extLst>
          </p:cNvPr>
          <p:cNvSpPr>
            <a:spLocks xmlns:a="http://schemas.openxmlformats.org/drawingml/2006/main" noGrp="1"/>
          </p:cNvSpPr>
          <p:nvPr>
            <p:ph type="dt" idx="29"/>
          </p:nvPr>
        </p:nvSpPr>
        <p:spPr>
          <a:xfrm xmlns:a="http://schemas.openxmlformats.org/drawingml/2006/main">
            <a:off x="1559656" y="6573600"/>
            <a:ext cx="1944000" cy="144000"/>
          </a:xfrm>
        </p:spPr>
        <p:txBody>
          <a:bodyPr xmlns:a="http://schemas.openxmlformats.org/drawingml/2006/main"/>
          <a:lstStyle xmlns:a="http://schemas.openxmlformats.org/drawingml/2006/main"/>
          <a:p xmlns:a="http://schemas.openxmlformats.org/drawingml/2006/main">
            <a:r>
              <a:t>Intern, 06.08.2026</a:t>
            </a:r>
          </a:p>
        </p:txBody>
      </p:sp>
      <p:sp>
        <p:nvSpPr>
          <p:cNvPr id="22" name="Titel 13">
            <a:extLst xmlns:a="http://schemas.openxmlformats.org/drawingml/2006/main">
              <a:ext uri="{FF2B5EF4-FFF2-40B4-BE49-F238E27FC236}">
                <a16:creationId xmlns:a16="http://schemas.microsoft.com/office/drawing/2014/main" id="{F10ED8B0-BC46-6B71-90CF-6A2E5D979866}"/>
              </a:ext>
            </a:extLst>
          </p:cNvPr>
          <p:cNvSpPr>
            <a:spLocks xmlns:a="http://schemas.openxmlformats.org/drawingml/2006/main" noGrp="1"/>
          </p:cNvSpPr>
          <p:nvPr/>
        </p:nvSpPr>
        <p:spPr>
          <a:xfrm xmlns:a="http://schemas.openxmlformats.org/drawingml/2006/main" rot="0" flipH="0" flipV="0">
            <a:off x="8687680" y="3549234"/>
            <a:ext cx="486348" cy="506612"/>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23" name="Titel 13">
            <a:extLst xmlns:a="http://schemas.openxmlformats.org/drawingml/2006/main">
              <a:ext uri="{FF2B5EF4-FFF2-40B4-BE49-F238E27FC236}">
                <a16:creationId xmlns:a16="http://schemas.microsoft.com/office/drawing/2014/main" id="{66871BE7-8C6D-62F4-2865-E7602D96BCBF}"/>
              </a:ext>
            </a:extLst>
          </p:cNvPr>
          <p:cNvSpPr>
            <a:spLocks xmlns:a="http://schemas.openxmlformats.org/drawingml/2006/main" noGrp="1"/>
          </p:cNvSpPr>
          <p:nvPr/>
        </p:nvSpPr>
        <p:spPr>
          <a:xfrm xmlns:a="http://schemas.openxmlformats.org/drawingml/2006/main" rot="0" flipH="0" flipV="0">
            <a:off x="9341979" y="3432477"/>
            <a:ext cx="1224485" cy="1275505"/>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24" name="Titel 13">
            <a:extLst xmlns:a="http://schemas.openxmlformats.org/drawingml/2006/main">
              <a:ext uri="{FF2B5EF4-FFF2-40B4-BE49-F238E27FC236}">
                <a16:creationId xmlns:a16="http://schemas.microsoft.com/office/drawing/2014/main" id="{B5DFD83B-222B-31FB-78E6-99126B70406E}"/>
              </a:ext>
            </a:extLst>
          </p:cNvPr>
          <p:cNvSpPr>
            <a:spLocks xmlns:a="http://schemas.openxmlformats.org/drawingml/2006/main" noGrp="1"/>
          </p:cNvSpPr>
          <p:nvPr/>
        </p:nvSpPr>
        <p:spPr>
          <a:xfrm xmlns:a="http://schemas.openxmlformats.org/drawingml/2006/main" rot="0" flipH="0" flipV="0">
            <a:off x="8687680" y="2610842"/>
            <a:ext cx="753707" cy="785111"/>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25" name="Titel 13">
            <a:extLst xmlns:a="http://schemas.openxmlformats.org/drawingml/2006/main">
              <a:ext uri="{FF2B5EF4-FFF2-40B4-BE49-F238E27FC236}">
                <a16:creationId xmlns:a16="http://schemas.microsoft.com/office/drawing/2014/main" id="{FC793C4B-54D2-8FDF-EA0D-1AE21EDE60F5}"/>
              </a:ext>
            </a:extLst>
          </p:cNvPr>
          <p:cNvSpPr>
            <a:spLocks xmlns:a="http://schemas.openxmlformats.org/drawingml/2006/main" noGrp="1"/>
          </p:cNvSpPr>
          <p:nvPr/>
        </p:nvSpPr>
        <p:spPr>
          <a:xfrm xmlns:a="http://schemas.openxmlformats.org/drawingml/2006/main" rot="0" flipH="0" flipV="0">
            <a:off x="9093523" y="2842752"/>
            <a:ext cx="869662" cy="905898"/>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26" name="Titel 13">
            <a:extLst xmlns:a="http://schemas.openxmlformats.org/drawingml/2006/main">
              <a:ext uri="{FF2B5EF4-FFF2-40B4-BE49-F238E27FC236}">
                <a16:creationId xmlns:a16="http://schemas.microsoft.com/office/drawing/2014/main" id="{61B6B66E-1F1D-9125-D359-01BA8D7B23B4}"/>
              </a:ext>
            </a:extLst>
          </p:cNvPr>
          <p:cNvSpPr>
            <a:spLocks xmlns:a="http://schemas.openxmlformats.org/drawingml/2006/main" noGrp="1"/>
          </p:cNvSpPr>
          <p:nvPr/>
        </p:nvSpPr>
        <p:spPr>
          <a:xfrm xmlns:a="http://schemas.openxmlformats.org/drawingml/2006/main" rot="0" flipH="0" flipV="0">
            <a:off x="9267456" y="2205000"/>
            <a:ext cx="463819" cy="483146"/>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27" name="Titel 13">
            <a:extLst xmlns:a="http://schemas.openxmlformats.org/drawingml/2006/main">
              <a:ext uri="{FF2B5EF4-FFF2-40B4-BE49-F238E27FC236}">
                <a16:creationId xmlns:a16="http://schemas.microsoft.com/office/drawing/2014/main" id="{D42C4774-2ADB-62C3-940C-FB425D1E21DB}"/>
              </a:ext>
            </a:extLst>
          </p:cNvPr>
          <p:cNvSpPr>
            <a:spLocks xmlns:a="http://schemas.openxmlformats.org/drawingml/2006/main" noGrp="1"/>
          </p:cNvSpPr>
          <p:nvPr/>
        </p:nvSpPr>
        <p:spPr>
          <a:xfrm xmlns:a="http://schemas.openxmlformats.org/drawingml/2006/main" rot="0" flipH="0" flipV="0">
            <a:off x="9615002" y="2320955"/>
            <a:ext cx="638070" cy="664658"/>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28" name="Titel 13">
            <a:extLst xmlns:a="http://schemas.openxmlformats.org/drawingml/2006/main">
              <a:ext uri="{FF2B5EF4-FFF2-40B4-BE49-F238E27FC236}">
                <a16:creationId xmlns:a16="http://schemas.microsoft.com/office/drawing/2014/main" id="{A71AEA72-8BED-9C85-65FD-AD65E4B12FCF}"/>
              </a:ext>
            </a:extLst>
          </p:cNvPr>
          <p:cNvSpPr>
            <a:spLocks xmlns:a="http://schemas.openxmlformats.org/drawingml/2006/main" noGrp="1"/>
          </p:cNvSpPr>
          <p:nvPr/>
        </p:nvSpPr>
        <p:spPr>
          <a:xfrm xmlns:a="http://schemas.openxmlformats.org/drawingml/2006/main" rot="0" flipH="0" flipV="0">
            <a:off x="10311050" y="3190617"/>
            <a:ext cx="612241" cy="637752"/>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29" name="Titel 13">
            <a:extLst xmlns:a="http://schemas.openxmlformats.org/drawingml/2006/main">
              <a:ext uri="{FF2B5EF4-FFF2-40B4-BE49-F238E27FC236}">
                <a16:creationId xmlns:a16="http://schemas.microsoft.com/office/drawing/2014/main" id="{71A7EBC4-6A92-CA7C-F3B3-22EFDE1063E5}"/>
              </a:ext>
            </a:extLst>
          </p:cNvPr>
          <p:cNvSpPr>
            <a:spLocks xmlns:a="http://schemas.openxmlformats.org/drawingml/2006/main" noGrp="1"/>
          </p:cNvSpPr>
          <p:nvPr/>
        </p:nvSpPr>
        <p:spPr>
          <a:xfrm xmlns:a="http://schemas.openxmlformats.org/drawingml/2006/main" rot="0" flipH="0" flipV="0">
            <a:off x="11122734" y="2610842"/>
            <a:ext cx="445266" cy="463820"/>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30" name="Titel 13">
            <a:extLst xmlns:a="http://schemas.openxmlformats.org/drawingml/2006/main">
              <a:ext uri="{FF2B5EF4-FFF2-40B4-BE49-F238E27FC236}">
                <a16:creationId xmlns:a16="http://schemas.microsoft.com/office/drawing/2014/main" id="{59CC5267-D90E-CBE7-B32D-E7368D6160FC}"/>
              </a:ext>
            </a:extLst>
          </p:cNvPr>
          <p:cNvSpPr>
            <a:spLocks xmlns:a="http://schemas.openxmlformats.org/drawingml/2006/main" noGrp="1"/>
          </p:cNvSpPr>
          <p:nvPr/>
        </p:nvSpPr>
        <p:spPr>
          <a:xfrm xmlns:a="http://schemas.openxmlformats.org/drawingml/2006/main" rot="0" flipH="0" flipV="0">
            <a:off x="10079140" y="2484938"/>
            <a:ext cx="1101571" cy="1147472"/>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marR="0" indent="0" defTabSz="914115">
              <a:lnSpc>
                <a:spcPct val="100000"/>
              </a:lnSpc>
              <a:spcBef>
                <a:spcPct val="0"/>
              </a:spcBef>
              <a:spcAft>
                <a:spcPts val="0"/>
              </a:spcAft>
              <a:buClrTx/>
              <a:buSzTx/>
              <a:buFontTx/>
              <a:buNone/>
              <a:tabLst>
                <a:tab pos="8061482" algn="r"/>
              </a:tabLst>
              <a:defRPr b="0" i="0" u="none" cap="none" spc="0" baseline="0">
                <a:ln>
                  <a:noFill/>
                </a:ln>
                <a:solidFill>
                  <a:srgbClr val="FFFFFF"/>
                </a:solidFill>
                <a:latin typeface="Sparkasse Rg"/>
                <a:ea typeface="Sparkasse Rg"/>
                <a:cs typeface="Sparkasse Rg"/>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48" name="Ellipse 47">
            <a:extLst xmlns:a="http://schemas.openxmlformats.org/drawingml/2006/main">
              <a:ext uri="{FF2B5EF4-FFF2-40B4-BE49-F238E27FC236}">
                <a16:creationId xmlns:a16="http://schemas.microsoft.com/office/drawing/2014/main" id="{FBE87C98-421E-2757-EE5E-AAE40F7F376B}"/>
              </a:ext>
            </a:extLst>
          </p:cNvPr>
          <p:cNvSpPr>
            <a:spLocks xmlns:a="http://schemas.openxmlformats.org/drawingml/2006/main" noGrp="1"/>
          </p:cNvSpPr>
          <p:nvPr/>
        </p:nvSpPr>
        <p:spPr>
          <a:xfrm xmlns:a="http://schemas.openxmlformats.org/drawingml/2006/main">
            <a:off x="4944000" y="3933000"/>
            <a:ext cx="324000" cy="324000"/>
          </a:xfrm>
          <a:prstGeom xmlns:a="http://schemas.openxmlformats.org/drawingml/2006/main" prst="ellipse">
            <a:avLst/>
          </a:prstGeom>
          <a:solidFill xmlns:a="http://schemas.openxmlformats.org/drawingml/2006/main">
            <a:srgbClr val="EE0000">
              <a:alpha val="0"/>
            </a:srgbClr>
          </a:solidFill>
          <a:ln xmlns:a="http://schemas.openxmlformats.org/drawingml/2006/main" w="19050">
            <a:solidFill>
              <a:schemeClr val="bg1"/>
            </a:solid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marL="0" marR="0" lvl="0" indent="0" algn="ctr" defTabSz="914205">
              <a:lnSpc>
                <a:spcPct val="100000"/>
              </a:lnSpc>
              <a:spcBef>
                <a:spcPts val="300"/>
              </a:spcBef>
              <a:spcAft>
                <a:spcPts val="300"/>
              </a:spcAft>
              <a:buClrTx/>
              <a:buSzTx/>
              <a:buFontTx/>
              <a:buNone/>
            </a:pPr>
            <a:endParaRPr sz="2000" b="0" i="0" u="none" kern="1200" cap="none" spc="0" baseline="0">
              <a:ln>
                <a:noFill/>
              </a:ln>
              <a:solidFill>
                <a:srgbClr val="000000"/>
              </a:solidFill>
              <a:latin typeface="Sparkasse Lt"/>
              <a:ea typeface="Sparkasse Lt"/>
              <a:cs typeface="Sparkasse Lt"/>
            </a:endParaRPr>
          </a:p>
        </p:txBody>
      </p:sp>
      <p:sp>
        <p:nvSpPr>
          <p:cNvPr id="13" name="Banderole">
            <a:extLst xmlns:a="http://schemas.openxmlformats.org/drawingml/2006/main">
              <a:ext uri="{FF2B5EF4-FFF2-40B4-BE49-F238E27FC236}">
                <a16:creationId xmlns:a16="http://schemas.microsoft.com/office/drawing/2014/main" id="{2D44237B-4B5E-B848-FC37-10A6A6209445}"/>
              </a:ext>
            </a:extLst>
          </p:cNvPr>
          <p:cNvSpPr>
            <a:spLocks xmlns:a="http://schemas.openxmlformats.org/drawingml/2006/main" noGrp="1"/>
          </p:cNvSpPr>
          <p:nvPr/>
        </p:nvSpPr>
        <p:spPr>
          <a:xfrm xmlns:a="http://schemas.openxmlformats.org/drawingml/2006/main">
            <a:off x="695400" y="2205038"/>
            <a:ext cx="4104532" cy="3600226"/>
          </a:xfrm>
          <a:prstGeom xmlns:a="http://schemas.openxmlformats.org/drawingml/2006/main" prst="round2DiagRect">
            <a:avLst>
              <a:gd name="adj1" fmla="val 15276"/>
              <a:gd name="adj2" fmla="val 0"/>
            </a:avLst>
          </a:prstGeom>
          <a:gradFill xmlns:a="http://schemas.openxmlformats.org/drawingml/2006/main">
            <a:gsLst>
              <a:gs pos="78000">
                <a:schemeClr val="bg2"/>
              </a:gs>
              <a:gs pos="0">
                <a:srgbClr val="9B348E"/>
              </a:gs>
              <a:gs pos="37000">
                <a:schemeClr val="bg2"/>
              </a:gs>
            </a:gsLst>
            <a:lin ang="12600000" scaled="0"/>
          </a:gradFill>
        </p:spPr>
        <p:txBody>
          <a:bodyPr xmlns:a="http://schemas.openxmlformats.org/drawingml/2006/main" wrap="square" lIns="288000" tIns="216000" rIns="288000" bIns="216000" anchor="t">
            <a:noAutofit/>
          </a:bodyPr>
          <a:lstStyle xmlns:a="http://schemas.openxmlformats.org/drawingml/2006/main">
            <a:lvl1pPr marL="0" indent="0" algn="l" defTabSz="914115">
              <a:lnSpc>
                <a:spcPct val="110000"/>
              </a:lnSpc>
              <a:spcBef>
                <a:spcPts val="0"/>
              </a:spcBef>
              <a:spcAft>
                <a:spcPts val="600"/>
              </a:spcAft>
              <a:buFont typeface="Arial"/>
              <a:buNone/>
              <a:defRPr sz="1800" b="0" kern="1200">
                <a:solidFill>
                  <a:schemeClr val="bg1"/>
                </a:solidFill>
                <a:latin typeface="+mj-lt"/>
                <a:ea typeface="+mj-lt"/>
                <a:cs typeface="+mj-lt"/>
              </a:defRPr>
            </a:lvl1pPr>
            <a:lvl2pPr marL="0" indent="0" algn="l" defTabSz="914115">
              <a:lnSpc>
                <a:spcPct val="110000"/>
              </a:lnSpc>
              <a:spcBef>
                <a:spcPts val="0"/>
              </a:spcBef>
              <a:spcAft>
                <a:spcPts val="600"/>
              </a:spcAft>
              <a:buFont typeface="Arial"/>
              <a:buNone/>
              <a:defRPr sz="1600" b="0" kern="1200">
                <a:solidFill>
                  <a:schemeClr val="bg1"/>
                </a:solidFill>
                <a:latin typeface="+mn-lt"/>
                <a:ea typeface="+mn-lt"/>
                <a:cs typeface="+mn-lt"/>
              </a:defRPr>
            </a:lvl2pPr>
            <a:lvl3pPr marL="180000" indent="-180000"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3pPr>
            <a:lvl4pPr marL="359888"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4pPr>
            <a:lvl5pPr marL="540000"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5pPr>
            <a:lvl6pPr marL="0" indent="0" algn="l" defTabSz="914115">
              <a:lnSpc>
                <a:spcPct val="110000"/>
              </a:lnSpc>
              <a:spcBef>
                <a:spcPts val="0"/>
              </a:spcBef>
              <a:spcAft>
                <a:spcPts val="600"/>
              </a:spcAft>
              <a:buFont typeface="Arial"/>
              <a:buNone/>
              <a:defRPr sz="1400" kern="1200" baseline="0">
                <a:solidFill>
                  <a:schemeClr val="bg1"/>
                </a:solidFill>
                <a:latin typeface="+mj-lt"/>
                <a:ea typeface="+mj-lt"/>
                <a:cs typeface="+mj-lt"/>
              </a:defRPr>
            </a:lvl6pPr>
            <a:lvl7pPr marL="0" indent="0" algn="l" defTabSz="914115">
              <a:lnSpc>
                <a:spcPct val="110000"/>
              </a:lnSpc>
              <a:spcBef>
                <a:spcPts val="0"/>
              </a:spcBef>
              <a:spcAft>
                <a:spcPts val="600"/>
              </a:spcAft>
              <a:buFont typeface="Arial"/>
              <a:buNone/>
              <a:defRPr sz="1200" kern="1200" baseline="0">
                <a:solidFill>
                  <a:schemeClr val="bg1"/>
                </a:solidFill>
                <a:latin typeface="+mn-lt"/>
                <a:ea typeface="+mn-lt"/>
                <a:cs typeface="+mn-lt"/>
              </a:defRPr>
            </a:lvl7pPr>
            <a:lvl8pPr marL="144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8pPr>
            <a:lvl9pPr marL="288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9pPr>
          </a:lstStyle>
          <a:p xmlns:a="http://schemas.openxmlformats.org/drawingml/2006/main">
            <a:r>
              <a:t>Feature-Branch pushen</a:t>
            </a:r>
          </a:p>
          <a:p xmlns:a="http://schemas.openxmlformats.org/drawingml/2006/main">
            <a:pPr lvl="1">
              <a:buNone/>
            </a:pPr>
            <a:r>
              <a:t>→ M/Text-Entwicklung</a:t>
            </a:r>
          </a:p>
          <a:p xmlns:a="http://schemas.openxmlformats.org/drawingml/2006/main">
            <a:pPr lvl="2">
              <a:buNone/>
            </a:pPr>
            <a:r>
              <a:t/>
            </a:r>
          </a:p>
          <a:p xmlns:a="http://schemas.openxmlformats.org/drawingml/2006/main">
            <a:pPr lvl="3">
              <a:buNone/>
            </a:pPr>
            <a:r>
              <a:t>Pull Request prüfen und zusammenführen</a:t>
            </a:r>
          </a:p>
          <a:p xmlns:a="http://schemas.openxmlformats.org/drawingml/2006/main">
            <a:pPr lvl="4">
              <a:buNone/>
            </a:pPr>
            <a:r>
              <a:t>→ M/Text-Abnahme</a:t>
            </a:r>
          </a:p>
          <a:p xmlns:a="http://schemas.openxmlformats.org/drawingml/2006/main">
            <a:pPr lvl="5">
              <a:buNone/>
            </a:pPr>
            <a:r>
              <a:t/>
            </a:r>
          </a:p>
          <a:p xmlns:a="http://schemas.openxmlformats.org/drawingml/2006/main">
            <a:pPr lvl="6">
              <a:buNone/>
            </a:pPr>
            <a:r>
              <a:t>Release-Tag pushen</a:t>
            </a:r>
          </a:p>
          <a:p xmlns:a="http://schemas.openxmlformats.org/drawingml/2006/main">
            <a:pPr lvl="7">
              <a:buNone/>
            </a:pPr>
            <a:r>
              <a:t>→ FULL oder DELTA und Mainframe</a:t>
            </a:r>
          </a:p>
        </p:txBody>
      </p:sp>
      <p:sp>
        <p:nvSpPr>
          <p:cNvPr id="14" name="Inhaltsplatzhalter 16">
            <a:extLst xmlns:a="http://schemas.openxmlformats.org/drawingml/2006/main">
              <a:ext uri="{FF2B5EF4-FFF2-40B4-BE49-F238E27FC236}">
                <a16:creationId xmlns:a16="http://schemas.microsoft.com/office/drawing/2014/main" id="{CFB82CC7-B055-C164-281A-6B1C454B965D}"/>
              </a:ext>
            </a:extLst>
          </p:cNvPr>
          <p:cNvSpPr>
            <a:spLocks xmlns:a="http://schemas.openxmlformats.org/drawingml/2006/main" noGrp="1"/>
          </p:cNvSpPr>
          <p:nvPr/>
        </p:nvSpPr>
        <p:spPr>
          <a:xfrm xmlns:a="http://schemas.openxmlformats.org/drawingml/2006/main">
            <a:off x="4943873" y="5157192"/>
            <a:ext cx="6624240" cy="648072"/>
          </a:xfrm>
          <a:prstGeom xmlns:a="http://schemas.openxmlformats.org/drawingml/2006/main" prst="round2DiagRect">
            <a:avLst>
              <a:gd name="adj1" fmla="val 18012"/>
              <a:gd name="adj2" fmla="val 0"/>
            </a:avLst>
          </a:prstGeom>
          <a:ln xmlns:a="http://schemas.openxmlformats.org/drawingml/2006/main" w="12700">
            <a:solidFill>
              <a:schemeClr val="bg2"/>
            </a:solidFill>
          </a:ln>
        </p:spPr>
        <p:txBody>
          <a:bodyPr xmlns:a="http://schemas.openxmlformats.org/drawingml/2006/main" lIns="144000" tIns="144000" rIns="144000" bIns="144000" anchor="ctr"/>
          <a:lstStyle xmlns:a="http://schemas.openxmlformats.org/drawingml/2006/main">
            <a:lvl1pPr marL="0" indent="0" algn="l" defTabSz="914115">
              <a:lnSpc>
                <a:spcPct val="110000"/>
              </a:lnSpc>
              <a:spcBef>
                <a:spcPts val="0"/>
              </a:spcBef>
              <a:spcAft>
                <a:spcPts val="600"/>
              </a:spcAft>
              <a:buFont typeface="Arial"/>
              <a:buNone/>
              <a:defRPr sz="1800" b="0" kern="1200">
                <a:solidFill>
                  <a:schemeClr val="tx1"/>
                </a:solidFill>
                <a:latin typeface="+mj-lt"/>
                <a:ea typeface="+mj-lt"/>
                <a:cs typeface="+mj-lt"/>
              </a:defRPr>
            </a:lvl1pPr>
            <a:lvl2pPr marL="0" indent="0" algn="l" defTabSz="914115">
              <a:lnSpc>
                <a:spcPct val="110000"/>
              </a:lnSpc>
              <a:spcBef>
                <a:spcPts val="0"/>
              </a:spcBef>
              <a:spcAft>
                <a:spcPts val="600"/>
              </a:spcAft>
              <a:buFont typeface="Arial"/>
              <a:buNone/>
              <a:defRPr sz="1600" b="0" kern="1200">
                <a:solidFill>
                  <a:schemeClr val="tx1"/>
                </a:solidFill>
                <a:latin typeface="+mn-lt"/>
                <a:ea typeface="+mn-lt"/>
                <a:cs typeface="+mn-lt"/>
              </a:defRPr>
            </a:lvl2pPr>
            <a:lvl3pPr marL="179944"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3pPr>
            <a:lvl4pPr marL="359888"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4pPr>
            <a:lvl5pPr marL="540000"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5pPr>
            <a:lvl6pPr marL="0" indent="0" algn="l" defTabSz="914115">
              <a:lnSpc>
                <a:spcPct val="110000"/>
              </a:lnSpc>
              <a:spcBef>
                <a:spcPts val="0"/>
              </a:spcBef>
              <a:spcAft>
                <a:spcPts val="600"/>
              </a:spcAft>
              <a:buFont typeface="Arial"/>
              <a:buNone/>
              <a:defRPr sz="1400" kern="1200" baseline="0">
                <a:solidFill>
                  <a:schemeClr val="tx1"/>
                </a:solidFill>
                <a:latin typeface="+mj-lt"/>
                <a:ea typeface="+mj-lt"/>
                <a:cs typeface="+mj-lt"/>
              </a:defRPr>
            </a:lvl6pPr>
            <a:lvl7pPr marL="0" indent="0" algn="l" defTabSz="914115">
              <a:lnSpc>
                <a:spcPct val="110000"/>
              </a:lnSpc>
              <a:spcBef>
                <a:spcPts val="0"/>
              </a:spcBef>
              <a:spcAft>
                <a:spcPts val="600"/>
              </a:spcAft>
              <a:buFont typeface="Arial"/>
              <a:buNone/>
              <a:defRPr sz="1200" kern="1200" baseline="0">
                <a:solidFill>
                  <a:schemeClr val="tx1"/>
                </a:solidFill>
                <a:latin typeface="+mn-lt"/>
                <a:ea typeface="+mn-lt"/>
                <a:cs typeface="+mn-lt"/>
              </a:defRPr>
            </a:lvl7pPr>
            <a:lvl8pPr marL="144000" indent="-144000" algn="l" defTabSz="914115">
              <a:lnSpc>
                <a:spcPct val="110000"/>
              </a:lnSpc>
              <a:spcBef>
                <a:spcPts val="0"/>
              </a:spcBef>
              <a:spcAft>
                <a:spcPts val="600"/>
              </a:spcAft>
              <a:buClr>
                <a:schemeClr val="bg2"/>
              </a:buClr>
              <a:buFont typeface="Arial"/>
              <a:buChar char="•"/>
              <a:defRPr sz="1200" kern="1200" baseline="0">
                <a:solidFill>
                  <a:schemeClr val="tx1"/>
                </a:solidFill>
                <a:latin typeface="+mn-lt"/>
                <a:ea typeface="+mn-lt"/>
                <a:cs typeface="+mn-lt"/>
              </a:defRPr>
            </a:lvl8pPr>
            <a:lvl9pPr marL="288000" indent="-144000" algn="l" defTabSz="914115">
              <a:lnSpc>
                <a:spcPct val="110000"/>
              </a:lnSpc>
              <a:spcBef>
                <a:spcPts val="0"/>
              </a:spcBef>
              <a:spcAft>
                <a:spcPts val="600"/>
              </a:spcAft>
              <a:buClr>
                <a:schemeClr val="bg2"/>
              </a:buClr>
              <a:buFont typeface="Arial"/>
              <a:buChar char="•"/>
              <a:defRPr sz="1200" kern="1200" baseline="0">
                <a:solidFill>
                  <a:schemeClr val="tx1"/>
                </a:solidFill>
                <a:latin typeface="+mn-lt"/>
                <a:ea typeface="+mn-lt"/>
                <a:cs typeface="+mn-lt"/>
              </a:defRPr>
            </a:lvl9pPr>
          </a:lstStyle>
          <a:p xmlns:a="http://schemas.openxmlformats.org/drawingml/2006/main">
            <a:pPr lvl="1">
              <a:buNone/>
            </a:pPr>
            <a:r>
              <a:rPr>
                <a:solidFill>
                  <a:schemeClr val="bg2"/>
                </a:solidFill>
              </a:rPr>
              <a:t>In Git liegen die M/Text-Projekte. Entwicklung und Abnahme sind die beiden M/Text-Ziele.</a:t>
            </a:r>
          </a:p>
        </p:txBody>
      </p:sp>
      <p:sp>
        <p:nvSpPr>
          <p:cNvPr id="15" name="Textplatzhalter 11">
            <a:extLst xmlns:a="http://schemas.openxmlformats.org/drawingml/2006/main">
              <a:ext uri="{FF2B5EF4-FFF2-40B4-BE49-F238E27FC236}">
                <a16:creationId xmlns:a16="http://schemas.microsoft.com/office/drawing/2014/main" id="{ADF4B7C4-9549-38B0-E778-9A104FF7EE97}"/>
              </a:ext>
            </a:extLst>
          </p:cNvPr>
          <p:cNvSpPr>
            <a:spLocks xmlns:a="http://schemas.openxmlformats.org/drawingml/2006/main" noGrp="1"/>
          </p:cNvSpPr>
          <p:nvPr/>
        </p:nvSpPr>
        <p:spPr>
          <a:xfrm xmlns:a="http://schemas.openxmlformats.org/drawingml/2006/main">
            <a:off x="4943872" y="2204864"/>
            <a:ext cx="720000" cy="720080"/>
          </a:xfrm>
          <a:prstGeom xmlns:a="http://schemas.openxmlformats.org/drawingml/2006/main" prst="ellipse">
            <a:avLst/>
          </a:prstGeom>
          <a:solidFill xmlns:a="http://schemas.openxmlformats.org/drawingml/2006/main">
            <a:srgbClr val="FFC900"/>
          </a:solidFill>
          <a:ln xmlns:a="http://schemas.openxmlformats.org/drawingml/2006/main" w="12700">
            <a:noFill/>
          </a:ln>
        </p:spPr>
        <p:txBody>
          <a:bodyPr xmlns:a="http://schemas.openxmlformats.org/drawingml/2006/main" wrap="none" lIns="0" tIns="0" rIns="0" bIns="0" anchor="ctr"/>
          <a:lstStyle xmlns:a="http://schemas.openxmlformats.org/drawingml/2006/main">
            <a:lvl1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1pPr>
            <a:lvl2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2pPr>
            <a:lvl3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3pPr>
            <a:lvl4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4pPr>
            <a:lvl5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5pPr>
            <a:lvl6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6pPr>
            <a:lvl7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7pPr>
            <a:lvl8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8pPr>
            <a:lvl9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9pPr>
          </a:lstStyle>
          <a:p xmlns:a="http://schemas.openxmlformats.org/drawingml/2006/main">
            <a:pPr>
              <a:lnSpc>
                <a:spcPct val="110000"/>
              </a:lnSpc>
              <a:buNone/>
            </a:pPr>
            <a:r>
              <a:rPr sz="1200">
                <a:solidFill>
                  <a:schemeClr val="tx1"/>
                </a:solidFill>
              </a:rPr>
              <a:t>Branch</a:t>
            </a:r>
          </a:p>
        </p:txBody>
      </p:sp>
      <p:sp>
        <p:nvSpPr>
          <p:cNvPr id="19" name="Textplatzhalter 11">
            <a:extLst xmlns:a="http://schemas.openxmlformats.org/drawingml/2006/main">
              <a:ext uri="{FF2B5EF4-FFF2-40B4-BE49-F238E27FC236}">
                <a16:creationId xmlns:a16="http://schemas.microsoft.com/office/drawing/2014/main" id="{36301DB5-0E6A-CF38-7D1E-512C84E383D4}"/>
              </a:ext>
            </a:extLst>
          </p:cNvPr>
          <p:cNvSpPr>
            <a:spLocks xmlns:a="http://schemas.openxmlformats.org/drawingml/2006/main" noGrp="1"/>
          </p:cNvSpPr>
          <p:nvPr/>
        </p:nvSpPr>
        <p:spPr>
          <a:xfrm xmlns:a="http://schemas.openxmlformats.org/drawingml/2006/main">
            <a:off x="5789354" y="2204864"/>
            <a:ext cx="720000" cy="720080"/>
          </a:xfrm>
          <a:prstGeom xmlns:a="http://schemas.openxmlformats.org/drawingml/2006/main" prst="ellipse">
            <a:avLst/>
          </a:prstGeom>
          <a:solidFill xmlns:a="http://schemas.openxmlformats.org/drawingml/2006/main">
            <a:srgbClr val="FF8F00"/>
          </a:solidFill>
          <a:ln xmlns:a="http://schemas.openxmlformats.org/drawingml/2006/main" w="12700">
            <a:noFill/>
          </a:ln>
        </p:spPr>
        <p:txBody>
          <a:bodyPr xmlns:a="http://schemas.openxmlformats.org/drawingml/2006/main" wrap="none" lIns="0" tIns="0" rIns="0" bIns="0" anchor="ctr"/>
          <a:lstStyle xmlns:a="http://schemas.openxmlformats.org/drawingml/2006/main">
            <a:lvl1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1pPr>
            <a:lvl2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2pPr>
            <a:lvl3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3pPr>
            <a:lvl4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4pPr>
            <a:lvl5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5pPr>
            <a:lvl6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6pPr>
            <a:lvl7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7pPr>
            <a:lvl8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8pPr>
            <a:lvl9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9pPr>
          </a:lstStyle>
          <a:p xmlns:a="http://schemas.openxmlformats.org/drawingml/2006/main">
            <a:pPr>
              <a:lnSpc>
                <a:spcPct val="110000"/>
              </a:lnSpc>
              <a:buNone/>
            </a:pPr>
            <a:r>
              <a:rPr sz="1200">
                <a:solidFill>
                  <a:srgbClr val="FFFFFF"/>
                </a:solidFill>
              </a:rPr>
              <a:t>Commit</a:t>
            </a:r>
          </a:p>
        </p:txBody>
      </p:sp>
      <p:sp>
        <p:nvSpPr>
          <p:cNvPr id="20" name="Textplatzhalter 11">
            <a:extLst xmlns:a="http://schemas.openxmlformats.org/drawingml/2006/main">
              <a:ext uri="{FF2B5EF4-FFF2-40B4-BE49-F238E27FC236}">
                <a16:creationId xmlns:a16="http://schemas.microsoft.com/office/drawing/2014/main" id="{57F95311-EB01-D1FC-4CCC-C64A255A543C}"/>
              </a:ext>
            </a:extLst>
          </p:cNvPr>
          <p:cNvSpPr>
            <a:spLocks xmlns:a="http://schemas.openxmlformats.org/drawingml/2006/main" noGrp="1"/>
          </p:cNvSpPr>
          <p:nvPr/>
        </p:nvSpPr>
        <p:spPr>
          <a:xfrm xmlns:a="http://schemas.openxmlformats.org/drawingml/2006/main">
            <a:off x="6632564" y="2204864"/>
            <a:ext cx="720000" cy="720080"/>
          </a:xfrm>
          <a:prstGeom xmlns:a="http://schemas.openxmlformats.org/drawingml/2006/main" prst="ellipse">
            <a:avLst/>
          </a:prstGeom>
          <a:solidFill xmlns:a="http://schemas.openxmlformats.org/drawingml/2006/main">
            <a:schemeClr val="bg2"/>
          </a:solidFill>
          <a:ln xmlns:a="http://schemas.openxmlformats.org/drawingml/2006/main" w="12700">
            <a:noFill/>
          </a:ln>
        </p:spPr>
        <p:txBody>
          <a:bodyPr xmlns:a="http://schemas.openxmlformats.org/drawingml/2006/main" wrap="none" lIns="0" tIns="0" rIns="0" bIns="0" anchor="ctr"/>
          <a:lstStyle xmlns:a="http://schemas.openxmlformats.org/drawingml/2006/main">
            <a:lvl1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1pPr>
            <a:lvl2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2pPr>
            <a:lvl3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3pPr>
            <a:lvl4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4pPr>
            <a:lvl5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5pPr>
            <a:lvl6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6pPr>
            <a:lvl7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7pPr>
            <a:lvl8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8pPr>
            <a:lvl9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9pPr>
          </a:lstStyle>
          <a:p xmlns:a="http://schemas.openxmlformats.org/drawingml/2006/main">
            <a:pPr>
              <a:lnSpc>
                <a:spcPct val="110000"/>
              </a:lnSpc>
              <a:buNone/>
            </a:pPr>
            <a:r>
              <a:rPr sz="1200">
                <a:solidFill>
                  <a:srgbClr val="FFFFFF"/>
                </a:solidFill>
              </a:rPr>
              <a:t>Push</a:t>
            </a:r>
          </a:p>
        </p:txBody>
      </p:sp>
      <p:sp>
        <p:nvSpPr>
          <p:cNvPr id="38" name="Textplatzhalter 11">
            <a:extLst xmlns:a="http://schemas.openxmlformats.org/drawingml/2006/main">
              <a:ext uri="{FF2B5EF4-FFF2-40B4-BE49-F238E27FC236}">
                <a16:creationId xmlns:a16="http://schemas.microsoft.com/office/drawing/2014/main" id="{6B4AD43A-4150-F957-C5DC-1285B56593C3}"/>
              </a:ext>
            </a:extLst>
          </p:cNvPr>
          <p:cNvSpPr>
            <a:spLocks xmlns:a="http://schemas.openxmlformats.org/drawingml/2006/main" noGrp="1"/>
          </p:cNvSpPr>
          <p:nvPr/>
        </p:nvSpPr>
        <p:spPr>
          <a:xfrm xmlns:a="http://schemas.openxmlformats.org/drawingml/2006/main">
            <a:off x="7475773" y="2204864"/>
            <a:ext cx="720000" cy="720080"/>
          </a:xfrm>
          <a:prstGeom xmlns:a="http://schemas.openxmlformats.org/drawingml/2006/main" prst="ellipse">
            <a:avLst/>
          </a:prstGeom>
          <a:solidFill xmlns:a="http://schemas.openxmlformats.org/drawingml/2006/main">
            <a:srgbClr val="9B348E"/>
          </a:solidFill>
          <a:ln xmlns:a="http://schemas.openxmlformats.org/drawingml/2006/main" w="12700">
            <a:noFill/>
          </a:ln>
        </p:spPr>
        <p:txBody>
          <a:bodyPr xmlns:a="http://schemas.openxmlformats.org/drawingml/2006/main" wrap="none" lIns="0" tIns="0" rIns="0" bIns="0" anchor="ctr"/>
          <a:lstStyle xmlns:a="http://schemas.openxmlformats.org/drawingml/2006/main">
            <a:lvl1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1pPr>
            <a:lvl2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2pPr>
            <a:lvl3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3pPr>
            <a:lvl4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4pPr>
            <a:lvl5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5pPr>
            <a:lvl6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6pPr>
            <a:lvl7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7pPr>
            <a:lvl8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8pPr>
            <a:lvl9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9pPr>
          </a:lstStyle>
          <a:p xmlns:a="http://schemas.openxmlformats.org/drawingml/2006/main">
            <a:pPr>
              <a:lnSpc>
                <a:spcPct val="110000"/>
              </a:lnSpc>
              <a:buNone/>
            </a:pPr>
            <a:r>
              <a:rPr sz="1200">
                <a:solidFill>
                  <a:srgbClr val="FFFFFF"/>
                </a:solidFill>
              </a:rPr>
              <a:t>Entw.</a:t>
            </a:r>
          </a:p>
        </p:txBody>
      </p:sp>
      <p:sp>
        <p:nvSpPr>
          <p:cNvPr id="43" name="Textplatzhalter 11">
            <a:extLst xmlns:a="http://schemas.openxmlformats.org/drawingml/2006/main">
              <a:ext uri="{FF2B5EF4-FFF2-40B4-BE49-F238E27FC236}">
                <a16:creationId xmlns:a16="http://schemas.microsoft.com/office/drawing/2014/main" id="{E2D88789-956D-410E-080C-A1CB59FF7844}"/>
              </a:ext>
            </a:extLst>
          </p:cNvPr>
          <p:cNvSpPr>
            <a:spLocks xmlns:a="http://schemas.openxmlformats.org/drawingml/2006/main" noGrp="1"/>
          </p:cNvSpPr>
          <p:nvPr/>
        </p:nvSpPr>
        <p:spPr>
          <a:xfrm xmlns:a="http://schemas.openxmlformats.org/drawingml/2006/main">
            <a:off x="4943872" y="3104964"/>
            <a:ext cx="720000" cy="720080"/>
          </a:xfrm>
          <a:prstGeom xmlns:a="http://schemas.openxmlformats.org/drawingml/2006/main" prst="ellipse">
            <a:avLst/>
          </a:prstGeom>
          <a:solidFill xmlns:a="http://schemas.openxmlformats.org/drawingml/2006/main">
            <a:srgbClr val="2C57D2"/>
          </a:solidFill>
          <a:ln xmlns:a="http://schemas.openxmlformats.org/drawingml/2006/main" w="12700">
            <a:noFill/>
          </a:ln>
        </p:spPr>
        <p:txBody>
          <a:bodyPr xmlns:a="http://schemas.openxmlformats.org/drawingml/2006/main" wrap="none" lIns="0" tIns="0" rIns="0" bIns="0" anchor="ctr"/>
          <a:lstStyle xmlns:a="http://schemas.openxmlformats.org/drawingml/2006/main">
            <a:lvl1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1pPr>
            <a:lvl2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2pPr>
            <a:lvl3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3pPr>
            <a:lvl4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4pPr>
            <a:lvl5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5pPr>
            <a:lvl6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6pPr>
            <a:lvl7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7pPr>
            <a:lvl8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8pPr>
            <a:lvl9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9pPr>
          </a:lstStyle>
          <a:p xmlns:a="http://schemas.openxmlformats.org/drawingml/2006/main">
            <a:pPr>
              <a:lnSpc>
                <a:spcPct val="110000"/>
              </a:lnSpc>
              <a:buNone/>
            </a:pPr>
            <a:r>
              <a:rPr sz="1200">
                <a:solidFill>
                  <a:srgbClr val="FFFFFF"/>
                </a:solidFill>
              </a:rPr>
              <a:t>PR</a:t>
            </a:r>
          </a:p>
        </p:txBody>
      </p:sp>
      <p:sp>
        <p:nvSpPr>
          <p:cNvPr id="44" name="Textplatzhalter 11">
            <a:extLst xmlns:a="http://schemas.openxmlformats.org/drawingml/2006/main">
              <a:ext uri="{FF2B5EF4-FFF2-40B4-BE49-F238E27FC236}">
                <a16:creationId xmlns:a16="http://schemas.microsoft.com/office/drawing/2014/main" id="{52458473-4958-1A3F-9B4F-809CD5DAE9C4}"/>
              </a:ext>
            </a:extLst>
          </p:cNvPr>
          <p:cNvSpPr>
            <a:spLocks xmlns:a="http://schemas.openxmlformats.org/drawingml/2006/main" noGrp="1"/>
          </p:cNvSpPr>
          <p:nvPr/>
        </p:nvSpPr>
        <p:spPr>
          <a:xfrm xmlns:a="http://schemas.openxmlformats.org/drawingml/2006/main">
            <a:off x="5789354" y="3104964"/>
            <a:ext cx="720000" cy="720080"/>
          </a:xfrm>
          <a:prstGeom xmlns:a="http://schemas.openxmlformats.org/drawingml/2006/main" prst="ellipse">
            <a:avLst/>
          </a:prstGeom>
          <a:solidFill xmlns:a="http://schemas.openxmlformats.org/drawingml/2006/main">
            <a:srgbClr val="00ACD3"/>
          </a:solidFill>
          <a:ln xmlns:a="http://schemas.openxmlformats.org/drawingml/2006/main" w="12700">
            <a:noFill/>
          </a:ln>
        </p:spPr>
        <p:txBody>
          <a:bodyPr xmlns:a="http://schemas.openxmlformats.org/drawingml/2006/main" wrap="none" lIns="0" tIns="0" rIns="0" bIns="0" anchor="ctr"/>
          <a:lstStyle xmlns:a="http://schemas.openxmlformats.org/drawingml/2006/main">
            <a:lvl1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1pPr>
            <a:lvl2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2pPr>
            <a:lvl3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3pPr>
            <a:lvl4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4pPr>
            <a:lvl5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5pPr>
            <a:lvl6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6pPr>
            <a:lvl7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7pPr>
            <a:lvl8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8pPr>
            <a:lvl9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9pPr>
          </a:lstStyle>
          <a:p xmlns:a="http://schemas.openxmlformats.org/drawingml/2006/main">
            <a:pPr>
              <a:lnSpc>
                <a:spcPct val="110000"/>
              </a:lnSpc>
              <a:buNone/>
            </a:pPr>
            <a:r>
              <a:rPr sz="1200">
                <a:solidFill>
                  <a:srgbClr val="FFFFFF"/>
                </a:solidFill>
              </a:rPr>
              <a:t>Merge</a:t>
            </a:r>
          </a:p>
        </p:txBody>
      </p:sp>
      <p:sp>
        <p:nvSpPr>
          <p:cNvPr id="45" name="Textplatzhalter 11">
            <a:extLst xmlns:a="http://schemas.openxmlformats.org/drawingml/2006/main">
              <a:ext uri="{FF2B5EF4-FFF2-40B4-BE49-F238E27FC236}">
                <a16:creationId xmlns:a16="http://schemas.microsoft.com/office/drawing/2014/main" id="{3EA78A4F-3439-DB97-8273-4FEDAF0E77F6}"/>
              </a:ext>
            </a:extLst>
          </p:cNvPr>
          <p:cNvSpPr>
            <a:spLocks xmlns:a="http://schemas.openxmlformats.org/drawingml/2006/main" noGrp="1"/>
          </p:cNvSpPr>
          <p:nvPr/>
        </p:nvSpPr>
        <p:spPr>
          <a:xfrm xmlns:a="http://schemas.openxmlformats.org/drawingml/2006/main">
            <a:off x="6632564" y="3104964"/>
            <a:ext cx="720000" cy="720080"/>
          </a:xfrm>
          <a:prstGeom xmlns:a="http://schemas.openxmlformats.org/drawingml/2006/main" prst="ellipse">
            <a:avLst/>
          </a:prstGeom>
          <a:solidFill xmlns:a="http://schemas.openxmlformats.org/drawingml/2006/main">
            <a:srgbClr val="009864"/>
          </a:solidFill>
          <a:ln xmlns:a="http://schemas.openxmlformats.org/drawingml/2006/main" w="12700">
            <a:noFill/>
          </a:ln>
        </p:spPr>
        <p:txBody>
          <a:bodyPr xmlns:a="http://schemas.openxmlformats.org/drawingml/2006/main" wrap="none" lIns="0" tIns="0" rIns="0" bIns="0" anchor="ctr"/>
          <a:lstStyle xmlns:a="http://schemas.openxmlformats.org/drawingml/2006/main">
            <a:lvl1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1pPr>
            <a:lvl2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2pPr>
            <a:lvl3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3pPr>
            <a:lvl4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4pPr>
            <a:lvl5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5pPr>
            <a:lvl6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6pPr>
            <a:lvl7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7pPr>
            <a:lvl8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8pPr>
            <a:lvl9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9pPr>
          </a:lstStyle>
          <a:p xmlns:a="http://schemas.openxmlformats.org/drawingml/2006/main">
            <a:pPr>
              <a:lnSpc>
                <a:spcPct val="110000"/>
              </a:lnSpc>
              <a:buNone/>
            </a:pPr>
            <a:r>
              <a:rPr sz="1200">
                <a:solidFill>
                  <a:srgbClr val="FFFFFF"/>
                </a:solidFill>
              </a:rPr>
              <a:t>Abnahme</a:t>
            </a:r>
          </a:p>
        </p:txBody>
      </p:sp>
      <p:sp>
        <p:nvSpPr>
          <p:cNvPr id="46" name="Textplatzhalter 11">
            <a:extLst xmlns:a="http://schemas.openxmlformats.org/drawingml/2006/main">
              <a:ext uri="{FF2B5EF4-FFF2-40B4-BE49-F238E27FC236}">
                <a16:creationId xmlns:a16="http://schemas.microsoft.com/office/drawing/2014/main" id="{3864544A-482C-AAD0-1524-B529BBB2420D}"/>
              </a:ext>
            </a:extLst>
          </p:cNvPr>
          <p:cNvSpPr>
            <a:spLocks xmlns:a="http://schemas.openxmlformats.org/drawingml/2006/main" noGrp="1"/>
          </p:cNvSpPr>
          <p:nvPr/>
        </p:nvSpPr>
        <p:spPr>
          <a:xfrm xmlns:a="http://schemas.openxmlformats.org/drawingml/2006/main">
            <a:off x="7475773" y="3104964"/>
            <a:ext cx="720000" cy="720080"/>
          </a:xfrm>
          <a:prstGeom xmlns:a="http://schemas.openxmlformats.org/drawingml/2006/main" prst="ellipse">
            <a:avLst/>
          </a:prstGeom>
          <a:solidFill xmlns:a="http://schemas.openxmlformats.org/drawingml/2006/main">
            <a:srgbClr val="8CD000"/>
          </a:solidFill>
          <a:ln xmlns:a="http://schemas.openxmlformats.org/drawingml/2006/main" w="12700">
            <a:noFill/>
          </a:ln>
        </p:spPr>
        <p:txBody>
          <a:bodyPr xmlns:a="http://schemas.openxmlformats.org/drawingml/2006/main" wrap="none" lIns="0" tIns="0" rIns="0" bIns="0" anchor="ctr"/>
          <a:lstStyle xmlns:a="http://schemas.openxmlformats.org/drawingml/2006/main">
            <a:lvl1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1pPr>
            <a:lvl2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2pPr>
            <a:lvl3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3pPr>
            <a:lvl4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4pPr>
            <a:lvl5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5pPr>
            <a:lvl6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6pPr>
            <a:lvl7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7pPr>
            <a:lvl8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8pPr>
            <a:lvl9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9pPr>
          </a:lstStyle>
          <a:p xmlns:a="http://schemas.openxmlformats.org/drawingml/2006/main">
            <a:pPr>
              <a:lnSpc>
                <a:spcPct val="110000"/>
              </a:lnSpc>
              <a:buNone/>
            </a:pPr>
            <a:r>
              <a:rPr sz="1200">
                <a:solidFill>
                  <a:srgbClr val="FFFFFF"/>
                </a:solidFill>
              </a:rPr>
              <a:t>Tag</a:t>
            </a:r>
          </a:p>
        </p:txBody>
      </p:sp>
    </p:spTree>
    <p:extLst>
      <p:ext uri="{BB962C8B-B14F-4D97-AF65-F5344CB8AC3E}">
        <p14:creationId xmlns:p14="http://schemas.microsoft.com/office/powerpoint/2010/main" val="130754431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platzhalter 1">
            <a:extLst xmlns:a="http://schemas.openxmlformats.org/drawingml/2006/main">
              <a:ext uri="{FF2B5EF4-FFF2-40B4-BE49-F238E27FC236}">
                <a16:creationId xmlns:a16="http://schemas.microsoft.com/office/drawing/2014/main" id="{A421A364-6E2A-AC32-62E6-72EAF610ECD2}"/>
              </a:ext>
            </a:extLst>
          </p:cNvPr>
          <p:cNvSpPr>
            <a:spLocks xmlns:a="http://schemas.openxmlformats.org/drawingml/2006/main" noGrp="1"/>
          </p:cNvSpPr>
          <p:nvPr>
            <p:ph type="body" idx="26"/>
          </p:nvPr>
        </p:nvSpPr>
        <p:spPr>
          <a:xfrm xmlns:a="http://schemas.openxmlformats.org/drawingml/2006/main">
            <a:off x="695401" y="548680"/>
            <a:ext cx="10296000" cy="288000"/>
          </a:xfrm>
        </p:spPr>
        <p:txBody>
          <a:bodyPr xmlns:a="http://schemas.openxmlformats.org/drawingml/2006/main"/>
          <a:lstStyle xmlns:a="http://schemas.openxmlformats.org/drawingml/2006/main"/>
          <a:p xmlns:a="http://schemas.openxmlformats.org/drawingml/2006/main">
            <a:r>
              <a:t>Branch-Modell</a:t>
            </a:r>
          </a:p>
        </p:txBody>
      </p:sp>
      <p:sp>
        <p:nvSpPr>
          <p:cNvPr id="3" name="Titel 2">
            <a:extLst xmlns:a="http://schemas.openxmlformats.org/drawingml/2006/main">
              <a:ext uri="{FF2B5EF4-FFF2-40B4-BE49-F238E27FC236}">
                <a16:creationId xmlns:a16="http://schemas.microsoft.com/office/drawing/2014/main" id="{7C7778AC-2811-BAB4-059B-E0F0B8369F36}"/>
              </a:ext>
            </a:extLst>
          </p:cNvPr>
          <p:cNvSpPr>
            <a:spLocks xmlns:a="http://schemas.openxmlformats.org/drawingml/2006/main" noGrp="1"/>
          </p:cNvSpPr>
          <p:nvPr>
            <p:ph type="title" idx="0"/>
          </p:nvPr>
        </p:nvSpPr>
        <p:spPr>
          <a:xfrm xmlns:a="http://schemas.openxmlformats.org/drawingml/2006/main">
            <a:off x="695325" y="908720"/>
            <a:ext cx="10872788" cy="576064"/>
          </a:xfrm>
        </p:spPr>
        <p:txBody>
          <a:bodyPr xmlns:a="http://schemas.openxmlformats.org/drawingml/2006/main"/>
          <a:lstStyle xmlns:a="http://schemas.openxmlformats.org/drawingml/2006/main"/>
          <a:p xmlns:a="http://schemas.openxmlformats.org/drawingml/2006/main">
            <a:r>
              <a:t>Drei Branch-Typen reichen aus</a:t>
            </a:r>
          </a:p>
        </p:txBody>
      </p:sp>
      <p:sp>
        <p:nvSpPr>
          <p:cNvPr id="4" name="Textplatzhalter 3">
            <a:extLst xmlns:a="http://schemas.openxmlformats.org/drawingml/2006/main">
              <a:ext uri="{FF2B5EF4-FFF2-40B4-BE49-F238E27FC236}">
                <a16:creationId xmlns:a16="http://schemas.microsoft.com/office/drawing/2014/main" id="{3836E7D1-990B-3E4E-F5E0-CB2242982B78}"/>
              </a:ext>
            </a:extLst>
          </p:cNvPr>
          <p:cNvSpPr>
            <a:spLocks xmlns:a="http://schemas.openxmlformats.org/drawingml/2006/main" noGrp="1"/>
          </p:cNvSpPr>
          <p:nvPr>
            <p:ph type="body" idx="27"/>
          </p:nvPr>
        </p:nvSpPr>
        <p:spPr>
          <a:xfrm xmlns:a="http://schemas.openxmlformats.org/drawingml/2006/main">
            <a:off x="695401" y="1484784"/>
            <a:ext cx="10872712" cy="504000"/>
          </a:xfrm>
        </p:spPr>
        <p:txBody>
          <a:bodyPr xmlns:a="http://schemas.openxmlformats.org/drawingml/2006/main"/>
          <a:lstStyle xmlns:a="http://schemas.openxmlformats.org/drawingml/2006/main"/>
          <a:p xmlns:a="http://schemas.openxmlformats.org/drawingml/2006/main">
            <a:r>
              <a:t>Die Releaselinie steht im Branch-Namen oder in der Konfiguration von main</a:t>
            </a:r>
          </a:p>
        </p:txBody>
      </p:sp>
      <p:sp>
        <p:nvSpPr>
          <p:cNvPr id="5" name="Foliennummernplatzhalter 4">
            <a:extLst xmlns:a="http://schemas.openxmlformats.org/drawingml/2006/main">
              <a:ext uri="{FF2B5EF4-FFF2-40B4-BE49-F238E27FC236}">
                <a16:creationId xmlns:a16="http://schemas.microsoft.com/office/drawing/2014/main" id="{A8492505-0818-7713-0384-3FBD39951901}"/>
              </a:ext>
            </a:extLst>
          </p:cNvPr>
          <p:cNvSpPr>
            <a:spLocks xmlns:a="http://schemas.openxmlformats.org/drawingml/2006/main" noGrp="1"/>
          </p:cNvSpPr>
          <p:nvPr>
            <p:ph type="sldNum" idx="24"/>
          </p:nvPr>
        </p:nvSpPr>
        <p:spPr>
          <a:xfrm xmlns:a="http://schemas.openxmlformats.org/drawingml/2006/main">
            <a:off x="11280745" y="6573600"/>
            <a:ext cx="647903" cy="144000"/>
          </a:xfrm>
        </p:spPr>
        <p:txBody>
          <a:bodyPr xmlns:a="http://schemas.openxmlformats.org/drawingml/2006/main"/>
          <a:lstStyle xmlns:a="http://schemas.openxmlformats.org/drawingml/2006/main"/>
          <a:p xmlns:a="http://schemas.openxmlformats.org/drawingml/2006/main">
            <a:r>
              <a:t>Seite 4</a:t>
            </a:r>
            <a:endParaRPr/>
          </a:p>
        </p:txBody>
      </p:sp>
      <p:sp>
        <p:nvSpPr>
          <p:cNvPr id="23" name="Datumsplatzhalter 22">
            <a:extLst xmlns:a="http://schemas.openxmlformats.org/drawingml/2006/main">
              <a:ext uri="{FF2B5EF4-FFF2-40B4-BE49-F238E27FC236}">
                <a16:creationId xmlns:a16="http://schemas.microsoft.com/office/drawing/2014/main" id="{73CDDF3E-97EE-9B91-4F88-73E1A44C6BB2}"/>
              </a:ext>
            </a:extLst>
          </p:cNvPr>
          <p:cNvSpPr>
            <a:spLocks xmlns:a="http://schemas.openxmlformats.org/drawingml/2006/main" noGrp="1"/>
          </p:cNvSpPr>
          <p:nvPr>
            <p:ph type="dt" idx="29"/>
          </p:nvPr>
        </p:nvSpPr>
        <p:spPr>
          <a:xfrm xmlns:a="http://schemas.openxmlformats.org/drawingml/2006/main">
            <a:off x="1559656" y="6573600"/>
            <a:ext cx="1944000" cy="144000"/>
          </a:xfrm>
        </p:spPr>
        <p:txBody>
          <a:bodyPr xmlns:a="http://schemas.openxmlformats.org/drawingml/2006/main"/>
          <a:lstStyle xmlns:a="http://schemas.openxmlformats.org/drawingml/2006/main"/>
          <a:p xmlns:a="http://schemas.openxmlformats.org/drawingml/2006/main">
            <a:r>
              <a:t>Intern, 06.08.2026</a:t>
            </a:r>
            <a:endParaRPr/>
          </a:p>
        </p:txBody>
      </p:sp>
      <p:sp>
        <p:nvSpPr>
          <p:cNvPr id="7" name="Banderole">
            <a:extLst xmlns:a="http://schemas.openxmlformats.org/drawingml/2006/main">
              <a:ext uri="{FF2B5EF4-FFF2-40B4-BE49-F238E27FC236}">
                <a16:creationId xmlns:a16="http://schemas.microsoft.com/office/drawing/2014/main" id="{F1F17850-2A60-751A-BEC2-048DF7927291}"/>
              </a:ext>
            </a:extLst>
          </p:cNvPr>
          <p:cNvSpPr>
            <a:spLocks xmlns:a="http://schemas.openxmlformats.org/drawingml/2006/main" noGrp="1"/>
          </p:cNvSpPr>
          <p:nvPr/>
        </p:nvSpPr>
        <p:spPr>
          <a:xfrm xmlns:a="http://schemas.openxmlformats.org/drawingml/2006/main">
            <a:off x="695400" y="2205038"/>
            <a:ext cx="2447851" cy="3240000"/>
          </a:xfrm>
          <a:prstGeom xmlns:a="http://schemas.openxmlformats.org/drawingml/2006/main" prst="round2DiagRect">
            <a:avLst>
              <a:gd name="adj1" fmla="val 24903"/>
              <a:gd name="adj2" fmla="val 0"/>
            </a:avLst>
          </a:prstGeom>
          <a:gradFill xmlns:a="http://schemas.openxmlformats.org/drawingml/2006/main">
            <a:gsLst>
              <a:gs pos="78000">
                <a:schemeClr val="bg2"/>
              </a:gs>
              <a:gs pos="0">
                <a:srgbClr val="9B348E"/>
              </a:gs>
              <a:gs pos="37000">
                <a:schemeClr val="bg2"/>
              </a:gs>
            </a:gsLst>
            <a:lin ang="12600000" scaled="0"/>
          </a:gradFill>
        </p:spPr>
        <p:txBody>
          <a:bodyPr xmlns:a="http://schemas.openxmlformats.org/drawingml/2006/main" wrap="square" lIns="216000" tIns="720000" rIns="216000" bIns="216000" anchor="t">
            <a:noAutofit/>
          </a:bodyPr>
          <a:lstStyle xmlns:a="http://schemas.openxmlformats.org/drawingml/2006/main">
            <a:lvl1pPr marL="0" indent="0" algn="l" defTabSz="914115">
              <a:lnSpc>
                <a:spcPct val="110000"/>
              </a:lnSpc>
              <a:spcBef>
                <a:spcPts val="0"/>
              </a:spcBef>
              <a:spcAft>
                <a:spcPts val="600"/>
              </a:spcAft>
              <a:buFont typeface="Arial"/>
              <a:buNone/>
              <a:defRPr sz="1800" b="0" kern="1200">
                <a:solidFill>
                  <a:schemeClr val="bg1"/>
                </a:solidFill>
                <a:latin typeface="+mj-lt"/>
                <a:ea typeface="+mj-lt"/>
                <a:cs typeface="+mj-lt"/>
              </a:defRPr>
            </a:lvl1pPr>
            <a:lvl2pPr marL="0" indent="0" algn="l" defTabSz="914115">
              <a:lnSpc>
                <a:spcPct val="110000"/>
              </a:lnSpc>
              <a:spcBef>
                <a:spcPts val="0"/>
              </a:spcBef>
              <a:spcAft>
                <a:spcPts val="600"/>
              </a:spcAft>
              <a:buFont typeface="Arial"/>
              <a:buNone/>
              <a:defRPr sz="1600" b="0" kern="1200">
                <a:solidFill>
                  <a:schemeClr val="bg1"/>
                </a:solidFill>
                <a:latin typeface="+mn-lt"/>
                <a:ea typeface="+mn-lt"/>
                <a:cs typeface="+mn-lt"/>
              </a:defRPr>
            </a:lvl2pPr>
            <a:lvl3pPr marL="180000" indent="-180000"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3pPr>
            <a:lvl4pPr marL="359888"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4pPr>
            <a:lvl5pPr marL="540000"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5pPr>
            <a:lvl6pPr marL="0" indent="0" algn="l" defTabSz="914115">
              <a:lnSpc>
                <a:spcPct val="110000"/>
              </a:lnSpc>
              <a:spcBef>
                <a:spcPts val="0"/>
              </a:spcBef>
              <a:spcAft>
                <a:spcPts val="600"/>
              </a:spcAft>
              <a:buFont typeface="Arial"/>
              <a:buNone/>
              <a:defRPr sz="1400" kern="1200" baseline="0">
                <a:solidFill>
                  <a:schemeClr val="bg1"/>
                </a:solidFill>
                <a:latin typeface="+mj-lt"/>
                <a:ea typeface="+mj-lt"/>
                <a:cs typeface="+mj-lt"/>
              </a:defRPr>
            </a:lvl6pPr>
            <a:lvl7pPr marL="0" indent="0" algn="l" defTabSz="914115">
              <a:lnSpc>
                <a:spcPct val="110000"/>
              </a:lnSpc>
              <a:spcBef>
                <a:spcPts val="0"/>
              </a:spcBef>
              <a:spcAft>
                <a:spcPts val="600"/>
              </a:spcAft>
              <a:buFont typeface="Arial"/>
              <a:buNone/>
              <a:defRPr sz="1200" kern="1200" baseline="0">
                <a:solidFill>
                  <a:schemeClr val="bg1"/>
                </a:solidFill>
                <a:latin typeface="+mn-lt"/>
                <a:ea typeface="+mn-lt"/>
                <a:cs typeface="+mn-lt"/>
              </a:defRPr>
            </a:lvl7pPr>
            <a:lvl8pPr marL="144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8pPr>
            <a:lvl9pPr marL="288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9pPr>
          </a:lstStyle>
          <a:p xmlns:a="http://schemas.openxmlformats.org/drawingml/2006/main">
            <a:pPr lvl="5">
              <a:buNone/>
            </a:pPr>
            <a:r>
              <a:t>main</a:t>
            </a:r>
            <a:endParaRPr/>
          </a:p>
          <a:p xmlns:a="http://schemas.openxmlformats.org/drawingml/2006/main">
            <a:pPr lvl="6">
              <a:buNone/>
            </a:pPr>
            <a:r>
              <a:t/>
            </a:r>
          </a:p>
          <a:p xmlns:a="http://schemas.openxmlformats.org/drawingml/2006/main">
            <a:pPr lvl="6">
              <a:buNone/>
            </a:pPr>
            <a:r>
              <a:t>Enthält die führende Releaselinie. Änderungen gelangen über einen Pull Request in diesen Branch.</a:t>
            </a:r>
          </a:p>
        </p:txBody>
      </p:sp>
      <p:sp>
        <p:nvSpPr>
          <p:cNvPr id="8" name="Textplatzhalter 11">
            <a:extLst xmlns:a="http://schemas.openxmlformats.org/drawingml/2006/main">
              <a:ext uri="{FF2B5EF4-FFF2-40B4-BE49-F238E27FC236}">
                <a16:creationId xmlns:a16="http://schemas.microsoft.com/office/drawing/2014/main" id="{6A2DE57C-94D2-E8FD-A7E6-4CAC0916C59B}"/>
              </a:ext>
            </a:extLst>
          </p:cNvPr>
          <p:cNvSpPr>
            <a:spLocks xmlns:a="http://schemas.openxmlformats.org/drawingml/2006/main" noGrp="1"/>
          </p:cNvSpPr>
          <p:nvPr/>
        </p:nvSpPr>
        <p:spPr>
          <a:xfrm xmlns:a="http://schemas.openxmlformats.org/drawingml/2006/main">
            <a:off x="1055440" y="2492896"/>
            <a:ext cx="432000" cy="432000"/>
          </a:xfrm>
          <a:prstGeom xmlns:a="http://schemas.openxmlformats.org/drawingml/2006/main" prst="ellipse">
            <a:avLst/>
          </a:prstGeom>
          <a:noFill xmlns:a="http://schemas.openxmlformats.org/drawingml/2006/main"/>
          <a:ln xmlns:a="http://schemas.openxmlformats.org/drawingml/2006/main" w="12700">
            <a:solidFill>
              <a:schemeClr val="bg1"/>
            </a:solidFill>
          </a:ln>
        </p:spPr>
        <p:txBody>
          <a:bodyPr xmlns:a="http://schemas.openxmlformats.org/drawingml/2006/main" wrap="none" anchor="ctr"/>
          <a:lstStyle xmlns:a="http://schemas.openxmlformats.org/drawingml/2006/main">
            <a:lvl1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1pPr>
            <a:lvl2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2pPr>
            <a:lvl3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3pPr>
            <a:lvl4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4pPr>
            <a:lvl5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5pPr>
            <a:lvl6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6pPr>
            <a:lvl7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7pPr>
            <a:lvl8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8pPr>
            <a:lvl9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9pPr>
          </a:lstStyle>
          <a:p xmlns:a="http://schemas.openxmlformats.org/drawingml/2006/main">
            <a:r>
              <a:t>1</a:t>
            </a:r>
          </a:p>
        </p:txBody>
      </p:sp>
      <p:sp>
        <p:nvSpPr>
          <p:cNvPr id="9" name="Banderole">
            <a:extLst xmlns:a="http://schemas.openxmlformats.org/drawingml/2006/main">
              <a:ext uri="{FF2B5EF4-FFF2-40B4-BE49-F238E27FC236}">
                <a16:creationId xmlns:a16="http://schemas.microsoft.com/office/drawing/2014/main" id="{6AE18F69-1FF8-9DC0-4D24-0EAB83FEEC46}"/>
              </a:ext>
            </a:extLst>
          </p:cNvPr>
          <p:cNvSpPr>
            <a:spLocks xmlns:a="http://schemas.openxmlformats.org/drawingml/2006/main" noGrp="1"/>
          </p:cNvSpPr>
          <p:nvPr/>
        </p:nvSpPr>
        <p:spPr>
          <a:xfrm xmlns:a="http://schemas.openxmlformats.org/drawingml/2006/main">
            <a:off x="3503712" y="2205038"/>
            <a:ext cx="2447851" cy="3240000"/>
          </a:xfrm>
          <a:prstGeom xmlns:a="http://schemas.openxmlformats.org/drawingml/2006/main" prst="round2DiagRect">
            <a:avLst>
              <a:gd name="adj1" fmla="val 24903"/>
              <a:gd name="adj2" fmla="val 0"/>
            </a:avLst>
          </a:prstGeom>
          <a:gradFill xmlns:a="http://schemas.openxmlformats.org/drawingml/2006/main">
            <a:gsLst>
              <a:gs pos="78000">
                <a:schemeClr val="bg2"/>
              </a:gs>
              <a:gs pos="0">
                <a:srgbClr val="9B348E"/>
              </a:gs>
              <a:gs pos="37000">
                <a:schemeClr val="bg2"/>
              </a:gs>
            </a:gsLst>
            <a:lin ang="12600000" scaled="0"/>
          </a:gradFill>
        </p:spPr>
        <p:txBody>
          <a:bodyPr xmlns:a="http://schemas.openxmlformats.org/drawingml/2006/main" wrap="square" lIns="216000" tIns="720000" rIns="216000" bIns="216000" anchor="t">
            <a:noAutofit/>
          </a:bodyPr>
          <a:lstStyle xmlns:a="http://schemas.openxmlformats.org/drawingml/2006/main">
            <a:lvl1pPr marL="0" indent="0" algn="l" defTabSz="914115">
              <a:lnSpc>
                <a:spcPct val="110000"/>
              </a:lnSpc>
              <a:spcBef>
                <a:spcPts val="0"/>
              </a:spcBef>
              <a:spcAft>
                <a:spcPts val="600"/>
              </a:spcAft>
              <a:buFont typeface="Arial"/>
              <a:buNone/>
              <a:defRPr sz="1800" b="0" kern="1200">
                <a:solidFill>
                  <a:schemeClr val="bg1"/>
                </a:solidFill>
                <a:latin typeface="+mj-lt"/>
                <a:ea typeface="+mj-lt"/>
                <a:cs typeface="+mj-lt"/>
              </a:defRPr>
            </a:lvl1pPr>
            <a:lvl2pPr marL="0" indent="0" algn="l" defTabSz="914115">
              <a:lnSpc>
                <a:spcPct val="110000"/>
              </a:lnSpc>
              <a:spcBef>
                <a:spcPts val="0"/>
              </a:spcBef>
              <a:spcAft>
                <a:spcPts val="600"/>
              </a:spcAft>
              <a:buFont typeface="Arial"/>
              <a:buNone/>
              <a:defRPr sz="1600" b="0" kern="1200">
                <a:solidFill>
                  <a:schemeClr val="bg1"/>
                </a:solidFill>
                <a:latin typeface="+mn-lt"/>
                <a:ea typeface="+mn-lt"/>
                <a:cs typeface="+mn-lt"/>
              </a:defRPr>
            </a:lvl2pPr>
            <a:lvl3pPr marL="180000" indent="-180000"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3pPr>
            <a:lvl4pPr marL="359888"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4pPr>
            <a:lvl5pPr marL="540000"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5pPr>
            <a:lvl6pPr marL="0" indent="0" algn="l" defTabSz="914115">
              <a:lnSpc>
                <a:spcPct val="110000"/>
              </a:lnSpc>
              <a:spcBef>
                <a:spcPts val="0"/>
              </a:spcBef>
              <a:spcAft>
                <a:spcPts val="600"/>
              </a:spcAft>
              <a:buFont typeface="Arial"/>
              <a:buNone/>
              <a:defRPr sz="1400" kern="1200" baseline="0">
                <a:solidFill>
                  <a:schemeClr val="bg1"/>
                </a:solidFill>
                <a:latin typeface="+mj-lt"/>
                <a:ea typeface="+mj-lt"/>
                <a:cs typeface="+mj-lt"/>
              </a:defRPr>
            </a:lvl6pPr>
            <a:lvl7pPr marL="0" indent="0" algn="l" defTabSz="914115">
              <a:lnSpc>
                <a:spcPct val="110000"/>
              </a:lnSpc>
              <a:spcBef>
                <a:spcPts val="0"/>
              </a:spcBef>
              <a:spcAft>
                <a:spcPts val="600"/>
              </a:spcAft>
              <a:buFont typeface="Arial"/>
              <a:buNone/>
              <a:defRPr sz="1200" kern="1200" baseline="0">
                <a:solidFill>
                  <a:schemeClr val="bg1"/>
                </a:solidFill>
                <a:latin typeface="+mn-lt"/>
                <a:ea typeface="+mn-lt"/>
                <a:cs typeface="+mn-lt"/>
              </a:defRPr>
            </a:lvl7pPr>
            <a:lvl8pPr marL="144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8pPr>
            <a:lvl9pPr marL="288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9pPr>
          </a:lstStyle>
          <a:p xmlns:a="http://schemas.openxmlformats.org/drawingml/2006/main">
            <a:pPr lvl="5">
              <a:buNone/>
            </a:pPr>
            <a:r>
              <a:t>release/Rnnn</a:t>
            </a:r>
          </a:p>
          <a:p xmlns:a="http://schemas.openxmlformats.org/drawingml/2006/main">
            <a:pPr lvl="6">
              <a:buNone/>
            </a:pPr>
            <a:r>
              <a:t/>
            </a:r>
          </a:p>
          <a:p xmlns:a="http://schemas.openxmlformats.org/drawingml/2006/main">
            <a:pPr lvl="6">
              <a:buNone/>
            </a:pPr>
            <a:r>
              <a:t>Hält eine ältere Releaselinie für Fehlerkorrekturen und weitere Lieferungen verfügbar.</a:t>
            </a:r>
          </a:p>
        </p:txBody>
      </p:sp>
      <p:sp>
        <p:nvSpPr>
          <p:cNvPr id="10" name="Textplatzhalter 11">
            <a:extLst xmlns:a="http://schemas.openxmlformats.org/drawingml/2006/main">
              <a:ext uri="{FF2B5EF4-FFF2-40B4-BE49-F238E27FC236}">
                <a16:creationId xmlns:a16="http://schemas.microsoft.com/office/drawing/2014/main" id="{25C9273A-D2EC-37EA-066B-82A74683271B}"/>
              </a:ext>
            </a:extLst>
          </p:cNvPr>
          <p:cNvSpPr>
            <a:spLocks xmlns:a="http://schemas.openxmlformats.org/drawingml/2006/main" noGrp="1"/>
          </p:cNvSpPr>
          <p:nvPr/>
        </p:nvSpPr>
        <p:spPr>
          <a:xfrm xmlns:a="http://schemas.openxmlformats.org/drawingml/2006/main">
            <a:off x="3863752" y="2492896"/>
            <a:ext cx="432000" cy="432000"/>
          </a:xfrm>
          <a:prstGeom xmlns:a="http://schemas.openxmlformats.org/drawingml/2006/main" prst="ellipse">
            <a:avLst/>
          </a:prstGeom>
          <a:noFill xmlns:a="http://schemas.openxmlformats.org/drawingml/2006/main"/>
          <a:ln xmlns:a="http://schemas.openxmlformats.org/drawingml/2006/main" w="12700">
            <a:solidFill>
              <a:schemeClr val="bg1"/>
            </a:solidFill>
          </a:ln>
        </p:spPr>
        <p:txBody>
          <a:bodyPr xmlns:a="http://schemas.openxmlformats.org/drawingml/2006/main" wrap="none" anchor="ctr"/>
          <a:lstStyle xmlns:a="http://schemas.openxmlformats.org/drawingml/2006/main">
            <a:lvl1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1pPr>
            <a:lvl2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2pPr>
            <a:lvl3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3pPr>
            <a:lvl4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4pPr>
            <a:lvl5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5pPr>
            <a:lvl6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6pPr>
            <a:lvl7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7pPr>
            <a:lvl8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8pPr>
            <a:lvl9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9pPr>
          </a:lstStyle>
          <a:p xmlns:a="http://schemas.openxmlformats.org/drawingml/2006/main">
            <a:r>
              <a:t>2</a:t>
            </a:r>
          </a:p>
        </p:txBody>
      </p:sp>
      <p:sp>
        <p:nvSpPr>
          <p:cNvPr id="11" name="Banderole">
            <a:extLst xmlns:a="http://schemas.openxmlformats.org/drawingml/2006/main">
              <a:ext uri="{FF2B5EF4-FFF2-40B4-BE49-F238E27FC236}">
                <a16:creationId xmlns:a16="http://schemas.microsoft.com/office/drawing/2014/main" id="{41103582-F302-9DD9-3442-3D2930EDB8CB}"/>
              </a:ext>
            </a:extLst>
          </p:cNvPr>
          <p:cNvSpPr>
            <a:spLocks xmlns:a="http://schemas.openxmlformats.org/drawingml/2006/main" noGrp="1"/>
          </p:cNvSpPr>
          <p:nvPr/>
        </p:nvSpPr>
        <p:spPr>
          <a:xfrm xmlns:a="http://schemas.openxmlformats.org/drawingml/2006/main">
            <a:off x="6312445" y="2205038"/>
            <a:ext cx="2447851" cy="3240000"/>
          </a:xfrm>
          <a:prstGeom xmlns:a="http://schemas.openxmlformats.org/drawingml/2006/main" prst="round2DiagRect">
            <a:avLst>
              <a:gd name="adj1" fmla="val 24903"/>
              <a:gd name="adj2" fmla="val 0"/>
            </a:avLst>
          </a:prstGeom>
          <a:gradFill xmlns:a="http://schemas.openxmlformats.org/drawingml/2006/main">
            <a:gsLst>
              <a:gs pos="78000">
                <a:schemeClr val="bg2"/>
              </a:gs>
              <a:gs pos="0">
                <a:srgbClr val="9B348E"/>
              </a:gs>
              <a:gs pos="37000">
                <a:schemeClr val="bg2"/>
              </a:gs>
            </a:gsLst>
            <a:lin ang="12600000" scaled="0"/>
          </a:gradFill>
        </p:spPr>
        <p:txBody>
          <a:bodyPr xmlns:a="http://schemas.openxmlformats.org/drawingml/2006/main" wrap="square" lIns="216000" tIns="720000" rIns="216000" bIns="216000" anchor="t">
            <a:noAutofit/>
          </a:bodyPr>
          <a:lstStyle xmlns:a="http://schemas.openxmlformats.org/drawingml/2006/main">
            <a:lvl1pPr marL="0" indent="0" algn="l" defTabSz="914115">
              <a:lnSpc>
                <a:spcPct val="110000"/>
              </a:lnSpc>
              <a:spcBef>
                <a:spcPts val="0"/>
              </a:spcBef>
              <a:spcAft>
                <a:spcPts val="600"/>
              </a:spcAft>
              <a:buFont typeface="Arial"/>
              <a:buNone/>
              <a:defRPr sz="1800" b="0" kern="1200">
                <a:solidFill>
                  <a:schemeClr val="bg1"/>
                </a:solidFill>
                <a:latin typeface="+mj-lt"/>
                <a:ea typeface="+mj-lt"/>
                <a:cs typeface="+mj-lt"/>
              </a:defRPr>
            </a:lvl1pPr>
            <a:lvl2pPr marL="0" indent="0" algn="l" defTabSz="914115">
              <a:lnSpc>
                <a:spcPct val="110000"/>
              </a:lnSpc>
              <a:spcBef>
                <a:spcPts val="0"/>
              </a:spcBef>
              <a:spcAft>
                <a:spcPts val="600"/>
              </a:spcAft>
              <a:buFont typeface="Arial"/>
              <a:buNone/>
              <a:defRPr sz="1600" b="0" kern="1200">
                <a:solidFill>
                  <a:schemeClr val="bg1"/>
                </a:solidFill>
                <a:latin typeface="+mn-lt"/>
                <a:ea typeface="+mn-lt"/>
                <a:cs typeface="+mn-lt"/>
              </a:defRPr>
            </a:lvl2pPr>
            <a:lvl3pPr marL="180000" indent="-180000"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3pPr>
            <a:lvl4pPr marL="359888"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4pPr>
            <a:lvl5pPr marL="540000"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5pPr>
            <a:lvl6pPr marL="0" indent="0" algn="l" defTabSz="914115">
              <a:lnSpc>
                <a:spcPct val="110000"/>
              </a:lnSpc>
              <a:spcBef>
                <a:spcPts val="0"/>
              </a:spcBef>
              <a:spcAft>
                <a:spcPts val="600"/>
              </a:spcAft>
              <a:buFont typeface="Arial"/>
              <a:buNone/>
              <a:defRPr sz="1400" kern="1200" baseline="0">
                <a:solidFill>
                  <a:schemeClr val="bg1"/>
                </a:solidFill>
                <a:latin typeface="+mj-lt"/>
                <a:ea typeface="+mj-lt"/>
                <a:cs typeface="+mj-lt"/>
              </a:defRPr>
            </a:lvl6pPr>
            <a:lvl7pPr marL="0" indent="0" algn="l" defTabSz="914115">
              <a:lnSpc>
                <a:spcPct val="110000"/>
              </a:lnSpc>
              <a:spcBef>
                <a:spcPts val="0"/>
              </a:spcBef>
              <a:spcAft>
                <a:spcPts val="600"/>
              </a:spcAft>
              <a:buFont typeface="Arial"/>
              <a:buNone/>
              <a:defRPr sz="1200" kern="1200" baseline="0">
                <a:solidFill>
                  <a:schemeClr val="bg1"/>
                </a:solidFill>
                <a:latin typeface="+mn-lt"/>
                <a:ea typeface="+mn-lt"/>
                <a:cs typeface="+mn-lt"/>
              </a:defRPr>
            </a:lvl7pPr>
            <a:lvl8pPr marL="144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8pPr>
            <a:lvl9pPr marL="288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9pPr>
          </a:lstStyle>
          <a:p xmlns:a="http://schemas.openxmlformats.org/drawingml/2006/main">
            <a:pPr lvl="5">
              <a:buNone/>
            </a:pPr>
            <a:r>
              <a:t>feature/Rnnn/...</a:t>
            </a:r>
          </a:p>
          <a:p xmlns:a="http://schemas.openxmlformats.org/drawingml/2006/main">
            <a:pPr lvl="6">
              <a:buNone/>
            </a:pPr>
            <a:r>
              <a:t/>
            </a:r>
          </a:p>
          <a:p xmlns:a="http://schemas.openxmlformats.org/drawingml/2006/main">
            <a:pPr lvl="6">
              <a:buNone/>
            </a:pPr>
            <a:r>
              <a:t>Hier wird eine einzelne Änderung entwickelt und nach M/Text-Entwicklung übertragen.</a:t>
            </a:r>
          </a:p>
        </p:txBody>
      </p:sp>
      <p:sp>
        <p:nvSpPr>
          <p:cNvPr id="12" name="Textplatzhalter 11">
            <a:extLst xmlns:a="http://schemas.openxmlformats.org/drawingml/2006/main">
              <a:ext uri="{FF2B5EF4-FFF2-40B4-BE49-F238E27FC236}">
                <a16:creationId xmlns:a16="http://schemas.microsoft.com/office/drawing/2014/main" id="{67D96C02-9280-441E-29C3-44F8995E3355}"/>
              </a:ext>
            </a:extLst>
          </p:cNvPr>
          <p:cNvSpPr>
            <a:spLocks xmlns:a="http://schemas.openxmlformats.org/drawingml/2006/main" noGrp="1"/>
          </p:cNvSpPr>
          <p:nvPr/>
        </p:nvSpPr>
        <p:spPr>
          <a:xfrm xmlns:a="http://schemas.openxmlformats.org/drawingml/2006/main">
            <a:off x="6672485" y="2492896"/>
            <a:ext cx="432000" cy="432000"/>
          </a:xfrm>
          <a:prstGeom xmlns:a="http://schemas.openxmlformats.org/drawingml/2006/main" prst="ellipse">
            <a:avLst/>
          </a:prstGeom>
          <a:noFill xmlns:a="http://schemas.openxmlformats.org/drawingml/2006/main"/>
          <a:ln xmlns:a="http://schemas.openxmlformats.org/drawingml/2006/main" w="12700">
            <a:solidFill>
              <a:schemeClr val="bg1"/>
            </a:solidFill>
          </a:ln>
        </p:spPr>
        <p:txBody>
          <a:bodyPr xmlns:a="http://schemas.openxmlformats.org/drawingml/2006/main" wrap="none" anchor="ctr"/>
          <a:lstStyle xmlns:a="http://schemas.openxmlformats.org/drawingml/2006/main">
            <a:lvl1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1pPr>
            <a:lvl2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2pPr>
            <a:lvl3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3pPr>
            <a:lvl4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4pPr>
            <a:lvl5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5pPr>
            <a:lvl6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6pPr>
            <a:lvl7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7pPr>
            <a:lvl8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8pPr>
            <a:lvl9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9pPr>
          </a:lstStyle>
          <a:p xmlns:a="http://schemas.openxmlformats.org/drawingml/2006/main">
            <a:r>
              <a:t>3</a:t>
            </a:r>
          </a:p>
        </p:txBody>
      </p:sp>
      <p:sp>
        <p:nvSpPr>
          <p:cNvPr id="13" name="Inhaltsplatzhalter 16">
            <a:extLst xmlns:a="http://schemas.openxmlformats.org/drawingml/2006/main">
              <a:ext uri="{FF2B5EF4-FFF2-40B4-BE49-F238E27FC236}">
                <a16:creationId xmlns:a16="http://schemas.microsoft.com/office/drawing/2014/main" id="{C0EE8F1B-3B97-7372-0740-C70E2DE84622}"/>
              </a:ext>
            </a:extLst>
          </p:cNvPr>
          <p:cNvSpPr>
            <a:spLocks xmlns:a="http://schemas.openxmlformats.org/drawingml/2006/main" noGrp="1"/>
          </p:cNvSpPr>
          <p:nvPr/>
        </p:nvSpPr>
        <p:spPr>
          <a:xfrm xmlns:a="http://schemas.openxmlformats.org/drawingml/2006/main">
            <a:off x="9192270" y="2205038"/>
            <a:ext cx="2375844" cy="4103687"/>
          </a:xfrm>
          <a:prstGeom xmlns:a="http://schemas.openxmlformats.org/drawingml/2006/main" prst="rect">
            <a:avLst/>
          </a:prstGeom>
        </p:spPr>
        <p:txBody>
          <a:bodyPr xmlns:a="http://schemas.openxmlformats.org/drawingml/2006/main" lIns="0" tIns="0" rIns="0" bIns="0"/>
          <a:lstStyle xmlns:a="http://schemas.openxmlformats.org/drawingml/2006/main">
            <a:lvl1pPr marL="0" indent="0" algn="l" defTabSz="914115">
              <a:lnSpc>
                <a:spcPct val="110000"/>
              </a:lnSpc>
              <a:spcBef>
                <a:spcPts val="0"/>
              </a:spcBef>
              <a:spcAft>
                <a:spcPts val="600"/>
              </a:spcAft>
              <a:buFont typeface="Arial"/>
              <a:buNone/>
              <a:defRPr sz="1800" b="0" kern="1200">
                <a:solidFill>
                  <a:schemeClr val="tx1"/>
                </a:solidFill>
                <a:latin typeface="+mj-lt"/>
                <a:ea typeface="+mj-lt"/>
                <a:cs typeface="+mj-lt"/>
              </a:defRPr>
            </a:lvl1pPr>
            <a:lvl2pPr marL="0" indent="0" algn="l" defTabSz="914115">
              <a:lnSpc>
                <a:spcPct val="110000"/>
              </a:lnSpc>
              <a:spcBef>
                <a:spcPts val="0"/>
              </a:spcBef>
              <a:spcAft>
                <a:spcPts val="600"/>
              </a:spcAft>
              <a:buFont typeface="Arial"/>
              <a:buNone/>
              <a:defRPr sz="1600" b="0" kern="1200">
                <a:solidFill>
                  <a:schemeClr val="tx1"/>
                </a:solidFill>
                <a:latin typeface="+mn-lt"/>
                <a:ea typeface="+mn-lt"/>
                <a:cs typeface="+mn-lt"/>
              </a:defRPr>
            </a:lvl2pPr>
            <a:lvl3pPr marL="179944"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3pPr>
            <a:lvl4pPr marL="359888"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4pPr>
            <a:lvl5pPr marL="540000"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5pPr>
            <a:lvl6pPr marL="0" indent="0" algn="l" defTabSz="914115">
              <a:lnSpc>
                <a:spcPct val="110000"/>
              </a:lnSpc>
              <a:spcBef>
                <a:spcPts val="0"/>
              </a:spcBef>
              <a:spcAft>
                <a:spcPts val="600"/>
              </a:spcAft>
              <a:buFont typeface="Arial"/>
              <a:buNone/>
              <a:defRPr sz="1400" kern="1200" baseline="0">
                <a:solidFill>
                  <a:schemeClr val="tx1"/>
                </a:solidFill>
                <a:latin typeface="+mj-lt"/>
                <a:ea typeface="+mj-lt"/>
                <a:cs typeface="+mj-lt"/>
              </a:defRPr>
            </a:lvl6pPr>
            <a:lvl7pPr marL="0" indent="0" algn="l" defTabSz="914115">
              <a:lnSpc>
                <a:spcPct val="110000"/>
              </a:lnSpc>
              <a:spcBef>
                <a:spcPts val="0"/>
              </a:spcBef>
              <a:spcAft>
                <a:spcPts val="600"/>
              </a:spcAft>
              <a:buFont typeface="Arial"/>
              <a:buNone/>
              <a:defRPr sz="1200" kern="1200" baseline="0">
                <a:solidFill>
                  <a:schemeClr val="tx1"/>
                </a:solidFill>
                <a:latin typeface="+mn-lt"/>
                <a:ea typeface="+mn-lt"/>
                <a:cs typeface="+mn-lt"/>
              </a:defRPr>
            </a:lvl7pPr>
            <a:lvl8pPr marL="144000" indent="-144000" algn="l" defTabSz="914115">
              <a:lnSpc>
                <a:spcPct val="110000"/>
              </a:lnSpc>
              <a:spcBef>
                <a:spcPts val="0"/>
              </a:spcBef>
              <a:spcAft>
                <a:spcPts val="600"/>
              </a:spcAft>
              <a:buClr>
                <a:schemeClr val="bg2"/>
              </a:buClr>
              <a:buFont typeface="Arial"/>
              <a:buChar char="•"/>
              <a:defRPr sz="1200" kern="1200" baseline="0">
                <a:solidFill>
                  <a:schemeClr val="tx1"/>
                </a:solidFill>
                <a:latin typeface="+mn-lt"/>
                <a:ea typeface="+mn-lt"/>
                <a:cs typeface="+mn-lt"/>
              </a:defRPr>
            </a:lvl8pPr>
            <a:lvl9pPr marL="288000" indent="-144000" algn="l" defTabSz="914115">
              <a:lnSpc>
                <a:spcPct val="110000"/>
              </a:lnSpc>
              <a:spcBef>
                <a:spcPts val="0"/>
              </a:spcBef>
              <a:spcAft>
                <a:spcPts val="600"/>
              </a:spcAft>
              <a:buClr>
                <a:schemeClr val="bg2"/>
              </a:buClr>
              <a:buFont typeface="Arial"/>
              <a:buChar char="•"/>
              <a:defRPr sz="1200" kern="1200" baseline="0">
                <a:solidFill>
                  <a:schemeClr val="tx1"/>
                </a:solidFill>
                <a:latin typeface="+mn-lt"/>
                <a:ea typeface="+mn-lt"/>
                <a:cs typeface="+mn-lt"/>
              </a:defRPr>
            </a:lvl9pPr>
          </a:lstStyle>
          <a:p xmlns:a="http://schemas.openxmlformats.org/drawingml/2006/main">
            <a:pPr lvl="5">
              <a:buNone/>
            </a:pPr>
            <a:r>
              <a:t>Release-Tag</a:t>
            </a:r>
            <a:endParaRPr/>
          </a:p>
          <a:p xmlns:a="http://schemas.openxmlformats.org/drawingml/2006/main">
            <a:pPr lvl="5">
              <a:buNone/>
            </a:pPr>
            <a:r>
              <a:t/>
            </a:r>
          </a:p>
          <a:p xmlns:a="http://schemas.openxmlformats.org/drawingml/2006/main">
            <a:pPr lvl="6">
              <a:buNone/>
            </a:pPr>
            <a:r>
              <a:t>v261.108</a:t>
            </a:r>
          </a:p>
          <a:p xmlns:a="http://schemas.openxmlformats.org/drawingml/2006/main">
            <a:pPr lvl="6">
              <a:buNone/>
            </a:pPr>
            <a:r>
              <a:t/>
            </a:r>
            <a:endParaRPr/>
          </a:p>
          <a:p xmlns:a="http://schemas.openxmlformats.org/drawingml/2006/main">
            <a:pPr lvl="5">
              <a:buNone/>
            </a:pPr>
            <a:r>
              <a:t>liegt auf einem geprüften Commit</a:t>
            </a:r>
          </a:p>
          <a:p xmlns:a="http://schemas.openxmlformats.org/drawingml/2006/main">
            <a:pPr lvl="6">
              <a:buNone/>
            </a:pPr>
            <a:r>
              <a:t/>
            </a:r>
          </a:p>
          <a:p xmlns:a="http://schemas.openxmlformats.org/drawingml/2006/main">
            <a:pPr lvl="5">
              <a:buNone/>
            </a:pPr>
            <a:r>
              <a:t>startet die Lieferung</a:t>
            </a:r>
            <a:endParaRPr/>
          </a:p>
          <a:p xmlns:a="http://schemas.openxmlformats.org/drawingml/2006/main">
            <a:pPr lvl="5">
              <a:buNone/>
            </a:pPr>
            <a:r>
              <a:t/>
            </a:r>
          </a:p>
          <a:p xmlns:a="http://schemas.openxmlformats.org/drawingml/2006/main">
            <a:pPr lvl="6">
              <a:buNone/>
            </a:pPr>
            <a:r>
              <a:t>kann nach dem Push nicht korrigiert werden</a:t>
            </a:r>
            <a:endParaRPr/>
          </a:p>
        </p:txBody>
      </p:sp>
    </p:spTree>
    <p:extLst>
      <p:ext uri="{BB962C8B-B14F-4D97-AF65-F5344CB8AC3E}">
        <p14:creationId xmlns:p14="http://schemas.microsoft.com/office/powerpoint/2010/main" val="198641060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4" name="Textplatzhalter 23">
            <a:extLst xmlns:a="http://schemas.openxmlformats.org/drawingml/2006/main">
              <a:ext uri="{FF2B5EF4-FFF2-40B4-BE49-F238E27FC236}">
                <a16:creationId xmlns:a16="http://schemas.microsoft.com/office/drawing/2014/main" id="{08D1E4A0-8A1A-42FD-94BB-7591268B7F2A}"/>
              </a:ext>
            </a:extLst>
          </p:cNvPr>
          <p:cNvSpPr>
            <a:spLocks xmlns:a="http://schemas.openxmlformats.org/drawingml/2006/main" noGrp="1"/>
          </p:cNvSpPr>
          <p:nvPr>
            <p:ph type="body" idx="26"/>
          </p:nvPr>
        </p:nvSpPr>
        <p:spPr/>
        <p:txBody>
          <a:bodyPr xmlns:a="http://schemas.openxmlformats.org/drawingml/2006/main"/>
          <a:lstStyle xmlns:a="http://schemas.openxmlformats.org/drawingml/2006/main"/>
          <a:p xmlns:a="http://schemas.openxmlformats.org/drawingml/2006/main">
            <a:r>
              <a:t>Entwicklung und Abnahme</a:t>
            </a:r>
            <a:endParaRPr/>
          </a:p>
        </p:txBody>
      </p:sp>
      <p:sp>
        <p:nvSpPr>
          <p:cNvPr id="22" name="Titel 21">
            <a:extLst xmlns:a="http://schemas.openxmlformats.org/drawingml/2006/main">
              <a:ext uri="{FF2B5EF4-FFF2-40B4-BE49-F238E27FC236}">
                <a16:creationId xmlns:a16="http://schemas.microsoft.com/office/drawing/2014/main" id="{ED5C5101-96DB-3861-BA51-15DD6A01D31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So gelangt eine Änderung in die Abnahme</a:t>
            </a:r>
            <a:endParaRPr/>
          </a:p>
        </p:txBody>
      </p:sp>
      <p:sp>
        <p:nvSpPr>
          <p:cNvPr id="25" name="Textplatzhalter 24">
            <a:extLst xmlns:a="http://schemas.openxmlformats.org/drawingml/2006/main">
              <a:ext uri="{FF2B5EF4-FFF2-40B4-BE49-F238E27FC236}">
                <a16:creationId xmlns:a16="http://schemas.microsoft.com/office/drawing/2014/main" id="{6AFFD9B2-0A43-73C5-3C3D-BBEC35F32FDF}"/>
              </a:ext>
            </a:extLst>
          </p:cNvPr>
          <p:cNvSpPr>
            <a:spLocks xmlns:a="http://schemas.openxmlformats.org/drawingml/2006/main" noGrp="1"/>
          </p:cNvSpPr>
          <p:nvPr>
            <p:ph type="body" idx="27"/>
          </p:nvPr>
        </p:nvSpPr>
        <p:spPr/>
        <p:txBody>
          <a:bodyPr xmlns:a="http://schemas.openxmlformats.org/drawingml/2006/main"/>
          <a:lstStyle xmlns:a="http://schemas.openxmlformats.org/drawingml/2006/main"/>
          <a:p xmlns:a="http://schemas.openxmlformats.org/drawingml/2006/main">
            <a:r>
              <a:t>Der Pull Request verbindet Entwicklungstest, Review und Abnahme</a:t>
            </a:r>
            <a:endParaRPr/>
          </a:p>
        </p:txBody>
      </p:sp>
      <p:sp>
        <p:nvSpPr>
          <p:cNvPr id="23" name="Inhaltsplatzhalter 22">
            <a:extLst xmlns:a="http://schemas.openxmlformats.org/drawingml/2006/main">
              <a:ext uri="{FF2B5EF4-FFF2-40B4-BE49-F238E27FC236}">
                <a16:creationId xmlns:a16="http://schemas.microsoft.com/office/drawing/2014/main" id="{DAF34379-B1DF-130D-156E-0A10C011C621}"/>
              </a:ext>
            </a:extLst>
          </p:cNvPr>
          <p:cNvSpPr>
            <a:spLocks xmlns:a="http://schemas.openxmlformats.org/drawingml/2006/main" noGrp="1"/>
          </p:cNvSpPr>
          <p:nvPr>
            <p:ph idx="20"/>
          </p:nvPr>
        </p:nvSpPr>
        <p:spPr/>
        <p:txBody>
          <a:bodyPr xmlns:a="http://schemas.openxmlformats.org/drawingml/2006/main"/>
          <a:lstStyle xmlns:a="http://schemas.openxmlformats.org/drawingml/2006/main"/>
          <a:p xmlns:a="http://schemas.openxmlformats.org/drawingml/2006/main">
            <a:r>
              <a:t>Feature-Branch pushen</a:t>
            </a:r>
            <a:endParaRPr/>
          </a:p>
          <a:p xmlns:a="http://schemas.openxmlformats.org/drawingml/2006/main">
            <a:r>
              <a:t>↓</a:t>
            </a:r>
            <a:endParaRPr/>
          </a:p>
          <a:p xmlns:a="http://schemas.openxmlformats.org/drawingml/2006/main">
            <a:r>
              <a:t>Änderung in M/Text-Entwicklung testen</a:t>
            </a:r>
            <a:endParaRPr/>
          </a:p>
          <a:p xmlns:a="http://schemas.openxmlformats.org/drawingml/2006/main">
            <a:r>
              <a:t>↓</a:t>
            </a:r>
            <a:endParaRPr/>
          </a:p>
          <a:p xmlns:a="http://schemas.openxmlformats.org/drawingml/2006/main">
            <a:r>
              <a:t>Pull Request auf main oder release/Rnnn erstellen</a:t>
            </a:r>
            <a:endParaRPr/>
          </a:p>
          <a:p xmlns:a="http://schemas.openxmlformats.org/drawingml/2006/main">
            <a:r>
              <a:t>↓</a:t>
            </a:r>
            <a:endParaRPr/>
          </a:p>
          <a:p xmlns:a="http://schemas.openxmlformats.org/drawingml/2006/main">
            <a:r>
              <a:t>Änderung durch eine zweite Person prüfen</a:t>
            </a:r>
            <a:endParaRPr/>
          </a:p>
          <a:p xmlns:a="http://schemas.openxmlformats.org/drawingml/2006/main">
            <a:r>
              <a:t>↓</a:t>
            </a:r>
            <a:endParaRPr/>
          </a:p>
          <a:p xmlns:a="http://schemas.openxmlformats.org/drawingml/2006/main">
            <a:r>
              <a:t>Mit Squash Merge zusammenführen</a:t>
            </a:r>
            <a:endParaRPr/>
          </a:p>
          <a:p xmlns:a="http://schemas.openxmlformats.org/drawingml/2006/main">
            <a:r>
              <a:t>↓</a:t>
            </a:r>
            <a:endParaRPr/>
          </a:p>
          <a:p xmlns:a="http://schemas.openxmlformats.org/drawingml/2006/main">
            <a:r>
              <a:t>Zusammengeführten Stand in M/Text-Abnahme prüfen</a:t>
            </a:r>
            <a:endParaRPr/>
          </a:p>
        </p:txBody>
      </p:sp>
      <p:sp>
        <p:nvSpPr>
          <p:cNvPr id="6" name="Datumsplatzhalter 5">
            <a:extLst xmlns:a="http://schemas.openxmlformats.org/drawingml/2006/main">
              <a:ext uri="{FF2B5EF4-FFF2-40B4-BE49-F238E27FC236}">
                <a16:creationId xmlns:a16="http://schemas.microsoft.com/office/drawing/2014/main" id="{675E29CF-BC5A-3B59-6A9C-94C448129A4C}"/>
              </a:ext>
            </a:extLst>
          </p:cNvPr>
          <p:cNvSpPr>
            <a:spLocks xmlns:a="http://schemas.openxmlformats.org/drawingml/2006/main" noGrp="1"/>
          </p:cNvSpPr>
          <p:nvPr>
            <p:ph type="dt" idx="28"/>
          </p:nvPr>
        </p:nvSpPr>
        <p:spPr>
          <a:xfrm xmlns:a="http://schemas.openxmlformats.org/drawingml/2006/main">
            <a:off x="1559656" y="6573600"/>
            <a:ext cx="1944000" cy="144000"/>
          </a:xfrm>
        </p:spPr>
        <p:txBody>
          <a:bodyPr xmlns:a="http://schemas.openxmlformats.org/drawingml/2006/main"/>
          <a:lstStyle xmlns:a="http://schemas.openxmlformats.org/drawingml/2006/main"/>
          <a:p xmlns:a="http://schemas.openxmlformats.org/drawingml/2006/main">
            <a:r>
              <a:t>Intern, 06.08.2026</a:t>
            </a:r>
          </a:p>
        </p:txBody>
      </p:sp>
      <p:sp>
        <p:nvSpPr>
          <p:cNvPr id="7" name="Foliennummernplatzhalter 6">
            <a:extLst xmlns:a="http://schemas.openxmlformats.org/drawingml/2006/main">
              <a:ext uri="{FF2B5EF4-FFF2-40B4-BE49-F238E27FC236}">
                <a16:creationId xmlns:a16="http://schemas.microsoft.com/office/drawing/2014/main" id="{526BCD84-42A8-FE93-0551-742008FA4DEE}"/>
              </a:ext>
            </a:extLst>
          </p:cNvPr>
          <p:cNvSpPr>
            <a:spLocks xmlns:a="http://schemas.openxmlformats.org/drawingml/2006/main" noGrp="1"/>
          </p:cNvSpPr>
          <p:nvPr>
            <p:ph type="sldNum" idx="30"/>
          </p:nvPr>
        </p:nvSpPr>
        <p:spPr>
          <a:xfrm xmlns:a="http://schemas.openxmlformats.org/drawingml/2006/main">
            <a:off x="11280745" y="6573600"/>
            <a:ext cx="647903" cy="144000"/>
          </a:xfrm>
        </p:spPr>
        <p:txBody>
          <a:bodyPr xmlns:a="http://schemas.openxmlformats.org/drawingml/2006/main"/>
          <a:lstStyle xmlns:a="http://schemas.openxmlformats.org/drawingml/2006/main"/>
          <a:p xmlns:a="http://schemas.openxmlformats.org/drawingml/2006/main">
            <a:r>
              <a:t>Seite 5</a:t>
            </a:r>
            <a:endParaRPr/>
          </a:p>
        </p:txBody>
      </p:sp>
    </p:spTree>
    <p:extLst>
      <p:ext uri="{BB962C8B-B14F-4D97-AF65-F5344CB8AC3E}">
        <p14:creationId xmlns:p14="http://schemas.microsoft.com/office/powerpoint/2010/main" val="345546551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platzhalter 1">
            <a:extLst xmlns:a="http://schemas.openxmlformats.org/drawingml/2006/main">
              <a:ext uri="{FF2B5EF4-FFF2-40B4-BE49-F238E27FC236}">
                <a16:creationId xmlns:a16="http://schemas.microsoft.com/office/drawing/2014/main" id="{A421A364-6E2A-AC32-62E6-72EAF610ECD2}"/>
              </a:ext>
            </a:extLst>
          </p:cNvPr>
          <p:cNvSpPr>
            <a:spLocks xmlns:a="http://schemas.openxmlformats.org/drawingml/2006/main" noGrp="1"/>
          </p:cNvSpPr>
          <p:nvPr>
            <p:ph type="body" idx="26"/>
          </p:nvPr>
        </p:nvSpPr>
        <p:spPr>
          <a:xfrm xmlns:a="http://schemas.openxmlformats.org/drawingml/2006/main">
            <a:off x="695401" y="548680"/>
            <a:ext cx="10296000" cy="288000"/>
          </a:xfrm>
        </p:spPr>
        <p:txBody>
          <a:bodyPr xmlns:a="http://schemas.openxmlformats.org/drawingml/2006/main"/>
          <a:lstStyle xmlns:a="http://schemas.openxmlformats.org/drawingml/2006/main"/>
          <a:p xmlns:a="http://schemas.openxmlformats.org/drawingml/2006/main">
            <a:r>
              <a:t>M/Text-Synchronisation</a:t>
            </a:r>
          </a:p>
        </p:txBody>
      </p:sp>
      <p:sp>
        <p:nvSpPr>
          <p:cNvPr id="3" name="Titel 2">
            <a:extLst xmlns:a="http://schemas.openxmlformats.org/drawingml/2006/main">
              <a:ext uri="{FF2B5EF4-FFF2-40B4-BE49-F238E27FC236}">
                <a16:creationId xmlns:a16="http://schemas.microsoft.com/office/drawing/2014/main" id="{7C7778AC-2811-BAB4-059B-E0F0B8369F36}"/>
              </a:ext>
            </a:extLst>
          </p:cNvPr>
          <p:cNvSpPr>
            <a:spLocks xmlns:a="http://schemas.openxmlformats.org/drawingml/2006/main" noGrp="1"/>
          </p:cNvSpPr>
          <p:nvPr>
            <p:ph type="title" idx="0"/>
          </p:nvPr>
        </p:nvSpPr>
        <p:spPr>
          <a:xfrm xmlns:a="http://schemas.openxmlformats.org/drawingml/2006/main">
            <a:off x="695325" y="908720"/>
            <a:ext cx="10872788" cy="576064"/>
          </a:xfrm>
        </p:spPr>
        <p:txBody>
          <a:bodyPr xmlns:a="http://schemas.openxmlformats.org/drawingml/2006/main"/>
          <a:lstStyle xmlns:a="http://schemas.openxmlformats.org/drawingml/2006/main"/>
          <a:p xmlns:a="http://schemas.openxmlformats.org/drawingml/2006/main">
            <a:r>
              <a:t>Der Branch bestimmt das M/Text-Ziel</a:t>
            </a:r>
          </a:p>
        </p:txBody>
      </p:sp>
      <p:sp>
        <p:nvSpPr>
          <p:cNvPr id="4" name="Textplatzhalter 3">
            <a:extLst xmlns:a="http://schemas.openxmlformats.org/drawingml/2006/main">
              <a:ext uri="{FF2B5EF4-FFF2-40B4-BE49-F238E27FC236}">
                <a16:creationId xmlns:a16="http://schemas.microsoft.com/office/drawing/2014/main" id="{3836E7D1-990B-3E4E-F5E0-CB2242982B78}"/>
              </a:ext>
            </a:extLst>
          </p:cNvPr>
          <p:cNvSpPr>
            <a:spLocks xmlns:a="http://schemas.openxmlformats.org/drawingml/2006/main" noGrp="1"/>
          </p:cNvSpPr>
          <p:nvPr>
            <p:ph type="body" idx="27"/>
          </p:nvPr>
        </p:nvSpPr>
        <p:spPr>
          <a:xfrm xmlns:a="http://schemas.openxmlformats.org/drawingml/2006/main">
            <a:off x="695401" y="1484784"/>
            <a:ext cx="10872712" cy="504000"/>
          </a:xfrm>
        </p:spPr>
        <p:txBody>
          <a:bodyPr xmlns:a="http://schemas.openxmlformats.org/drawingml/2006/main"/>
          <a:lstStyle xmlns:a="http://schemas.openxmlformats.org/drawingml/2006/main"/>
          <a:p xmlns:a="http://schemas.openxmlformats.org/drawingml/2006/main">
            <a:r>
              <a:t>Normalerweise werden die Änderungen zum vorhandenen Stand übertragen</a:t>
            </a:r>
          </a:p>
        </p:txBody>
      </p:sp>
      <p:sp>
        <p:nvSpPr>
          <p:cNvPr id="5" name="Foliennummernplatzhalter 4">
            <a:extLst xmlns:a="http://schemas.openxmlformats.org/drawingml/2006/main">
              <a:ext uri="{FF2B5EF4-FFF2-40B4-BE49-F238E27FC236}">
                <a16:creationId xmlns:a16="http://schemas.microsoft.com/office/drawing/2014/main" id="{A8492505-0818-7713-0384-3FBD39951901}"/>
              </a:ext>
            </a:extLst>
          </p:cNvPr>
          <p:cNvSpPr>
            <a:spLocks xmlns:a="http://schemas.openxmlformats.org/drawingml/2006/main" noGrp="1"/>
          </p:cNvSpPr>
          <p:nvPr>
            <p:ph type="sldNum" idx="24"/>
          </p:nvPr>
        </p:nvSpPr>
        <p:spPr>
          <a:xfrm xmlns:a="http://schemas.openxmlformats.org/drawingml/2006/main">
            <a:off x="11280745" y="6573600"/>
            <a:ext cx="647903" cy="144000"/>
          </a:xfrm>
        </p:spPr>
        <p:txBody>
          <a:bodyPr xmlns:a="http://schemas.openxmlformats.org/drawingml/2006/main"/>
          <a:lstStyle xmlns:a="http://schemas.openxmlformats.org/drawingml/2006/main"/>
          <a:p xmlns:a="http://schemas.openxmlformats.org/drawingml/2006/main">
            <a:r>
              <a:t>Seite 6</a:t>
            </a:r>
            <a:endParaRPr/>
          </a:p>
        </p:txBody>
      </p:sp>
      <p:sp>
        <p:nvSpPr>
          <p:cNvPr id="23" name="Datumsplatzhalter 22">
            <a:extLst xmlns:a="http://schemas.openxmlformats.org/drawingml/2006/main">
              <a:ext uri="{FF2B5EF4-FFF2-40B4-BE49-F238E27FC236}">
                <a16:creationId xmlns:a16="http://schemas.microsoft.com/office/drawing/2014/main" id="{73CDDF3E-97EE-9B91-4F88-73E1A44C6BB2}"/>
              </a:ext>
            </a:extLst>
          </p:cNvPr>
          <p:cNvSpPr>
            <a:spLocks xmlns:a="http://schemas.openxmlformats.org/drawingml/2006/main" noGrp="1"/>
          </p:cNvSpPr>
          <p:nvPr>
            <p:ph type="dt" idx="29"/>
          </p:nvPr>
        </p:nvSpPr>
        <p:spPr>
          <a:xfrm xmlns:a="http://schemas.openxmlformats.org/drawingml/2006/main">
            <a:off x="1559656" y="6573600"/>
            <a:ext cx="1944000" cy="144000"/>
          </a:xfrm>
        </p:spPr>
        <p:txBody>
          <a:bodyPr xmlns:a="http://schemas.openxmlformats.org/drawingml/2006/main"/>
          <a:lstStyle xmlns:a="http://schemas.openxmlformats.org/drawingml/2006/main"/>
          <a:p xmlns:a="http://schemas.openxmlformats.org/drawingml/2006/main">
            <a:r>
              <a:t>Intern, 06.08.2026</a:t>
            </a:r>
            <a:endParaRPr/>
          </a:p>
        </p:txBody>
      </p:sp>
      <p:sp>
        <p:nvSpPr>
          <p:cNvPr id="7" name="Banderole">
            <a:extLst xmlns:a="http://schemas.openxmlformats.org/drawingml/2006/main">
              <a:ext uri="{FF2B5EF4-FFF2-40B4-BE49-F238E27FC236}">
                <a16:creationId xmlns:a16="http://schemas.microsoft.com/office/drawing/2014/main" id="{F1F17850-2A60-751A-BEC2-048DF7927291}"/>
              </a:ext>
            </a:extLst>
          </p:cNvPr>
          <p:cNvSpPr>
            <a:spLocks xmlns:a="http://schemas.openxmlformats.org/drawingml/2006/main" noGrp="1"/>
          </p:cNvSpPr>
          <p:nvPr/>
        </p:nvSpPr>
        <p:spPr>
          <a:xfrm xmlns:a="http://schemas.openxmlformats.org/drawingml/2006/main">
            <a:off x="695400" y="2205038"/>
            <a:ext cx="2447851" cy="3240000"/>
          </a:xfrm>
          <a:prstGeom xmlns:a="http://schemas.openxmlformats.org/drawingml/2006/main" prst="round2DiagRect">
            <a:avLst>
              <a:gd name="adj1" fmla="val 24903"/>
              <a:gd name="adj2" fmla="val 0"/>
            </a:avLst>
          </a:prstGeom>
          <a:gradFill xmlns:a="http://schemas.openxmlformats.org/drawingml/2006/main">
            <a:gsLst>
              <a:gs pos="78000">
                <a:schemeClr val="bg2"/>
              </a:gs>
              <a:gs pos="0">
                <a:srgbClr val="9B348E"/>
              </a:gs>
              <a:gs pos="37000">
                <a:schemeClr val="bg2"/>
              </a:gs>
            </a:gsLst>
            <a:lin ang="12600000" scaled="0"/>
          </a:gradFill>
        </p:spPr>
        <p:txBody>
          <a:bodyPr xmlns:a="http://schemas.openxmlformats.org/drawingml/2006/main" wrap="square" lIns="216000" tIns="720000" rIns="216000" bIns="216000" anchor="t">
            <a:noAutofit/>
          </a:bodyPr>
          <a:lstStyle xmlns:a="http://schemas.openxmlformats.org/drawingml/2006/main">
            <a:lvl1pPr marL="0" indent="0" algn="l" defTabSz="914115">
              <a:lnSpc>
                <a:spcPct val="110000"/>
              </a:lnSpc>
              <a:spcBef>
                <a:spcPts val="0"/>
              </a:spcBef>
              <a:spcAft>
                <a:spcPts val="600"/>
              </a:spcAft>
              <a:buFont typeface="Arial"/>
              <a:buNone/>
              <a:defRPr sz="1800" b="0" kern="1200">
                <a:solidFill>
                  <a:schemeClr val="bg1"/>
                </a:solidFill>
                <a:latin typeface="+mj-lt"/>
                <a:ea typeface="+mj-lt"/>
                <a:cs typeface="+mj-lt"/>
              </a:defRPr>
            </a:lvl1pPr>
            <a:lvl2pPr marL="0" indent="0" algn="l" defTabSz="914115">
              <a:lnSpc>
                <a:spcPct val="110000"/>
              </a:lnSpc>
              <a:spcBef>
                <a:spcPts val="0"/>
              </a:spcBef>
              <a:spcAft>
                <a:spcPts val="600"/>
              </a:spcAft>
              <a:buFont typeface="Arial"/>
              <a:buNone/>
              <a:defRPr sz="1600" b="0" kern="1200">
                <a:solidFill>
                  <a:schemeClr val="bg1"/>
                </a:solidFill>
                <a:latin typeface="+mn-lt"/>
                <a:ea typeface="+mn-lt"/>
                <a:cs typeface="+mn-lt"/>
              </a:defRPr>
            </a:lvl2pPr>
            <a:lvl3pPr marL="180000" indent="-180000"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3pPr>
            <a:lvl4pPr marL="359888"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4pPr>
            <a:lvl5pPr marL="540000"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5pPr>
            <a:lvl6pPr marL="0" indent="0" algn="l" defTabSz="914115">
              <a:lnSpc>
                <a:spcPct val="110000"/>
              </a:lnSpc>
              <a:spcBef>
                <a:spcPts val="0"/>
              </a:spcBef>
              <a:spcAft>
                <a:spcPts val="600"/>
              </a:spcAft>
              <a:buFont typeface="Arial"/>
              <a:buNone/>
              <a:defRPr sz="1400" kern="1200" baseline="0">
                <a:solidFill>
                  <a:schemeClr val="bg1"/>
                </a:solidFill>
                <a:latin typeface="+mj-lt"/>
                <a:ea typeface="+mj-lt"/>
                <a:cs typeface="+mj-lt"/>
              </a:defRPr>
            </a:lvl6pPr>
            <a:lvl7pPr marL="0" indent="0" algn="l" defTabSz="914115">
              <a:lnSpc>
                <a:spcPct val="110000"/>
              </a:lnSpc>
              <a:spcBef>
                <a:spcPts val="0"/>
              </a:spcBef>
              <a:spcAft>
                <a:spcPts val="600"/>
              </a:spcAft>
              <a:buFont typeface="Arial"/>
              <a:buNone/>
              <a:defRPr sz="1200" kern="1200" baseline="0">
                <a:solidFill>
                  <a:schemeClr val="bg1"/>
                </a:solidFill>
                <a:latin typeface="+mn-lt"/>
                <a:ea typeface="+mn-lt"/>
                <a:cs typeface="+mn-lt"/>
              </a:defRPr>
            </a:lvl7pPr>
            <a:lvl8pPr marL="144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8pPr>
            <a:lvl9pPr marL="288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9pPr>
          </a:lstStyle>
          <a:p xmlns:a="http://schemas.openxmlformats.org/drawingml/2006/main">
            <a:pPr lvl="5">
              <a:buNone/>
            </a:pPr>
            <a:r>
              <a:t>Feature-Push</a:t>
            </a:r>
            <a:endParaRPr/>
          </a:p>
          <a:p xmlns:a="http://schemas.openxmlformats.org/drawingml/2006/main">
            <a:pPr lvl="6">
              <a:buNone/>
            </a:pPr>
            <a:r>
              <a:t/>
            </a:r>
          </a:p>
          <a:p xmlns:a="http://schemas.openxmlformats.org/drawingml/2006/main">
            <a:pPr lvl="6">
              <a:buNone/>
            </a:pPr>
            <a:r>
              <a:t>Die Projekte aus dem Commit werden nach M/Text-Entwicklung der Releaselinie übertragen.</a:t>
            </a:r>
          </a:p>
        </p:txBody>
      </p:sp>
      <p:sp>
        <p:nvSpPr>
          <p:cNvPr id="8" name="Textplatzhalter 11">
            <a:extLst xmlns:a="http://schemas.openxmlformats.org/drawingml/2006/main">
              <a:ext uri="{FF2B5EF4-FFF2-40B4-BE49-F238E27FC236}">
                <a16:creationId xmlns:a16="http://schemas.microsoft.com/office/drawing/2014/main" id="{6A2DE57C-94D2-E8FD-A7E6-4CAC0916C59B}"/>
              </a:ext>
            </a:extLst>
          </p:cNvPr>
          <p:cNvSpPr>
            <a:spLocks xmlns:a="http://schemas.openxmlformats.org/drawingml/2006/main" noGrp="1"/>
          </p:cNvSpPr>
          <p:nvPr/>
        </p:nvSpPr>
        <p:spPr>
          <a:xfrm xmlns:a="http://schemas.openxmlformats.org/drawingml/2006/main">
            <a:off x="1055440" y="2492896"/>
            <a:ext cx="432000" cy="432000"/>
          </a:xfrm>
          <a:prstGeom xmlns:a="http://schemas.openxmlformats.org/drawingml/2006/main" prst="ellipse">
            <a:avLst/>
          </a:prstGeom>
          <a:noFill xmlns:a="http://schemas.openxmlformats.org/drawingml/2006/main"/>
          <a:ln xmlns:a="http://schemas.openxmlformats.org/drawingml/2006/main" w="12700">
            <a:solidFill>
              <a:schemeClr val="bg1"/>
            </a:solidFill>
          </a:ln>
        </p:spPr>
        <p:txBody>
          <a:bodyPr xmlns:a="http://schemas.openxmlformats.org/drawingml/2006/main" wrap="none" anchor="ctr"/>
          <a:lstStyle xmlns:a="http://schemas.openxmlformats.org/drawingml/2006/main">
            <a:lvl1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1pPr>
            <a:lvl2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2pPr>
            <a:lvl3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3pPr>
            <a:lvl4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4pPr>
            <a:lvl5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5pPr>
            <a:lvl6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6pPr>
            <a:lvl7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7pPr>
            <a:lvl8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8pPr>
            <a:lvl9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9pPr>
          </a:lstStyle>
          <a:p xmlns:a="http://schemas.openxmlformats.org/drawingml/2006/main">
            <a:r>
              <a:t>1</a:t>
            </a:r>
          </a:p>
        </p:txBody>
      </p:sp>
      <p:sp>
        <p:nvSpPr>
          <p:cNvPr id="9" name="Banderole">
            <a:extLst xmlns:a="http://schemas.openxmlformats.org/drawingml/2006/main">
              <a:ext uri="{FF2B5EF4-FFF2-40B4-BE49-F238E27FC236}">
                <a16:creationId xmlns:a16="http://schemas.microsoft.com/office/drawing/2014/main" id="{6AE18F69-1FF8-9DC0-4D24-0EAB83FEEC46}"/>
              </a:ext>
            </a:extLst>
          </p:cNvPr>
          <p:cNvSpPr>
            <a:spLocks xmlns:a="http://schemas.openxmlformats.org/drawingml/2006/main" noGrp="1"/>
          </p:cNvSpPr>
          <p:nvPr/>
        </p:nvSpPr>
        <p:spPr>
          <a:xfrm xmlns:a="http://schemas.openxmlformats.org/drawingml/2006/main">
            <a:off x="3503712" y="2205038"/>
            <a:ext cx="2447851" cy="3240000"/>
          </a:xfrm>
          <a:prstGeom xmlns:a="http://schemas.openxmlformats.org/drawingml/2006/main" prst="round2DiagRect">
            <a:avLst>
              <a:gd name="adj1" fmla="val 24903"/>
              <a:gd name="adj2" fmla="val 0"/>
            </a:avLst>
          </a:prstGeom>
          <a:gradFill xmlns:a="http://schemas.openxmlformats.org/drawingml/2006/main">
            <a:gsLst>
              <a:gs pos="78000">
                <a:schemeClr val="bg2"/>
              </a:gs>
              <a:gs pos="0">
                <a:srgbClr val="9B348E"/>
              </a:gs>
              <a:gs pos="37000">
                <a:schemeClr val="bg2"/>
              </a:gs>
            </a:gsLst>
            <a:lin ang="12600000" scaled="0"/>
          </a:gradFill>
        </p:spPr>
        <p:txBody>
          <a:bodyPr xmlns:a="http://schemas.openxmlformats.org/drawingml/2006/main" wrap="square" lIns="216000" tIns="720000" rIns="216000" bIns="216000" anchor="t">
            <a:noAutofit/>
          </a:bodyPr>
          <a:lstStyle xmlns:a="http://schemas.openxmlformats.org/drawingml/2006/main">
            <a:lvl1pPr marL="0" indent="0" algn="l" defTabSz="914115">
              <a:lnSpc>
                <a:spcPct val="110000"/>
              </a:lnSpc>
              <a:spcBef>
                <a:spcPts val="0"/>
              </a:spcBef>
              <a:spcAft>
                <a:spcPts val="600"/>
              </a:spcAft>
              <a:buFont typeface="Arial"/>
              <a:buNone/>
              <a:defRPr sz="1800" b="0" kern="1200">
                <a:solidFill>
                  <a:schemeClr val="bg1"/>
                </a:solidFill>
                <a:latin typeface="+mj-lt"/>
                <a:ea typeface="+mj-lt"/>
                <a:cs typeface="+mj-lt"/>
              </a:defRPr>
            </a:lvl1pPr>
            <a:lvl2pPr marL="0" indent="0" algn="l" defTabSz="914115">
              <a:lnSpc>
                <a:spcPct val="110000"/>
              </a:lnSpc>
              <a:spcBef>
                <a:spcPts val="0"/>
              </a:spcBef>
              <a:spcAft>
                <a:spcPts val="600"/>
              </a:spcAft>
              <a:buFont typeface="Arial"/>
              <a:buNone/>
              <a:defRPr sz="1600" b="0" kern="1200">
                <a:solidFill>
                  <a:schemeClr val="bg1"/>
                </a:solidFill>
                <a:latin typeface="+mn-lt"/>
                <a:ea typeface="+mn-lt"/>
                <a:cs typeface="+mn-lt"/>
              </a:defRPr>
            </a:lvl2pPr>
            <a:lvl3pPr marL="180000" indent="-180000"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3pPr>
            <a:lvl4pPr marL="359888"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4pPr>
            <a:lvl5pPr marL="540000"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5pPr>
            <a:lvl6pPr marL="0" indent="0" algn="l" defTabSz="914115">
              <a:lnSpc>
                <a:spcPct val="110000"/>
              </a:lnSpc>
              <a:spcBef>
                <a:spcPts val="0"/>
              </a:spcBef>
              <a:spcAft>
                <a:spcPts val="600"/>
              </a:spcAft>
              <a:buFont typeface="Arial"/>
              <a:buNone/>
              <a:defRPr sz="1400" kern="1200" baseline="0">
                <a:solidFill>
                  <a:schemeClr val="bg1"/>
                </a:solidFill>
                <a:latin typeface="+mj-lt"/>
                <a:ea typeface="+mj-lt"/>
                <a:cs typeface="+mj-lt"/>
              </a:defRPr>
            </a:lvl6pPr>
            <a:lvl7pPr marL="0" indent="0" algn="l" defTabSz="914115">
              <a:lnSpc>
                <a:spcPct val="110000"/>
              </a:lnSpc>
              <a:spcBef>
                <a:spcPts val="0"/>
              </a:spcBef>
              <a:spcAft>
                <a:spcPts val="600"/>
              </a:spcAft>
              <a:buFont typeface="Arial"/>
              <a:buNone/>
              <a:defRPr sz="1200" kern="1200" baseline="0">
                <a:solidFill>
                  <a:schemeClr val="bg1"/>
                </a:solidFill>
                <a:latin typeface="+mn-lt"/>
                <a:ea typeface="+mn-lt"/>
                <a:cs typeface="+mn-lt"/>
              </a:defRPr>
            </a:lvl7pPr>
            <a:lvl8pPr marL="144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8pPr>
            <a:lvl9pPr marL="288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9pPr>
          </a:lstStyle>
          <a:p xmlns:a="http://schemas.openxmlformats.org/drawingml/2006/main">
            <a:pPr lvl="5">
              <a:buNone/>
            </a:pPr>
            <a:r>
              <a:t>Merge in Zielbranch</a:t>
            </a:r>
          </a:p>
          <a:p xmlns:a="http://schemas.openxmlformats.org/drawingml/2006/main">
            <a:pPr lvl="6">
              <a:buNone/>
            </a:pPr>
            <a:r>
              <a:t/>
            </a:r>
          </a:p>
          <a:p xmlns:a="http://schemas.openxmlformats.org/drawingml/2006/main">
            <a:pPr lvl="6">
              <a:buNone/>
            </a:pPr>
            <a:r>
              <a:t>Ein Push auf main oder release/Rnnn überträgt den zusammengeführten Stand nach Abnahme.</a:t>
            </a:r>
          </a:p>
        </p:txBody>
      </p:sp>
      <p:sp>
        <p:nvSpPr>
          <p:cNvPr id="10" name="Textplatzhalter 11">
            <a:extLst xmlns:a="http://schemas.openxmlformats.org/drawingml/2006/main">
              <a:ext uri="{FF2B5EF4-FFF2-40B4-BE49-F238E27FC236}">
                <a16:creationId xmlns:a16="http://schemas.microsoft.com/office/drawing/2014/main" id="{25C9273A-D2EC-37EA-066B-82A74683271B}"/>
              </a:ext>
            </a:extLst>
          </p:cNvPr>
          <p:cNvSpPr>
            <a:spLocks xmlns:a="http://schemas.openxmlformats.org/drawingml/2006/main" noGrp="1"/>
          </p:cNvSpPr>
          <p:nvPr/>
        </p:nvSpPr>
        <p:spPr>
          <a:xfrm xmlns:a="http://schemas.openxmlformats.org/drawingml/2006/main">
            <a:off x="3863752" y="2492896"/>
            <a:ext cx="432000" cy="432000"/>
          </a:xfrm>
          <a:prstGeom xmlns:a="http://schemas.openxmlformats.org/drawingml/2006/main" prst="ellipse">
            <a:avLst/>
          </a:prstGeom>
          <a:noFill xmlns:a="http://schemas.openxmlformats.org/drawingml/2006/main"/>
          <a:ln xmlns:a="http://schemas.openxmlformats.org/drawingml/2006/main" w="12700">
            <a:solidFill>
              <a:schemeClr val="bg1"/>
            </a:solidFill>
          </a:ln>
        </p:spPr>
        <p:txBody>
          <a:bodyPr xmlns:a="http://schemas.openxmlformats.org/drawingml/2006/main" wrap="none" anchor="ctr"/>
          <a:lstStyle xmlns:a="http://schemas.openxmlformats.org/drawingml/2006/main">
            <a:lvl1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1pPr>
            <a:lvl2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2pPr>
            <a:lvl3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3pPr>
            <a:lvl4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4pPr>
            <a:lvl5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5pPr>
            <a:lvl6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6pPr>
            <a:lvl7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7pPr>
            <a:lvl8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8pPr>
            <a:lvl9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9pPr>
          </a:lstStyle>
          <a:p xmlns:a="http://schemas.openxmlformats.org/drawingml/2006/main">
            <a:r>
              <a:t>2</a:t>
            </a:r>
          </a:p>
        </p:txBody>
      </p:sp>
      <p:sp>
        <p:nvSpPr>
          <p:cNvPr id="11" name="Banderole">
            <a:extLst xmlns:a="http://schemas.openxmlformats.org/drawingml/2006/main">
              <a:ext uri="{FF2B5EF4-FFF2-40B4-BE49-F238E27FC236}">
                <a16:creationId xmlns:a16="http://schemas.microsoft.com/office/drawing/2014/main" id="{41103582-F302-9DD9-3442-3D2930EDB8CB}"/>
              </a:ext>
            </a:extLst>
          </p:cNvPr>
          <p:cNvSpPr>
            <a:spLocks xmlns:a="http://schemas.openxmlformats.org/drawingml/2006/main" noGrp="1"/>
          </p:cNvSpPr>
          <p:nvPr/>
        </p:nvSpPr>
        <p:spPr>
          <a:xfrm xmlns:a="http://schemas.openxmlformats.org/drawingml/2006/main">
            <a:off x="6312445" y="2205038"/>
            <a:ext cx="2447851" cy="3240000"/>
          </a:xfrm>
          <a:prstGeom xmlns:a="http://schemas.openxmlformats.org/drawingml/2006/main" prst="round2DiagRect">
            <a:avLst>
              <a:gd name="adj1" fmla="val 24903"/>
              <a:gd name="adj2" fmla="val 0"/>
            </a:avLst>
          </a:prstGeom>
          <a:gradFill xmlns:a="http://schemas.openxmlformats.org/drawingml/2006/main">
            <a:gsLst>
              <a:gs pos="78000">
                <a:schemeClr val="bg2"/>
              </a:gs>
              <a:gs pos="0">
                <a:srgbClr val="9B348E"/>
              </a:gs>
              <a:gs pos="37000">
                <a:schemeClr val="bg2"/>
              </a:gs>
            </a:gsLst>
            <a:lin ang="12600000" scaled="0"/>
          </a:gradFill>
        </p:spPr>
        <p:txBody>
          <a:bodyPr xmlns:a="http://schemas.openxmlformats.org/drawingml/2006/main" wrap="square" lIns="216000" tIns="720000" rIns="216000" bIns="216000" anchor="t">
            <a:noAutofit/>
          </a:bodyPr>
          <a:lstStyle xmlns:a="http://schemas.openxmlformats.org/drawingml/2006/main">
            <a:lvl1pPr marL="0" indent="0" algn="l" defTabSz="914115">
              <a:lnSpc>
                <a:spcPct val="110000"/>
              </a:lnSpc>
              <a:spcBef>
                <a:spcPts val="0"/>
              </a:spcBef>
              <a:spcAft>
                <a:spcPts val="600"/>
              </a:spcAft>
              <a:buFont typeface="Arial"/>
              <a:buNone/>
              <a:defRPr sz="1800" b="0" kern="1200">
                <a:solidFill>
                  <a:schemeClr val="bg1"/>
                </a:solidFill>
                <a:latin typeface="+mj-lt"/>
                <a:ea typeface="+mj-lt"/>
                <a:cs typeface="+mj-lt"/>
              </a:defRPr>
            </a:lvl1pPr>
            <a:lvl2pPr marL="0" indent="0" algn="l" defTabSz="914115">
              <a:lnSpc>
                <a:spcPct val="110000"/>
              </a:lnSpc>
              <a:spcBef>
                <a:spcPts val="0"/>
              </a:spcBef>
              <a:spcAft>
                <a:spcPts val="600"/>
              </a:spcAft>
              <a:buFont typeface="Arial"/>
              <a:buNone/>
              <a:defRPr sz="1600" b="0" kern="1200">
                <a:solidFill>
                  <a:schemeClr val="bg1"/>
                </a:solidFill>
                <a:latin typeface="+mn-lt"/>
                <a:ea typeface="+mn-lt"/>
                <a:cs typeface="+mn-lt"/>
              </a:defRPr>
            </a:lvl2pPr>
            <a:lvl3pPr marL="180000" indent="-180000"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3pPr>
            <a:lvl4pPr marL="359888"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4pPr>
            <a:lvl5pPr marL="540000"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5pPr>
            <a:lvl6pPr marL="0" indent="0" algn="l" defTabSz="914115">
              <a:lnSpc>
                <a:spcPct val="110000"/>
              </a:lnSpc>
              <a:spcBef>
                <a:spcPts val="0"/>
              </a:spcBef>
              <a:spcAft>
                <a:spcPts val="600"/>
              </a:spcAft>
              <a:buFont typeface="Arial"/>
              <a:buNone/>
              <a:defRPr sz="1400" kern="1200" baseline="0">
                <a:solidFill>
                  <a:schemeClr val="bg1"/>
                </a:solidFill>
                <a:latin typeface="+mj-lt"/>
                <a:ea typeface="+mj-lt"/>
                <a:cs typeface="+mj-lt"/>
              </a:defRPr>
            </a:lvl6pPr>
            <a:lvl7pPr marL="0" indent="0" algn="l" defTabSz="914115">
              <a:lnSpc>
                <a:spcPct val="110000"/>
              </a:lnSpc>
              <a:spcBef>
                <a:spcPts val="0"/>
              </a:spcBef>
              <a:spcAft>
                <a:spcPts val="600"/>
              </a:spcAft>
              <a:buFont typeface="Arial"/>
              <a:buNone/>
              <a:defRPr sz="1200" kern="1200" baseline="0">
                <a:solidFill>
                  <a:schemeClr val="bg1"/>
                </a:solidFill>
                <a:latin typeface="+mn-lt"/>
                <a:ea typeface="+mn-lt"/>
                <a:cs typeface="+mn-lt"/>
              </a:defRPr>
            </a:lvl7pPr>
            <a:lvl8pPr marL="144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8pPr>
            <a:lvl9pPr marL="288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9pPr>
          </a:lstStyle>
          <a:p xmlns:a="http://schemas.openxmlformats.org/drawingml/2006/main">
            <a:pPr lvl="5">
              <a:buNone/>
            </a:pPr>
            <a:r>
              <a:t>Manueller Vollabgleich</a:t>
            </a:r>
          </a:p>
          <a:p xmlns:a="http://schemas.openxmlformats.org/drawingml/2006/main">
            <a:pPr lvl="6">
              <a:buNone/>
            </a:pPr>
            <a:r>
              <a:t/>
            </a:r>
          </a:p>
          <a:p xmlns:a="http://schemas.openxmlformats.org/drawingml/2006/main">
            <a:pPr lvl="6">
              <a:buNone/>
            </a:pPr>
            <a:r>
              <a:t>Branch und Commit-SHA wählen den Stand und das M/Text-Ziel für die Wiederherstellung.</a:t>
            </a:r>
          </a:p>
        </p:txBody>
      </p:sp>
      <p:sp>
        <p:nvSpPr>
          <p:cNvPr id="12" name="Textplatzhalter 11">
            <a:extLst xmlns:a="http://schemas.openxmlformats.org/drawingml/2006/main">
              <a:ext uri="{FF2B5EF4-FFF2-40B4-BE49-F238E27FC236}">
                <a16:creationId xmlns:a16="http://schemas.microsoft.com/office/drawing/2014/main" id="{67D96C02-9280-441E-29C3-44F8995E3355}"/>
              </a:ext>
            </a:extLst>
          </p:cNvPr>
          <p:cNvSpPr>
            <a:spLocks xmlns:a="http://schemas.openxmlformats.org/drawingml/2006/main" noGrp="1"/>
          </p:cNvSpPr>
          <p:nvPr/>
        </p:nvSpPr>
        <p:spPr>
          <a:xfrm xmlns:a="http://schemas.openxmlformats.org/drawingml/2006/main">
            <a:off x="6672485" y="2492896"/>
            <a:ext cx="432000" cy="432000"/>
          </a:xfrm>
          <a:prstGeom xmlns:a="http://schemas.openxmlformats.org/drawingml/2006/main" prst="ellipse">
            <a:avLst/>
          </a:prstGeom>
          <a:noFill xmlns:a="http://schemas.openxmlformats.org/drawingml/2006/main"/>
          <a:ln xmlns:a="http://schemas.openxmlformats.org/drawingml/2006/main" w="12700">
            <a:solidFill>
              <a:schemeClr val="bg1"/>
            </a:solidFill>
          </a:ln>
        </p:spPr>
        <p:txBody>
          <a:bodyPr xmlns:a="http://schemas.openxmlformats.org/drawingml/2006/main" wrap="none" anchor="ctr"/>
          <a:lstStyle xmlns:a="http://schemas.openxmlformats.org/drawingml/2006/main">
            <a:lvl1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1pPr>
            <a:lvl2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2pPr>
            <a:lvl3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3pPr>
            <a:lvl4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4pPr>
            <a:lvl5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5pPr>
            <a:lvl6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6pPr>
            <a:lvl7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7pPr>
            <a:lvl8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8pPr>
            <a:lvl9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9pPr>
          </a:lstStyle>
          <a:p xmlns:a="http://schemas.openxmlformats.org/drawingml/2006/main">
            <a:r>
              <a:t>3</a:t>
            </a:r>
          </a:p>
        </p:txBody>
      </p:sp>
      <p:sp>
        <p:nvSpPr>
          <p:cNvPr id="13" name="Inhaltsplatzhalter 16">
            <a:extLst xmlns:a="http://schemas.openxmlformats.org/drawingml/2006/main">
              <a:ext uri="{FF2B5EF4-FFF2-40B4-BE49-F238E27FC236}">
                <a16:creationId xmlns:a16="http://schemas.microsoft.com/office/drawing/2014/main" id="{C0EE8F1B-3B97-7372-0740-C70E2DE84622}"/>
              </a:ext>
            </a:extLst>
          </p:cNvPr>
          <p:cNvSpPr>
            <a:spLocks xmlns:a="http://schemas.openxmlformats.org/drawingml/2006/main" noGrp="1"/>
          </p:cNvSpPr>
          <p:nvPr/>
        </p:nvSpPr>
        <p:spPr>
          <a:xfrm xmlns:a="http://schemas.openxmlformats.org/drawingml/2006/main">
            <a:off x="9192270" y="2205038"/>
            <a:ext cx="2375844" cy="4103687"/>
          </a:xfrm>
          <a:prstGeom xmlns:a="http://schemas.openxmlformats.org/drawingml/2006/main" prst="rect">
            <a:avLst/>
          </a:prstGeom>
        </p:spPr>
        <p:txBody>
          <a:bodyPr xmlns:a="http://schemas.openxmlformats.org/drawingml/2006/main" lIns="0" tIns="0" rIns="0" bIns="0"/>
          <a:lstStyle xmlns:a="http://schemas.openxmlformats.org/drawingml/2006/main">
            <a:lvl1pPr marL="0" indent="0" algn="l" defTabSz="914115">
              <a:lnSpc>
                <a:spcPct val="110000"/>
              </a:lnSpc>
              <a:spcBef>
                <a:spcPts val="0"/>
              </a:spcBef>
              <a:spcAft>
                <a:spcPts val="600"/>
              </a:spcAft>
              <a:buFont typeface="Arial"/>
              <a:buNone/>
              <a:defRPr sz="1800" b="0" kern="1200">
                <a:solidFill>
                  <a:schemeClr val="tx1"/>
                </a:solidFill>
                <a:latin typeface="+mj-lt"/>
                <a:ea typeface="+mj-lt"/>
                <a:cs typeface="+mj-lt"/>
              </a:defRPr>
            </a:lvl1pPr>
            <a:lvl2pPr marL="0" indent="0" algn="l" defTabSz="914115">
              <a:lnSpc>
                <a:spcPct val="110000"/>
              </a:lnSpc>
              <a:spcBef>
                <a:spcPts val="0"/>
              </a:spcBef>
              <a:spcAft>
                <a:spcPts val="600"/>
              </a:spcAft>
              <a:buFont typeface="Arial"/>
              <a:buNone/>
              <a:defRPr sz="1600" b="0" kern="1200">
                <a:solidFill>
                  <a:schemeClr val="tx1"/>
                </a:solidFill>
                <a:latin typeface="+mn-lt"/>
                <a:ea typeface="+mn-lt"/>
                <a:cs typeface="+mn-lt"/>
              </a:defRPr>
            </a:lvl2pPr>
            <a:lvl3pPr marL="179944"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3pPr>
            <a:lvl4pPr marL="359888"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4pPr>
            <a:lvl5pPr marL="540000"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5pPr>
            <a:lvl6pPr marL="0" indent="0" algn="l" defTabSz="914115">
              <a:lnSpc>
                <a:spcPct val="110000"/>
              </a:lnSpc>
              <a:spcBef>
                <a:spcPts val="0"/>
              </a:spcBef>
              <a:spcAft>
                <a:spcPts val="600"/>
              </a:spcAft>
              <a:buFont typeface="Arial"/>
              <a:buNone/>
              <a:defRPr sz="1400" kern="1200" baseline="0">
                <a:solidFill>
                  <a:schemeClr val="tx1"/>
                </a:solidFill>
                <a:latin typeface="+mj-lt"/>
                <a:ea typeface="+mj-lt"/>
                <a:cs typeface="+mj-lt"/>
              </a:defRPr>
            </a:lvl6pPr>
            <a:lvl7pPr marL="0" indent="0" algn="l" defTabSz="914115">
              <a:lnSpc>
                <a:spcPct val="110000"/>
              </a:lnSpc>
              <a:spcBef>
                <a:spcPts val="0"/>
              </a:spcBef>
              <a:spcAft>
                <a:spcPts val="600"/>
              </a:spcAft>
              <a:buFont typeface="Arial"/>
              <a:buNone/>
              <a:defRPr sz="1200" kern="1200" baseline="0">
                <a:solidFill>
                  <a:schemeClr val="tx1"/>
                </a:solidFill>
                <a:latin typeface="+mn-lt"/>
                <a:ea typeface="+mn-lt"/>
                <a:cs typeface="+mn-lt"/>
              </a:defRPr>
            </a:lvl7pPr>
            <a:lvl8pPr marL="144000" indent="-144000" algn="l" defTabSz="914115">
              <a:lnSpc>
                <a:spcPct val="110000"/>
              </a:lnSpc>
              <a:spcBef>
                <a:spcPts val="0"/>
              </a:spcBef>
              <a:spcAft>
                <a:spcPts val="600"/>
              </a:spcAft>
              <a:buClr>
                <a:schemeClr val="bg2"/>
              </a:buClr>
              <a:buFont typeface="Arial"/>
              <a:buChar char="•"/>
              <a:defRPr sz="1200" kern="1200" baseline="0">
                <a:solidFill>
                  <a:schemeClr val="tx1"/>
                </a:solidFill>
                <a:latin typeface="+mn-lt"/>
                <a:ea typeface="+mn-lt"/>
                <a:cs typeface="+mn-lt"/>
              </a:defRPr>
            </a:lvl8pPr>
            <a:lvl9pPr marL="288000" indent="-144000" algn="l" defTabSz="914115">
              <a:lnSpc>
                <a:spcPct val="110000"/>
              </a:lnSpc>
              <a:spcBef>
                <a:spcPts val="0"/>
              </a:spcBef>
              <a:spcAft>
                <a:spcPts val="600"/>
              </a:spcAft>
              <a:buClr>
                <a:schemeClr val="bg2"/>
              </a:buClr>
              <a:buFont typeface="Arial"/>
              <a:buChar char="•"/>
              <a:defRPr sz="1200" kern="1200" baseline="0">
                <a:solidFill>
                  <a:schemeClr val="tx1"/>
                </a:solidFill>
                <a:latin typeface="+mn-lt"/>
                <a:ea typeface="+mn-lt"/>
                <a:cs typeface="+mn-lt"/>
              </a:defRPr>
            </a:lvl9pPr>
          </a:lstStyle>
          <a:p xmlns:a="http://schemas.openxmlformats.org/drawingml/2006/main">
            <a:pPr lvl="5">
              <a:buNone/>
            </a:pPr>
            <a:r>
              <a:t>Wiederholbar</a:t>
            </a:r>
            <a:endParaRPr/>
          </a:p>
          <a:p xmlns:a="http://schemas.openxmlformats.org/drawingml/2006/main">
            <a:pPr lvl="5">
              <a:buNone/>
            </a:pPr>
            <a:r>
              <a:t/>
            </a:r>
          </a:p>
          <a:p xmlns:a="http://schemas.openxmlformats.org/drawingml/2006/main">
            <a:pPr lvl="6">
              <a:buNone/>
            </a:pPr>
            <a:r>
              <a:t>Die Synchronisation ist idempotent.</a:t>
            </a:r>
          </a:p>
          <a:p xmlns:a="http://schemas.openxmlformats.org/drawingml/2006/main">
            <a:pPr lvl="6">
              <a:buNone/>
            </a:pPr>
            <a:r>
              <a:t/>
            </a:r>
            <a:endParaRPr/>
          </a:p>
          <a:p xmlns:a="http://schemas.openxmlformats.org/drawingml/2006/main">
            <a:pPr lvl="5">
              <a:buNone/>
            </a:pPr>
            <a:r>
              <a:t>Bei einem Fehler wird derselbe Stand erneut verarbeitet.</a:t>
            </a:r>
          </a:p>
        </p:txBody>
      </p:sp>
    </p:spTree>
    <p:extLst>
      <p:ext uri="{BB962C8B-B14F-4D97-AF65-F5344CB8AC3E}">
        <p14:creationId xmlns:p14="http://schemas.microsoft.com/office/powerpoint/2010/main" val="198641060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9" name="Textplatzhalter 6">
            <a:extLst xmlns:a="http://schemas.openxmlformats.org/drawingml/2006/main">
              <a:ext uri="{FF2B5EF4-FFF2-40B4-BE49-F238E27FC236}">
                <a16:creationId xmlns:a16="http://schemas.microsoft.com/office/drawing/2014/main" id="{F18416A4-A386-C436-F211-349C591A046E}"/>
              </a:ext>
            </a:extLst>
          </p:cNvPr>
          <p:cNvSpPr>
            <a:spLocks xmlns:a="http://schemas.openxmlformats.org/drawingml/2006/main" noGrp="1"/>
          </p:cNvSpPr>
          <p:nvPr/>
        </p:nvSpPr>
        <p:spPr>
          <a:xfrm xmlns:a="http://schemas.openxmlformats.org/drawingml/2006/main">
            <a:off x="4944000" y="3933000"/>
            <a:ext cx="3240000" cy="1080000"/>
          </a:xfrm>
          <a:prstGeom xmlns:a="http://schemas.openxmlformats.org/drawingml/2006/main" prst="round2DiagRect">
            <a:avLst/>
          </a:prstGeom>
          <a:gradFill xmlns:a="http://schemas.openxmlformats.org/drawingml/2006/main">
            <a:gsLst>
              <a:gs pos="78000">
                <a:schemeClr val="bg2"/>
              </a:gs>
              <a:gs pos="0">
                <a:srgbClr val="9B348E"/>
              </a:gs>
              <a:gs pos="37000">
                <a:schemeClr val="bg2"/>
              </a:gs>
            </a:gsLst>
            <a:lin ang="12600000" scaled="0"/>
          </a:gradFill>
        </p:spPr>
        <p:txBody>
          <a:bodyPr xmlns:a="http://schemas.openxmlformats.org/drawingml/2006/main" vert="horz" wrap="square" lIns="288000" tIns="216000" rIns="288000" bIns="216000">
            <a:noAutofit/>
          </a:bodyPr>
          <a:lstStyle xmlns:a="http://schemas.openxmlformats.org/drawingml/2006/main">
            <a:lvl1pPr marL="0" indent="0" algn="l" defTabSz="914115">
              <a:lnSpc>
                <a:spcPct val="110000"/>
              </a:lnSpc>
              <a:spcBef>
                <a:spcPts val="0"/>
              </a:spcBef>
              <a:spcAft>
                <a:spcPts val="600"/>
              </a:spcAft>
              <a:buFont typeface="Arial"/>
              <a:buNone/>
              <a:defRPr sz="1800" b="0" kern="1200">
                <a:solidFill>
                  <a:schemeClr val="tx1"/>
                </a:solidFill>
                <a:latin typeface="+mj-lt"/>
                <a:ea typeface="+mj-lt"/>
                <a:cs typeface="+mj-lt"/>
              </a:defRPr>
            </a:lvl1pPr>
            <a:lvl2pPr marL="0" indent="0" algn="l" defTabSz="914115">
              <a:lnSpc>
                <a:spcPct val="110000"/>
              </a:lnSpc>
              <a:spcBef>
                <a:spcPts val="0"/>
              </a:spcBef>
              <a:spcAft>
                <a:spcPts val="600"/>
              </a:spcAft>
              <a:buFont typeface="Arial"/>
              <a:buNone/>
              <a:defRPr sz="1600" b="0" kern="1200">
                <a:solidFill>
                  <a:schemeClr val="tx1"/>
                </a:solidFill>
                <a:latin typeface="+mn-lt"/>
                <a:ea typeface="+mn-lt"/>
                <a:cs typeface="+mn-lt"/>
              </a:defRPr>
            </a:lvl2pPr>
            <a:lvl3pPr marL="179944"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3pPr>
            <a:lvl4pPr marL="359888"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4pPr>
            <a:lvl5pPr marL="540000"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5pPr>
            <a:lvl6pPr marL="0" indent="0" algn="l" defTabSz="914115">
              <a:lnSpc>
                <a:spcPct val="110000"/>
              </a:lnSpc>
              <a:spcBef>
                <a:spcPts val="0"/>
              </a:spcBef>
              <a:spcAft>
                <a:spcPts val="600"/>
              </a:spcAft>
              <a:buFont typeface="Arial"/>
              <a:buNone/>
              <a:defRPr sz="1400" kern="1200" baseline="0">
                <a:solidFill>
                  <a:schemeClr val="tx1"/>
                </a:solidFill>
                <a:latin typeface="+mj-lt"/>
                <a:ea typeface="+mj-lt"/>
                <a:cs typeface="+mj-lt"/>
              </a:defRPr>
            </a:lvl6pPr>
            <a:lvl7pPr marL="0" indent="0" algn="l" defTabSz="914115">
              <a:lnSpc>
                <a:spcPct val="110000"/>
              </a:lnSpc>
              <a:spcBef>
                <a:spcPts val="0"/>
              </a:spcBef>
              <a:spcAft>
                <a:spcPts val="600"/>
              </a:spcAft>
              <a:buFont typeface="Arial"/>
              <a:buNone/>
              <a:defRPr sz="1200" kern="1200" baseline="0">
                <a:solidFill>
                  <a:schemeClr val="tx1"/>
                </a:solidFill>
                <a:latin typeface="+mn-lt"/>
                <a:ea typeface="+mn-lt"/>
                <a:cs typeface="+mn-lt"/>
              </a:defRPr>
            </a:lvl7pPr>
            <a:lvl8pPr marL="144000" indent="-144000" algn="l" defTabSz="914115">
              <a:lnSpc>
                <a:spcPct val="110000"/>
              </a:lnSpc>
              <a:spcBef>
                <a:spcPts val="0"/>
              </a:spcBef>
              <a:spcAft>
                <a:spcPts val="600"/>
              </a:spcAft>
              <a:buClr>
                <a:schemeClr val="bg2"/>
              </a:buClr>
              <a:buFont typeface="Arial"/>
              <a:buChar char="•"/>
              <a:defRPr sz="1200" kern="1200" baseline="0">
                <a:solidFill>
                  <a:schemeClr val="tx1"/>
                </a:solidFill>
                <a:latin typeface="+mn-lt"/>
                <a:ea typeface="+mn-lt"/>
                <a:cs typeface="+mn-lt"/>
              </a:defRPr>
            </a:lvl8pPr>
            <a:lvl9pPr marL="288000" indent="-144000" algn="l" defTabSz="914115">
              <a:lnSpc>
                <a:spcPct val="110000"/>
              </a:lnSpc>
              <a:spcBef>
                <a:spcPts val="0"/>
              </a:spcBef>
              <a:spcAft>
                <a:spcPts val="600"/>
              </a:spcAft>
              <a:buClr>
                <a:schemeClr val="bg2"/>
              </a:buClr>
              <a:buFont typeface="Arial"/>
              <a:buChar char="•"/>
              <a:defRPr sz="1200" kern="1200" baseline="0">
                <a:solidFill>
                  <a:schemeClr val="tx1"/>
                </a:solidFill>
                <a:latin typeface="+mn-lt"/>
                <a:ea typeface="+mn-lt"/>
                <a:cs typeface="+mn-lt"/>
              </a:defRPr>
            </a:lvl9pPr>
          </a:lstStyle>
          <a:p xmlns:a="http://schemas.openxmlformats.org/drawingml/2006/main">
            <a:pPr marL="0" marR="0" lvl="1" indent="0" algn="l" defTabSz="914115">
              <a:lnSpc>
                <a:spcPct val="110000"/>
              </a:lnSpc>
              <a:spcBef>
                <a:spcPts val="0"/>
              </a:spcBef>
              <a:spcAft>
                <a:spcPts val="600"/>
              </a:spcAft>
              <a:buClrTx/>
              <a:buSzTx/>
              <a:buFont typeface="Arial"/>
              <a:buNone/>
            </a:pPr>
            <a:r>
              <a:rPr sz="1600" b="0" i="0" u="none" cap="none">
                <a:ln>
                  <a:noFill/>
                </a:ln>
                <a:solidFill>
                  <a:srgbClr val="FFFFFF"/>
                </a:solidFill>
                <a:latin typeface="Sparkasse Lt"/>
                <a:ea typeface="Sparkasse Lt"/>
                <a:cs typeface="Sparkasse Lt"/>
              </a:rPr>
              <a:t>v261.100 = FULL</a:t>
            </a:r>
          </a:p>
          <a:p xmlns:a="http://schemas.openxmlformats.org/drawingml/2006/main">
            <a:pPr marL="0" marR="0" lvl="1" indent="0" algn="l" defTabSz="914115">
              <a:lnSpc>
                <a:spcPct val="110000"/>
              </a:lnSpc>
              <a:spcBef>
                <a:spcPts val="0"/>
              </a:spcBef>
              <a:spcAft>
                <a:spcPts val="600"/>
              </a:spcAft>
              <a:buClrTx/>
              <a:buSzTx/>
              <a:buFont typeface="Arial"/>
              <a:buNone/>
            </a:pPr>
            <a:r>
              <a:rPr sz="1600" b="0" i="0" u="none" cap="none">
                <a:ln>
                  <a:noFill/>
                </a:ln>
                <a:solidFill>
                  <a:srgbClr val="FFFFFF"/>
                </a:solidFill>
                <a:latin typeface="Sparkasse Lt"/>
                <a:ea typeface="Sparkasse Lt"/>
                <a:cs typeface="Sparkasse Lt"/>
              </a:rPr>
              <a:t>v261.108 = DELTA</a:t>
            </a:r>
          </a:p>
        </p:txBody>
      </p:sp>
      <p:sp>
        <p:nvSpPr>
          <p:cNvPr id="18" name="Textplatzhalter 17">
            <a:extLst xmlns:a="http://schemas.openxmlformats.org/drawingml/2006/main">
              <a:ext uri="{FF2B5EF4-FFF2-40B4-BE49-F238E27FC236}">
                <a16:creationId xmlns:a16="http://schemas.microsoft.com/office/drawing/2014/main" id="{341A1B5A-8BB8-DF0A-CC05-93FCB08B869A}"/>
              </a:ext>
            </a:extLst>
          </p:cNvPr>
          <p:cNvSpPr>
            <a:spLocks xmlns:a="http://schemas.openxmlformats.org/drawingml/2006/main" noGrp="1"/>
          </p:cNvSpPr>
          <p:nvPr>
            <p:ph type="body" idx="26"/>
          </p:nvPr>
        </p:nvSpPr>
        <p:spPr>
          <a:xfrm xmlns:a="http://schemas.openxmlformats.org/drawingml/2006/main">
            <a:off x="695401" y="548680"/>
            <a:ext cx="10296000" cy="288000"/>
          </a:xfrm>
        </p:spPr>
        <p:txBody>
          <a:bodyPr xmlns:a="http://schemas.openxmlformats.org/drawingml/2006/main"/>
          <a:lstStyle xmlns:a="http://schemas.openxmlformats.org/drawingml/2006/main"/>
          <a:p xmlns:a="http://schemas.openxmlformats.org/drawingml/2006/main">
            <a:r>
              <a:t>Release und Mainframe</a:t>
            </a:r>
          </a:p>
        </p:txBody>
      </p:sp>
      <p:sp>
        <p:nvSpPr>
          <p:cNvPr id="17" name="Titel 16">
            <a:extLst xmlns:a="http://schemas.openxmlformats.org/drawingml/2006/main">
              <a:ext uri="{FF2B5EF4-FFF2-40B4-BE49-F238E27FC236}">
                <a16:creationId xmlns:a16="http://schemas.microsoft.com/office/drawing/2014/main" id="{A99944B2-C161-B671-2A86-0886FED35CB5}"/>
              </a:ext>
            </a:extLst>
          </p:cNvPr>
          <p:cNvSpPr>
            <a:spLocks xmlns:a="http://schemas.openxmlformats.org/drawingml/2006/main" noGrp="1"/>
          </p:cNvSpPr>
          <p:nvPr>
            <p:ph type="title" idx="0"/>
          </p:nvPr>
        </p:nvSpPr>
        <p:spPr>
          <a:xfrm xmlns:a="http://schemas.openxmlformats.org/drawingml/2006/main">
            <a:off x="695325" y="908720"/>
            <a:ext cx="10872788" cy="576064"/>
          </a:xfrm>
        </p:spPr>
        <p:txBody>
          <a:bodyPr xmlns:a="http://schemas.openxmlformats.org/drawingml/2006/main"/>
          <a:lstStyle xmlns:a="http://schemas.openxmlformats.org/drawingml/2006/main"/>
          <a:p xmlns:a="http://schemas.openxmlformats.org/drawingml/2006/main">
            <a:r>
              <a:t>Der Release-Tag startet die Lieferung</a:t>
            </a:r>
          </a:p>
        </p:txBody>
      </p:sp>
      <p:sp>
        <p:nvSpPr>
          <p:cNvPr id="85" name="Textplatzhalter 84">
            <a:extLst xmlns:a="http://schemas.openxmlformats.org/drawingml/2006/main">
              <a:ext uri="{FF2B5EF4-FFF2-40B4-BE49-F238E27FC236}">
                <a16:creationId xmlns:a16="http://schemas.microsoft.com/office/drawing/2014/main" id="{B39CEC45-3BCB-BDD4-DD39-A2EA916640F7}"/>
              </a:ext>
            </a:extLst>
          </p:cNvPr>
          <p:cNvSpPr>
            <a:spLocks xmlns:a="http://schemas.openxmlformats.org/drawingml/2006/main" noGrp="1"/>
          </p:cNvSpPr>
          <p:nvPr>
            <p:ph type="body" idx="27"/>
          </p:nvPr>
        </p:nvSpPr>
        <p:spPr/>
        <p:txBody>
          <a:bodyPr xmlns:a="http://schemas.openxmlformats.org/drawingml/2006/main"/>
          <a:lstStyle xmlns:a="http://schemas.openxmlformats.org/drawingml/2006/main"/>
          <a:p xmlns:a="http://schemas.openxmlformats.org/drawingml/2006/main">
            <a:r>
              <a:t>Tagname und Commit-SHA werden vor dem Push sorgfältig kontrolliert</a:t>
            </a:r>
            <a:endParaRPr/>
          </a:p>
        </p:txBody>
      </p:sp>
      <p:sp>
        <p:nvSpPr>
          <p:cNvPr id="3" name="Foliennummernplatzhalter 2">
            <a:extLst xmlns:a="http://schemas.openxmlformats.org/drawingml/2006/main">
              <a:ext uri="{FF2B5EF4-FFF2-40B4-BE49-F238E27FC236}">
                <a16:creationId xmlns:a16="http://schemas.microsoft.com/office/drawing/2014/main" id="{CD76A32B-96B3-A600-5AFF-3EB8ED073E8A}"/>
              </a:ext>
            </a:extLst>
          </p:cNvPr>
          <p:cNvSpPr>
            <a:spLocks xmlns:a="http://schemas.openxmlformats.org/drawingml/2006/main" noGrp="1"/>
          </p:cNvSpPr>
          <p:nvPr>
            <p:ph type="sldNum" idx="24"/>
          </p:nvPr>
        </p:nvSpPr>
        <p:spPr>
          <a:xfrm xmlns:a="http://schemas.openxmlformats.org/drawingml/2006/main">
            <a:off x="11280745" y="6573600"/>
            <a:ext cx="647903" cy="144000"/>
          </a:xfrm>
        </p:spPr>
        <p:txBody>
          <a:bodyPr xmlns:a="http://schemas.openxmlformats.org/drawingml/2006/main"/>
          <a:lstStyle xmlns:a="http://schemas.openxmlformats.org/drawingml/2006/main"/>
          <a:p xmlns:a="http://schemas.openxmlformats.org/drawingml/2006/main">
            <a:pPr lvl="0">
              <a:buNone/>
            </a:pPr>
            <a:r>
              <a:t>Seite 7</a:t>
            </a:r>
            <a:endParaRPr/>
          </a:p>
        </p:txBody>
      </p:sp>
      <p:sp>
        <p:nvSpPr>
          <p:cNvPr id="4" name="Datumsplatzhalter 3">
            <a:extLst xmlns:a="http://schemas.openxmlformats.org/drawingml/2006/main">
              <a:ext uri="{FF2B5EF4-FFF2-40B4-BE49-F238E27FC236}">
                <a16:creationId xmlns:a16="http://schemas.microsoft.com/office/drawing/2014/main" id="{2BDC68A1-DC9D-3517-6E77-55442B99CEAD}"/>
              </a:ext>
            </a:extLst>
          </p:cNvPr>
          <p:cNvSpPr>
            <a:spLocks xmlns:a="http://schemas.openxmlformats.org/drawingml/2006/main" noGrp="1"/>
          </p:cNvSpPr>
          <p:nvPr>
            <p:ph type="dt" idx="29"/>
          </p:nvPr>
        </p:nvSpPr>
        <p:spPr>
          <a:xfrm xmlns:a="http://schemas.openxmlformats.org/drawingml/2006/main">
            <a:off x="1559656" y="6573600"/>
            <a:ext cx="1944000" cy="144000"/>
          </a:xfrm>
        </p:spPr>
        <p:txBody>
          <a:bodyPr xmlns:a="http://schemas.openxmlformats.org/drawingml/2006/main"/>
          <a:lstStyle xmlns:a="http://schemas.openxmlformats.org/drawingml/2006/main"/>
          <a:p xmlns:a="http://schemas.openxmlformats.org/drawingml/2006/main">
            <a:r>
              <a:t>Intern, 06.08.2026</a:t>
            </a:r>
          </a:p>
        </p:txBody>
      </p:sp>
      <p:sp>
        <p:nvSpPr>
          <p:cNvPr id="22" name="Titel 13">
            <a:extLst xmlns:a="http://schemas.openxmlformats.org/drawingml/2006/main">
              <a:ext uri="{FF2B5EF4-FFF2-40B4-BE49-F238E27FC236}">
                <a16:creationId xmlns:a16="http://schemas.microsoft.com/office/drawing/2014/main" id="{F10ED8B0-BC46-6B71-90CF-6A2E5D979866}"/>
              </a:ext>
            </a:extLst>
          </p:cNvPr>
          <p:cNvSpPr>
            <a:spLocks xmlns:a="http://schemas.openxmlformats.org/drawingml/2006/main" noGrp="1"/>
          </p:cNvSpPr>
          <p:nvPr/>
        </p:nvSpPr>
        <p:spPr>
          <a:xfrm xmlns:a="http://schemas.openxmlformats.org/drawingml/2006/main" rot="0" flipH="0" flipV="0">
            <a:off x="8687680" y="3549234"/>
            <a:ext cx="486348" cy="506612"/>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23" name="Titel 13">
            <a:extLst xmlns:a="http://schemas.openxmlformats.org/drawingml/2006/main">
              <a:ext uri="{FF2B5EF4-FFF2-40B4-BE49-F238E27FC236}">
                <a16:creationId xmlns:a16="http://schemas.microsoft.com/office/drawing/2014/main" id="{66871BE7-8C6D-62F4-2865-E7602D96BCBF}"/>
              </a:ext>
            </a:extLst>
          </p:cNvPr>
          <p:cNvSpPr>
            <a:spLocks xmlns:a="http://schemas.openxmlformats.org/drawingml/2006/main" noGrp="1"/>
          </p:cNvSpPr>
          <p:nvPr/>
        </p:nvSpPr>
        <p:spPr>
          <a:xfrm xmlns:a="http://schemas.openxmlformats.org/drawingml/2006/main" rot="0" flipH="0" flipV="0">
            <a:off x="9341979" y="3432477"/>
            <a:ext cx="1224485" cy="1275505"/>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24" name="Titel 13">
            <a:extLst xmlns:a="http://schemas.openxmlformats.org/drawingml/2006/main">
              <a:ext uri="{FF2B5EF4-FFF2-40B4-BE49-F238E27FC236}">
                <a16:creationId xmlns:a16="http://schemas.microsoft.com/office/drawing/2014/main" id="{B5DFD83B-222B-31FB-78E6-99126B70406E}"/>
              </a:ext>
            </a:extLst>
          </p:cNvPr>
          <p:cNvSpPr>
            <a:spLocks xmlns:a="http://schemas.openxmlformats.org/drawingml/2006/main" noGrp="1"/>
          </p:cNvSpPr>
          <p:nvPr/>
        </p:nvSpPr>
        <p:spPr>
          <a:xfrm xmlns:a="http://schemas.openxmlformats.org/drawingml/2006/main" rot="0" flipH="0" flipV="0">
            <a:off x="8687680" y="2610842"/>
            <a:ext cx="753707" cy="785111"/>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25" name="Titel 13">
            <a:extLst xmlns:a="http://schemas.openxmlformats.org/drawingml/2006/main">
              <a:ext uri="{FF2B5EF4-FFF2-40B4-BE49-F238E27FC236}">
                <a16:creationId xmlns:a16="http://schemas.microsoft.com/office/drawing/2014/main" id="{FC793C4B-54D2-8FDF-EA0D-1AE21EDE60F5}"/>
              </a:ext>
            </a:extLst>
          </p:cNvPr>
          <p:cNvSpPr>
            <a:spLocks xmlns:a="http://schemas.openxmlformats.org/drawingml/2006/main" noGrp="1"/>
          </p:cNvSpPr>
          <p:nvPr/>
        </p:nvSpPr>
        <p:spPr>
          <a:xfrm xmlns:a="http://schemas.openxmlformats.org/drawingml/2006/main" rot="0" flipH="0" flipV="0">
            <a:off x="9093523" y="2842752"/>
            <a:ext cx="869662" cy="905898"/>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26" name="Titel 13">
            <a:extLst xmlns:a="http://schemas.openxmlformats.org/drawingml/2006/main">
              <a:ext uri="{FF2B5EF4-FFF2-40B4-BE49-F238E27FC236}">
                <a16:creationId xmlns:a16="http://schemas.microsoft.com/office/drawing/2014/main" id="{61B6B66E-1F1D-9125-D359-01BA8D7B23B4}"/>
              </a:ext>
            </a:extLst>
          </p:cNvPr>
          <p:cNvSpPr>
            <a:spLocks xmlns:a="http://schemas.openxmlformats.org/drawingml/2006/main" noGrp="1"/>
          </p:cNvSpPr>
          <p:nvPr/>
        </p:nvSpPr>
        <p:spPr>
          <a:xfrm xmlns:a="http://schemas.openxmlformats.org/drawingml/2006/main" rot="0" flipH="0" flipV="0">
            <a:off x="9267456" y="2205000"/>
            <a:ext cx="463819" cy="483146"/>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27" name="Titel 13">
            <a:extLst xmlns:a="http://schemas.openxmlformats.org/drawingml/2006/main">
              <a:ext uri="{FF2B5EF4-FFF2-40B4-BE49-F238E27FC236}">
                <a16:creationId xmlns:a16="http://schemas.microsoft.com/office/drawing/2014/main" id="{D42C4774-2ADB-62C3-940C-FB425D1E21DB}"/>
              </a:ext>
            </a:extLst>
          </p:cNvPr>
          <p:cNvSpPr>
            <a:spLocks xmlns:a="http://schemas.openxmlformats.org/drawingml/2006/main" noGrp="1"/>
          </p:cNvSpPr>
          <p:nvPr/>
        </p:nvSpPr>
        <p:spPr>
          <a:xfrm xmlns:a="http://schemas.openxmlformats.org/drawingml/2006/main" rot="0" flipH="0" flipV="0">
            <a:off x="9615002" y="2320955"/>
            <a:ext cx="638070" cy="664658"/>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28" name="Titel 13">
            <a:extLst xmlns:a="http://schemas.openxmlformats.org/drawingml/2006/main">
              <a:ext uri="{FF2B5EF4-FFF2-40B4-BE49-F238E27FC236}">
                <a16:creationId xmlns:a16="http://schemas.microsoft.com/office/drawing/2014/main" id="{A71AEA72-8BED-9C85-65FD-AD65E4B12FCF}"/>
              </a:ext>
            </a:extLst>
          </p:cNvPr>
          <p:cNvSpPr>
            <a:spLocks xmlns:a="http://schemas.openxmlformats.org/drawingml/2006/main" noGrp="1"/>
          </p:cNvSpPr>
          <p:nvPr/>
        </p:nvSpPr>
        <p:spPr>
          <a:xfrm xmlns:a="http://schemas.openxmlformats.org/drawingml/2006/main" rot="0" flipH="0" flipV="0">
            <a:off x="10311050" y="3190617"/>
            <a:ext cx="612241" cy="637752"/>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29" name="Titel 13">
            <a:extLst xmlns:a="http://schemas.openxmlformats.org/drawingml/2006/main">
              <a:ext uri="{FF2B5EF4-FFF2-40B4-BE49-F238E27FC236}">
                <a16:creationId xmlns:a16="http://schemas.microsoft.com/office/drawing/2014/main" id="{71A7EBC4-6A92-CA7C-F3B3-22EFDE1063E5}"/>
              </a:ext>
            </a:extLst>
          </p:cNvPr>
          <p:cNvSpPr>
            <a:spLocks xmlns:a="http://schemas.openxmlformats.org/drawingml/2006/main" noGrp="1"/>
          </p:cNvSpPr>
          <p:nvPr/>
        </p:nvSpPr>
        <p:spPr>
          <a:xfrm xmlns:a="http://schemas.openxmlformats.org/drawingml/2006/main" rot="0" flipH="0" flipV="0">
            <a:off x="11122734" y="2610842"/>
            <a:ext cx="445266" cy="463820"/>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algn="l" defTabSz="914126">
              <a:spcBef>
                <a:spcPct val="0"/>
              </a:spcBef>
              <a:buNone/>
              <a:tabLst>
                <a:tab pos="8061581" algn="r"/>
              </a:tabLst>
              <a:defRPr sz="2799" b="1" kern="1200">
                <a:solidFill>
                  <a:srgbClr val="444B52"/>
                </a:solidFill>
                <a:latin typeface="+mj-lt"/>
                <a:ea typeface="+mj-lt"/>
                <a:cs typeface="+mj-lt"/>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30" name="Titel 13">
            <a:extLst xmlns:a="http://schemas.openxmlformats.org/drawingml/2006/main">
              <a:ext uri="{FF2B5EF4-FFF2-40B4-BE49-F238E27FC236}">
                <a16:creationId xmlns:a16="http://schemas.microsoft.com/office/drawing/2014/main" id="{59CC5267-D90E-CBE7-B32D-E7368D6160FC}"/>
              </a:ext>
            </a:extLst>
          </p:cNvPr>
          <p:cNvSpPr>
            <a:spLocks xmlns:a="http://schemas.openxmlformats.org/drawingml/2006/main" noGrp="1"/>
          </p:cNvSpPr>
          <p:nvPr/>
        </p:nvSpPr>
        <p:spPr>
          <a:xfrm xmlns:a="http://schemas.openxmlformats.org/drawingml/2006/main" rot="0" flipH="0" flipV="0">
            <a:off x="10079140" y="2484938"/>
            <a:ext cx="1101571" cy="1147472"/>
          </a:xfrm>
          <a:prstGeom xmlns:a="http://schemas.openxmlformats.org/drawingml/2006/main" prst="round2DiagRect">
            <a:avLst>
              <a:gd name="adj1" fmla="val 17774"/>
              <a:gd name="adj2" fmla="val 0"/>
            </a:avLst>
          </a:prstGeom>
          <a:noFill xmlns:a="http://schemas.openxmlformats.org/drawingml/2006/main"/>
          <a:ln xmlns:a="http://schemas.openxmlformats.org/drawingml/2006/main" w="12700">
            <a:solidFill>
              <a:schemeClr val="bg2"/>
            </a:solidFill>
          </a:ln>
        </p:spPr>
        <p:txBody>
          <a:bodyPr xmlns:a="http://schemas.openxmlformats.org/drawingml/2006/main" vert="horz" wrap="square" lIns="503992" tIns="143998" rIns="143998" bIns="179997" anchor="ctr">
            <a:noAutofit/>
          </a:bodyPr>
          <a:lstStyle xmlns:a="http://schemas.openxmlformats.org/drawingml/2006/main">
            <a:lvl1pPr marR="0" indent="0" defTabSz="914115">
              <a:lnSpc>
                <a:spcPct val="100000"/>
              </a:lnSpc>
              <a:spcBef>
                <a:spcPct val="0"/>
              </a:spcBef>
              <a:spcAft>
                <a:spcPts val="0"/>
              </a:spcAft>
              <a:buClrTx/>
              <a:buSzTx/>
              <a:buFontTx/>
              <a:buNone/>
              <a:tabLst>
                <a:tab pos="8061482" algn="r"/>
              </a:tabLst>
              <a:defRPr b="0" i="0" u="none" cap="none" spc="0" baseline="0">
                <a:ln>
                  <a:noFill/>
                </a:ln>
                <a:solidFill>
                  <a:srgbClr val="FFFFFF"/>
                </a:solidFill>
                <a:latin typeface="Sparkasse Rg"/>
                <a:ea typeface="Sparkasse Rg"/>
                <a:cs typeface="Sparkasse Rg"/>
              </a:defRPr>
            </a:lvl1pPr>
          </a:lstStyle>
          <a:p xmlns:a="http://schemas.openxmlformats.org/drawingml/2006/main">
            <a:pPr marL="0" marR="0" lvl="0" indent="0" algn="l" defTabSz="914115">
              <a:lnSpc>
                <a:spcPct val="100000"/>
              </a:lnSpc>
              <a:spcBef>
                <a:spcPct val="0"/>
              </a:spcBef>
              <a:spcAft>
                <a:spcPts val="0"/>
              </a:spcAft>
              <a:buClrTx/>
              <a:buSzTx/>
              <a:buFontTx/>
              <a:buNone/>
              <a:tabLst>
                <a:tab pos="8061482" algn="r"/>
              </a:tabLst>
            </a:pPr>
            <a:endParaRPr sz="1800" b="0" i="0" u="none" kern="1200" cap="none" spc="0" baseline="0">
              <a:ln>
                <a:noFill/>
              </a:ln>
              <a:solidFill>
                <a:srgbClr val="FFFFFF"/>
              </a:solidFill>
              <a:latin typeface="Sparkasse Rg"/>
              <a:ea typeface="Sparkasse Rg"/>
              <a:cs typeface="Sparkasse Rg"/>
            </a:endParaRPr>
          </a:p>
        </p:txBody>
      </p:sp>
      <p:sp>
        <p:nvSpPr>
          <p:cNvPr id="48" name="Ellipse 47">
            <a:extLst xmlns:a="http://schemas.openxmlformats.org/drawingml/2006/main">
              <a:ext uri="{FF2B5EF4-FFF2-40B4-BE49-F238E27FC236}">
                <a16:creationId xmlns:a16="http://schemas.microsoft.com/office/drawing/2014/main" id="{FBE87C98-421E-2757-EE5E-AAE40F7F376B}"/>
              </a:ext>
            </a:extLst>
          </p:cNvPr>
          <p:cNvSpPr>
            <a:spLocks xmlns:a="http://schemas.openxmlformats.org/drawingml/2006/main" noGrp="1"/>
          </p:cNvSpPr>
          <p:nvPr/>
        </p:nvSpPr>
        <p:spPr>
          <a:xfrm xmlns:a="http://schemas.openxmlformats.org/drawingml/2006/main">
            <a:off x="4944000" y="3933000"/>
            <a:ext cx="324000" cy="324000"/>
          </a:xfrm>
          <a:prstGeom xmlns:a="http://schemas.openxmlformats.org/drawingml/2006/main" prst="ellipse">
            <a:avLst/>
          </a:prstGeom>
          <a:solidFill xmlns:a="http://schemas.openxmlformats.org/drawingml/2006/main">
            <a:srgbClr val="EE0000">
              <a:alpha val="0"/>
            </a:srgbClr>
          </a:solidFill>
          <a:ln xmlns:a="http://schemas.openxmlformats.org/drawingml/2006/main" w="19050">
            <a:solidFill>
              <a:schemeClr val="bg1"/>
            </a:solid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marL="0" marR="0" lvl="0" indent="0" algn="ctr" defTabSz="914205">
              <a:lnSpc>
                <a:spcPct val="100000"/>
              </a:lnSpc>
              <a:spcBef>
                <a:spcPts val="300"/>
              </a:spcBef>
              <a:spcAft>
                <a:spcPts val="300"/>
              </a:spcAft>
              <a:buClrTx/>
              <a:buSzTx/>
              <a:buFontTx/>
              <a:buNone/>
            </a:pPr>
            <a:endParaRPr sz="2000" b="0" i="0" u="none" kern="1200" cap="none" spc="0" baseline="0">
              <a:ln>
                <a:noFill/>
              </a:ln>
              <a:solidFill>
                <a:srgbClr val="000000"/>
              </a:solidFill>
              <a:latin typeface="Sparkasse Lt"/>
              <a:ea typeface="Sparkasse Lt"/>
              <a:cs typeface="Sparkasse Lt"/>
            </a:endParaRPr>
          </a:p>
        </p:txBody>
      </p:sp>
      <p:sp>
        <p:nvSpPr>
          <p:cNvPr id="13" name="Banderole">
            <a:extLst xmlns:a="http://schemas.openxmlformats.org/drawingml/2006/main">
              <a:ext uri="{FF2B5EF4-FFF2-40B4-BE49-F238E27FC236}">
                <a16:creationId xmlns:a16="http://schemas.microsoft.com/office/drawing/2014/main" id="{2D44237B-4B5E-B848-FC37-10A6A6209445}"/>
              </a:ext>
            </a:extLst>
          </p:cNvPr>
          <p:cNvSpPr>
            <a:spLocks xmlns:a="http://schemas.openxmlformats.org/drawingml/2006/main" noGrp="1"/>
          </p:cNvSpPr>
          <p:nvPr/>
        </p:nvSpPr>
        <p:spPr>
          <a:xfrm xmlns:a="http://schemas.openxmlformats.org/drawingml/2006/main">
            <a:off x="695400" y="2205038"/>
            <a:ext cx="4104532" cy="3600226"/>
          </a:xfrm>
          <a:prstGeom xmlns:a="http://schemas.openxmlformats.org/drawingml/2006/main" prst="round2DiagRect">
            <a:avLst>
              <a:gd name="adj1" fmla="val 15276"/>
              <a:gd name="adj2" fmla="val 0"/>
            </a:avLst>
          </a:prstGeom>
          <a:gradFill xmlns:a="http://schemas.openxmlformats.org/drawingml/2006/main">
            <a:gsLst>
              <a:gs pos="78000">
                <a:schemeClr val="bg2"/>
              </a:gs>
              <a:gs pos="0">
                <a:srgbClr val="9B348E"/>
              </a:gs>
              <a:gs pos="37000">
                <a:schemeClr val="bg2"/>
              </a:gs>
            </a:gsLst>
            <a:lin ang="12600000" scaled="0"/>
          </a:gradFill>
        </p:spPr>
        <p:txBody>
          <a:bodyPr xmlns:a="http://schemas.openxmlformats.org/drawingml/2006/main" wrap="square" lIns="288000" tIns="216000" rIns="288000" bIns="216000" anchor="t">
            <a:noAutofit/>
          </a:bodyPr>
          <a:lstStyle xmlns:a="http://schemas.openxmlformats.org/drawingml/2006/main">
            <a:lvl1pPr marL="0" indent="0" algn="l" defTabSz="914115">
              <a:lnSpc>
                <a:spcPct val="110000"/>
              </a:lnSpc>
              <a:spcBef>
                <a:spcPts val="0"/>
              </a:spcBef>
              <a:spcAft>
                <a:spcPts val="600"/>
              </a:spcAft>
              <a:buFont typeface="Arial"/>
              <a:buNone/>
              <a:defRPr sz="1800" b="0" kern="1200">
                <a:solidFill>
                  <a:schemeClr val="bg1"/>
                </a:solidFill>
                <a:latin typeface="+mj-lt"/>
                <a:ea typeface="+mj-lt"/>
                <a:cs typeface="+mj-lt"/>
              </a:defRPr>
            </a:lvl1pPr>
            <a:lvl2pPr marL="0" indent="0" algn="l" defTabSz="914115">
              <a:lnSpc>
                <a:spcPct val="110000"/>
              </a:lnSpc>
              <a:spcBef>
                <a:spcPts val="0"/>
              </a:spcBef>
              <a:spcAft>
                <a:spcPts val="600"/>
              </a:spcAft>
              <a:buFont typeface="Arial"/>
              <a:buNone/>
              <a:defRPr sz="1600" b="0" kern="1200">
                <a:solidFill>
                  <a:schemeClr val="bg1"/>
                </a:solidFill>
                <a:latin typeface="+mn-lt"/>
                <a:ea typeface="+mn-lt"/>
                <a:cs typeface="+mn-lt"/>
              </a:defRPr>
            </a:lvl2pPr>
            <a:lvl3pPr marL="180000" indent="-180000"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3pPr>
            <a:lvl4pPr marL="359888"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4pPr>
            <a:lvl5pPr marL="540000"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5pPr>
            <a:lvl6pPr marL="0" indent="0" algn="l" defTabSz="914115">
              <a:lnSpc>
                <a:spcPct val="110000"/>
              </a:lnSpc>
              <a:spcBef>
                <a:spcPts val="0"/>
              </a:spcBef>
              <a:spcAft>
                <a:spcPts val="600"/>
              </a:spcAft>
              <a:buFont typeface="Arial"/>
              <a:buNone/>
              <a:defRPr sz="1400" kern="1200" baseline="0">
                <a:solidFill>
                  <a:schemeClr val="bg1"/>
                </a:solidFill>
                <a:latin typeface="+mj-lt"/>
                <a:ea typeface="+mj-lt"/>
                <a:cs typeface="+mj-lt"/>
              </a:defRPr>
            </a:lvl6pPr>
            <a:lvl7pPr marL="0" indent="0" algn="l" defTabSz="914115">
              <a:lnSpc>
                <a:spcPct val="110000"/>
              </a:lnSpc>
              <a:spcBef>
                <a:spcPts val="0"/>
              </a:spcBef>
              <a:spcAft>
                <a:spcPts val="600"/>
              </a:spcAft>
              <a:buFont typeface="Arial"/>
              <a:buNone/>
              <a:defRPr sz="1200" kern="1200" baseline="0">
                <a:solidFill>
                  <a:schemeClr val="bg1"/>
                </a:solidFill>
                <a:latin typeface="+mn-lt"/>
                <a:ea typeface="+mn-lt"/>
                <a:cs typeface="+mn-lt"/>
              </a:defRPr>
            </a:lvl7pPr>
            <a:lvl8pPr marL="144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8pPr>
            <a:lvl9pPr marL="288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9pPr>
          </a:lstStyle>
          <a:p xmlns:a="http://schemas.openxmlformats.org/drawingml/2006/main">
            <a:r>
              <a:t>Die Release-Version und der Tagname sind zentral vorgegeben.</a:t>
            </a:r>
          </a:p>
          <a:p xmlns:a="http://schemas.openxmlformats.org/drawingml/2006/main">
            <a:pPr lvl="1">
              <a:buNone/>
            </a:pPr>
            <a:r>
              <a:t/>
            </a:r>
          </a:p>
          <a:p xmlns:a="http://schemas.openxmlformats.org/drawingml/2006/main">
            <a:pPr lvl="2">
              <a:buNone/>
            </a:pPr>
            <a:r>
              <a:t>Vor dem Push werden Tagname und vollständige Commit-SHA geprüft.</a:t>
            </a:r>
          </a:p>
          <a:p xmlns:a="http://schemas.openxmlformats.org/drawingml/2006/main">
            <a:pPr lvl="3">
              <a:buNone/>
            </a:pPr>
            <a:r>
              <a:t/>
            </a:r>
          </a:p>
          <a:p xmlns:a="http://schemas.openxmlformats.org/drawingml/2006/main">
            <a:pPr lvl="4">
              <a:buNone/>
            </a:pPr>
            <a:r>
              <a:t>Nach dem Push kann der Tag nicht mehr korrigiert werden.</a:t>
            </a:r>
          </a:p>
        </p:txBody>
      </p:sp>
      <p:sp>
        <p:nvSpPr>
          <p:cNvPr id="14" name="Inhaltsplatzhalter 16">
            <a:extLst xmlns:a="http://schemas.openxmlformats.org/drawingml/2006/main">
              <a:ext uri="{FF2B5EF4-FFF2-40B4-BE49-F238E27FC236}">
                <a16:creationId xmlns:a16="http://schemas.microsoft.com/office/drawing/2014/main" id="{CFB82CC7-B055-C164-281A-6B1C454B965D}"/>
              </a:ext>
            </a:extLst>
          </p:cNvPr>
          <p:cNvSpPr>
            <a:spLocks xmlns:a="http://schemas.openxmlformats.org/drawingml/2006/main" noGrp="1"/>
          </p:cNvSpPr>
          <p:nvPr/>
        </p:nvSpPr>
        <p:spPr>
          <a:xfrm xmlns:a="http://schemas.openxmlformats.org/drawingml/2006/main">
            <a:off x="4943873" y="5157192"/>
            <a:ext cx="6624240" cy="648072"/>
          </a:xfrm>
          <a:prstGeom xmlns:a="http://schemas.openxmlformats.org/drawingml/2006/main" prst="round2DiagRect">
            <a:avLst>
              <a:gd name="adj1" fmla="val 18012"/>
              <a:gd name="adj2" fmla="val 0"/>
            </a:avLst>
          </a:prstGeom>
          <a:ln xmlns:a="http://schemas.openxmlformats.org/drawingml/2006/main" w="12700">
            <a:solidFill>
              <a:schemeClr val="bg2"/>
            </a:solidFill>
          </a:ln>
        </p:spPr>
        <p:txBody>
          <a:bodyPr xmlns:a="http://schemas.openxmlformats.org/drawingml/2006/main" lIns="144000" tIns="144000" rIns="144000" bIns="144000" anchor="ctr"/>
          <a:lstStyle xmlns:a="http://schemas.openxmlformats.org/drawingml/2006/main">
            <a:lvl1pPr marL="0" indent="0" algn="l" defTabSz="914115">
              <a:lnSpc>
                <a:spcPct val="110000"/>
              </a:lnSpc>
              <a:spcBef>
                <a:spcPts val="0"/>
              </a:spcBef>
              <a:spcAft>
                <a:spcPts val="600"/>
              </a:spcAft>
              <a:buFont typeface="Arial"/>
              <a:buNone/>
              <a:defRPr sz="1800" b="0" kern="1200">
                <a:solidFill>
                  <a:schemeClr val="tx1"/>
                </a:solidFill>
                <a:latin typeface="+mj-lt"/>
                <a:ea typeface="+mj-lt"/>
                <a:cs typeface="+mj-lt"/>
              </a:defRPr>
            </a:lvl1pPr>
            <a:lvl2pPr marL="0" indent="0" algn="l" defTabSz="914115">
              <a:lnSpc>
                <a:spcPct val="110000"/>
              </a:lnSpc>
              <a:spcBef>
                <a:spcPts val="0"/>
              </a:spcBef>
              <a:spcAft>
                <a:spcPts val="600"/>
              </a:spcAft>
              <a:buFont typeface="Arial"/>
              <a:buNone/>
              <a:defRPr sz="1600" b="0" kern="1200">
                <a:solidFill>
                  <a:schemeClr val="tx1"/>
                </a:solidFill>
                <a:latin typeface="+mn-lt"/>
                <a:ea typeface="+mn-lt"/>
                <a:cs typeface="+mn-lt"/>
              </a:defRPr>
            </a:lvl2pPr>
            <a:lvl3pPr marL="179944"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3pPr>
            <a:lvl4pPr marL="359888"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4pPr>
            <a:lvl5pPr marL="540000"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5pPr>
            <a:lvl6pPr marL="0" indent="0" algn="l" defTabSz="914115">
              <a:lnSpc>
                <a:spcPct val="110000"/>
              </a:lnSpc>
              <a:spcBef>
                <a:spcPts val="0"/>
              </a:spcBef>
              <a:spcAft>
                <a:spcPts val="600"/>
              </a:spcAft>
              <a:buFont typeface="Arial"/>
              <a:buNone/>
              <a:defRPr sz="1400" kern="1200" baseline="0">
                <a:solidFill>
                  <a:schemeClr val="tx1"/>
                </a:solidFill>
                <a:latin typeface="+mj-lt"/>
                <a:ea typeface="+mj-lt"/>
                <a:cs typeface="+mj-lt"/>
              </a:defRPr>
            </a:lvl6pPr>
            <a:lvl7pPr marL="0" indent="0" algn="l" defTabSz="914115">
              <a:lnSpc>
                <a:spcPct val="110000"/>
              </a:lnSpc>
              <a:spcBef>
                <a:spcPts val="0"/>
              </a:spcBef>
              <a:spcAft>
                <a:spcPts val="600"/>
              </a:spcAft>
              <a:buFont typeface="Arial"/>
              <a:buNone/>
              <a:defRPr sz="1200" kern="1200" baseline="0">
                <a:solidFill>
                  <a:schemeClr val="tx1"/>
                </a:solidFill>
                <a:latin typeface="+mn-lt"/>
                <a:ea typeface="+mn-lt"/>
                <a:cs typeface="+mn-lt"/>
              </a:defRPr>
            </a:lvl7pPr>
            <a:lvl8pPr marL="144000" indent="-144000" algn="l" defTabSz="914115">
              <a:lnSpc>
                <a:spcPct val="110000"/>
              </a:lnSpc>
              <a:spcBef>
                <a:spcPts val="0"/>
              </a:spcBef>
              <a:spcAft>
                <a:spcPts val="600"/>
              </a:spcAft>
              <a:buClr>
                <a:schemeClr val="bg2"/>
              </a:buClr>
              <a:buFont typeface="Arial"/>
              <a:buChar char="•"/>
              <a:defRPr sz="1200" kern="1200" baseline="0">
                <a:solidFill>
                  <a:schemeClr val="tx1"/>
                </a:solidFill>
                <a:latin typeface="+mn-lt"/>
                <a:ea typeface="+mn-lt"/>
                <a:cs typeface="+mn-lt"/>
              </a:defRPr>
            </a:lvl8pPr>
            <a:lvl9pPr marL="288000" indent="-144000" algn="l" defTabSz="914115">
              <a:lnSpc>
                <a:spcPct val="110000"/>
              </a:lnSpc>
              <a:spcBef>
                <a:spcPts val="0"/>
              </a:spcBef>
              <a:spcAft>
                <a:spcPts val="600"/>
              </a:spcAft>
              <a:buClr>
                <a:schemeClr val="bg2"/>
              </a:buClr>
              <a:buFont typeface="Arial"/>
              <a:buChar char="•"/>
              <a:defRPr sz="1200" kern="1200" baseline="0">
                <a:solidFill>
                  <a:schemeClr val="tx1"/>
                </a:solidFill>
                <a:latin typeface="+mn-lt"/>
                <a:ea typeface="+mn-lt"/>
                <a:cs typeface="+mn-lt"/>
              </a:defRPr>
            </a:lvl9pPr>
          </a:lstStyle>
          <a:p xmlns:a="http://schemas.openxmlformats.org/drawingml/2006/main">
            <a:pPr lvl="1">
              <a:buNone/>
            </a:pPr>
            <a:r>
              <a:rPr>
                <a:solidFill>
                  <a:schemeClr val="bg2"/>
                </a:solidFill>
              </a:rPr>
              <a:t>Scheitert die Übergabe technisch, wird sie mit demselben Tag und Paket wiederholt.</a:t>
            </a:r>
          </a:p>
        </p:txBody>
      </p:sp>
      <p:sp>
        <p:nvSpPr>
          <p:cNvPr id="15" name="Textplatzhalter 11">
            <a:extLst xmlns:a="http://schemas.openxmlformats.org/drawingml/2006/main">
              <a:ext uri="{FF2B5EF4-FFF2-40B4-BE49-F238E27FC236}">
                <a16:creationId xmlns:a16="http://schemas.microsoft.com/office/drawing/2014/main" id="{ADF4B7C4-9549-38B0-E778-9A104FF7EE97}"/>
              </a:ext>
            </a:extLst>
          </p:cNvPr>
          <p:cNvSpPr>
            <a:spLocks xmlns:a="http://schemas.openxmlformats.org/drawingml/2006/main" noGrp="1"/>
          </p:cNvSpPr>
          <p:nvPr/>
        </p:nvSpPr>
        <p:spPr>
          <a:xfrm xmlns:a="http://schemas.openxmlformats.org/drawingml/2006/main">
            <a:off x="4943872" y="2204864"/>
            <a:ext cx="720000" cy="720080"/>
          </a:xfrm>
          <a:prstGeom xmlns:a="http://schemas.openxmlformats.org/drawingml/2006/main" prst="ellipse">
            <a:avLst/>
          </a:prstGeom>
          <a:solidFill xmlns:a="http://schemas.openxmlformats.org/drawingml/2006/main">
            <a:srgbClr val="FFC900"/>
          </a:solidFill>
          <a:ln xmlns:a="http://schemas.openxmlformats.org/drawingml/2006/main" w="12700">
            <a:noFill/>
          </a:ln>
        </p:spPr>
        <p:txBody>
          <a:bodyPr xmlns:a="http://schemas.openxmlformats.org/drawingml/2006/main" wrap="none" lIns="0" tIns="0" rIns="0" bIns="0" anchor="ctr"/>
          <a:lstStyle xmlns:a="http://schemas.openxmlformats.org/drawingml/2006/main">
            <a:lvl1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1pPr>
            <a:lvl2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2pPr>
            <a:lvl3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3pPr>
            <a:lvl4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4pPr>
            <a:lvl5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5pPr>
            <a:lvl6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6pPr>
            <a:lvl7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7pPr>
            <a:lvl8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8pPr>
            <a:lvl9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9pPr>
          </a:lstStyle>
          <a:p xmlns:a="http://schemas.openxmlformats.org/drawingml/2006/main">
            <a:pPr>
              <a:lnSpc>
                <a:spcPct val="110000"/>
              </a:lnSpc>
              <a:buNone/>
            </a:pPr>
            <a:r>
              <a:rPr sz="1200">
                <a:solidFill>
                  <a:schemeClr val="tx1"/>
                </a:solidFill>
              </a:rPr>
              <a:t>Prüfen</a:t>
            </a:r>
          </a:p>
        </p:txBody>
      </p:sp>
      <p:sp>
        <p:nvSpPr>
          <p:cNvPr id="19" name="Textplatzhalter 11">
            <a:extLst xmlns:a="http://schemas.openxmlformats.org/drawingml/2006/main">
              <a:ext uri="{FF2B5EF4-FFF2-40B4-BE49-F238E27FC236}">
                <a16:creationId xmlns:a16="http://schemas.microsoft.com/office/drawing/2014/main" id="{36301DB5-0E6A-CF38-7D1E-512C84E383D4}"/>
              </a:ext>
            </a:extLst>
          </p:cNvPr>
          <p:cNvSpPr>
            <a:spLocks xmlns:a="http://schemas.openxmlformats.org/drawingml/2006/main" noGrp="1"/>
          </p:cNvSpPr>
          <p:nvPr/>
        </p:nvSpPr>
        <p:spPr>
          <a:xfrm xmlns:a="http://schemas.openxmlformats.org/drawingml/2006/main">
            <a:off x="5789354" y="2204864"/>
            <a:ext cx="720000" cy="720080"/>
          </a:xfrm>
          <a:prstGeom xmlns:a="http://schemas.openxmlformats.org/drawingml/2006/main" prst="ellipse">
            <a:avLst/>
          </a:prstGeom>
          <a:solidFill xmlns:a="http://schemas.openxmlformats.org/drawingml/2006/main">
            <a:srgbClr val="FF8F00"/>
          </a:solidFill>
          <a:ln xmlns:a="http://schemas.openxmlformats.org/drawingml/2006/main" w="12700">
            <a:noFill/>
          </a:ln>
        </p:spPr>
        <p:txBody>
          <a:bodyPr xmlns:a="http://schemas.openxmlformats.org/drawingml/2006/main" wrap="none" lIns="0" tIns="0" rIns="0" bIns="0" anchor="ctr"/>
          <a:lstStyle xmlns:a="http://schemas.openxmlformats.org/drawingml/2006/main">
            <a:lvl1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1pPr>
            <a:lvl2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2pPr>
            <a:lvl3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3pPr>
            <a:lvl4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4pPr>
            <a:lvl5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5pPr>
            <a:lvl6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6pPr>
            <a:lvl7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7pPr>
            <a:lvl8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8pPr>
            <a:lvl9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9pPr>
          </a:lstStyle>
          <a:p xmlns:a="http://schemas.openxmlformats.org/drawingml/2006/main">
            <a:pPr>
              <a:lnSpc>
                <a:spcPct val="110000"/>
              </a:lnSpc>
              <a:buNone/>
            </a:pPr>
            <a:r>
              <a:rPr sz="1200">
                <a:solidFill>
                  <a:srgbClr val="FFFFFF"/>
                </a:solidFill>
              </a:rPr>
              <a:t>Tag</a:t>
            </a:r>
          </a:p>
        </p:txBody>
      </p:sp>
      <p:sp>
        <p:nvSpPr>
          <p:cNvPr id="20" name="Textplatzhalter 11">
            <a:extLst xmlns:a="http://schemas.openxmlformats.org/drawingml/2006/main">
              <a:ext uri="{FF2B5EF4-FFF2-40B4-BE49-F238E27FC236}">
                <a16:creationId xmlns:a16="http://schemas.microsoft.com/office/drawing/2014/main" id="{57F95311-EB01-D1FC-4CCC-C64A255A543C}"/>
              </a:ext>
            </a:extLst>
          </p:cNvPr>
          <p:cNvSpPr>
            <a:spLocks xmlns:a="http://schemas.openxmlformats.org/drawingml/2006/main" noGrp="1"/>
          </p:cNvSpPr>
          <p:nvPr/>
        </p:nvSpPr>
        <p:spPr>
          <a:xfrm xmlns:a="http://schemas.openxmlformats.org/drawingml/2006/main">
            <a:off x="6632564" y="2204864"/>
            <a:ext cx="720000" cy="720080"/>
          </a:xfrm>
          <a:prstGeom xmlns:a="http://schemas.openxmlformats.org/drawingml/2006/main" prst="ellipse">
            <a:avLst/>
          </a:prstGeom>
          <a:solidFill xmlns:a="http://schemas.openxmlformats.org/drawingml/2006/main">
            <a:schemeClr val="bg2"/>
          </a:solidFill>
          <a:ln xmlns:a="http://schemas.openxmlformats.org/drawingml/2006/main" w="12700">
            <a:noFill/>
          </a:ln>
        </p:spPr>
        <p:txBody>
          <a:bodyPr xmlns:a="http://schemas.openxmlformats.org/drawingml/2006/main" wrap="none" lIns="0" tIns="0" rIns="0" bIns="0" anchor="ctr"/>
          <a:lstStyle xmlns:a="http://schemas.openxmlformats.org/drawingml/2006/main">
            <a:lvl1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1pPr>
            <a:lvl2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2pPr>
            <a:lvl3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3pPr>
            <a:lvl4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4pPr>
            <a:lvl5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5pPr>
            <a:lvl6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6pPr>
            <a:lvl7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7pPr>
            <a:lvl8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8pPr>
            <a:lvl9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9pPr>
          </a:lstStyle>
          <a:p xmlns:a="http://schemas.openxmlformats.org/drawingml/2006/main">
            <a:pPr>
              <a:lnSpc>
                <a:spcPct val="110000"/>
              </a:lnSpc>
              <a:buNone/>
            </a:pPr>
            <a:r>
              <a:rPr sz="1200">
                <a:solidFill>
                  <a:srgbClr val="FFFFFF"/>
                </a:solidFill>
              </a:rPr>
              <a:t>Push</a:t>
            </a:r>
          </a:p>
        </p:txBody>
      </p:sp>
      <p:sp>
        <p:nvSpPr>
          <p:cNvPr id="38" name="Textplatzhalter 11">
            <a:extLst xmlns:a="http://schemas.openxmlformats.org/drawingml/2006/main">
              <a:ext uri="{FF2B5EF4-FFF2-40B4-BE49-F238E27FC236}">
                <a16:creationId xmlns:a16="http://schemas.microsoft.com/office/drawing/2014/main" id="{6B4AD43A-4150-F957-C5DC-1285B56593C3}"/>
              </a:ext>
            </a:extLst>
          </p:cNvPr>
          <p:cNvSpPr>
            <a:spLocks xmlns:a="http://schemas.openxmlformats.org/drawingml/2006/main" noGrp="1"/>
          </p:cNvSpPr>
          <p:nvPr/>
        </p:nvSpPr>
        <p:spPr>
          <a:xfrm xmlns:a="http://schemas.openxmlformats.org/drawingml/2006/main">
            <a:off x="7475773" y="2204864"/>
            <a:ext cx="720000" cy="720080"/>
          </a:xfrm>
          <a:prstGeom xmlns:a="http://schemas.openxmlformats.org/drawingml/2006/main" prst="ellipse">
            <a:avLst/>
          </a:prstGeom>
          <a:solidFill xmlns:a="http://schemas.openxmlformats.org/drawingml/2006/main">
            <a:srgbClr val="9B348E"/>
          </a:solidFill>
          <a:ln xmlns:a="http://schemas.openxmlformats.org/drawingml/2006/main" w="12700">
            <a:noFill/>
          </a:ln>
        </p:spPr>
        <p:txBody>
          <a:bodyPr xmlns:a="http://schemas.openxmlformats.org/drawingml/2006/main" wrap="none" lIns="0" tIns="0" rIns="0" bIns="0" anchor="ctr"/>
          <a:lstStyle xmlns:a="http://schemas.openxmlformats.org/drawingml/2006/main">
            <a:lvl1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1pPr>
            <a:lvl2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2pPr>
            <a:lvl3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3pPr>
            <a:lvl4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4pPr>
            <a:lvl5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5pPr>
            <a:lvl6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6pPr>
            <a:lvl7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7pPr>
            <a:lvl8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8pPr>
            <a:lvl9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9pPr>
          </a:lstStyle>
          <a:p xmlns:a="http://schemas.openxmlformats.org/drawingml/2006/main">
            <a:pPr>
              <a:lnSpc>
                <a:spcPct val="110000"/>
              </a:lnSpc>
              <a:buNone/>
            </a:pPr>
            <a:r>
              <a:rPr sz="1200">
                <a:solidFill>
                  <a:srgbClr val="FFFFFF"/>
                </a:solidFill>
              </a:rPr>
              <a:t>Bauen</a:t>
            </a:r>
          </a:p>
        </p:txBody>
      </p:sp>
      <p:sp>
        <p:nvSpPr>
          <p:cNvPr id="43" name="Textplatzhalter 11">
            <a:extLst xmlns:a="http://schemas.openxmlformats.org/drawingml/2006/main">
              <a:ext uri="{FF2B5EF4-FFF2-40B4-BE49-F238E27FC236}">
                <a16:creationId xmlns:a16="http://schemas.microsoft.com/office/drawing/2014/main" id="{E2D88789-956D-410E-080C-A1CB59FF7844}"/>
              </a:ext>
            </a:extLst>
          </p:cNvPr>
          <p:cNvSpPr>
            <a:spLocks xmlns:a="http://schemas.openxmlformats.org/drawingml/2006/main" noGrp="1"/>
          </p:cNvSpPr>
          <p:nvPr/>
        </p:nvSpPr>
        <p:spPr>
          <a:xfrm xmlns:a="http://schemas.openxmlformats.org/drawingml/2006/main">
            <a:off x="4943872" y="3104964"/>
            <a:ext cx="720000" cy="720080"/>
          </a:xfrm>
          <a:prstGeom xmlns:a="http://schemas.openxmlformats.org/drawingml/2006/main" prst="ellipse">
            <a:avLst/>
          </a:prstGeom>
          <a:solidFill xmlns:a="http://schemas.openxmlformats.org/drawingml/2006/main">
            <a:srgbClr val="2C57D2"/>
          </a:solidFill>
          <a:ln xmlns:a="http://schemas.openxmlformats.org/drawingml/2006/main" w="12700">
            <a:noFill/>
          </a:ln>
        </p:spPr>
        <p:txBody>
          <a:bodyPr xmlns:a="http://schemas.openxmlformats.org/drawingml/2006/main" wrap="none" lIns="0" tIns="0" rIns="0" bIns="0" anchor="ctr"/>
          <a:lstStyle xmlns:a="http://schemas.openxmlformats.org/drawingml/2006/main">
            <a:lvl1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1pPr>
            <a:lvl2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2pPr>
            <a:lvl3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3pPr>
            <a:lvl4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4pPr>
            <a:lvl5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5pPr>
            <a:lvl6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6pPr>
            <a:lvl7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7pPr>
            <a:lvl8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8pPr>
            <a:lvl9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9pPr>
          </a:lstStyle>
          <a:p xmlns:a="http://schemas.openxmlformats.org/drawingml/2006/main">
            <a:pPr>
              <a:lnSpc>
                <a:spcPct val="110000"/>
              </a:lnSpc>
              <a:buNone/>
            </a:pPr>
            <a:r>
              <a:rPr sz="1200">
                <a:solidFill>
                  <a:srgbClr val="FFFFFF"/>
                </a:solidFill>
              </a:rPr>
              <a:t>Prüfen</a:t>
            </a:r>
          </a:p>
        </p:txBody>
      </p:sp>
      <p:sp>
        <p:nvSpPr>
          <p:cNvPr id="44" name="Textplatzhalter 11">
            <a:extLst xmlns:a="http://schemas.openxmlformats.org/drawingml/2006/main">
              <a:ext uri="{FF2B5EF4-FFF2-40B4-BE49-F238E27FC236}">
                <a16:creationId xmlns:a16="http://schemas.microsoft.com/office/drawing/2014/main" id="{52458473-4958-1A3F-9B4F-809CD5DAE9C4}"/>
              </a:ext>
            </a:extLst>
          </p:cNvPr>
          <p:cNvSpPr>
            <a:spLocks xmlns:a="http://schemas.openxmlformats.org/drawingml/2006/main" noGrp="1"/>
          </p:cNvSpPr>
          <p:nvPr/>
        </p:nvSpPr>
        <p:spPr>
          <a:xfrm xmlns:a="http://schemas.openxmlformats.org/drawingml/2006/main">
            <a:off x="5789354" y="3104964"/>
            <a:ext cx="720000" cy="720080"/>
          </a:xfrm>
          <a:prstGeom xmlns:a="http://schemas.openxmlformats.org/drawingml/2006/main" prst="ellipse">
            <a:avLst/>
          </a:prstGeom>
          <a:solidFill xmlns:a="http://schemas.openxmlformats.org/drawingml/2006/main">
            <a:srgbClr val="00ACD3"/>
          </a:solidFill>
          <a:ln xmlns:a="http://schemas.openxmlformats.org/drawingml/2006/main" w="12700">
            <a:noFill/>
          </a:ln>
        </p:spPr>
        <p:txBody>
          <a:bodyPr xmlns:a="http://schemas.openxmlformats.org/drawingml/2006/main" wrap="none" lIns="0" tIns="0" rIns="0" bIns="0" anchor="ctr"/>
          <a:lstStyle xmlns:a="http://schemas.openxmlformats.org/drawingml/2006/main">
            <a:lvl1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1pPr>
            <a:lvl2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2pPr>
            <a:lvl3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3pPr>
            <a:lvl4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4pPr>
            <a:lvl5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5pPr>
            <a:lvl6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6pPr>
            <a:lvl7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7pPr>
            <a:lvl8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8pPr>
            <a:lvl9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9pPr>
          </a:lstStyle>
          <a:p xmlns:a="http://schemas.openxmlformats.org/drawingml/2006/main">
            <a:pPr>
              <a:lnSpc>
                <a:spcPct val="110000"/>
              </a:lnSpc>
              <a:buNone/>
            </a:pPr>
            <a:r>
              <a:rPr sz="1200">
                <a:solidFill>
                  <a:srgbClr val="FFFFFF"/>
                </a:solidFill>
              </a:rPr>
              <a:t>FTP/JES</a:t>
            </a:r>
          </a:p>
        </p:txBody>
      </p:sp>
      <p:sp>
        <p:nvSpPr>
          <p:cNvPr id="45" name="Textplatzhalter 11">
            <a:extLst xmlns:a="http://schemas.openxmlformats.org/drawingml/2006/main">
              <a:ext uri="{FF2B5EF4-FFF2-40B4-BE49-F238E27FC236}">
                <a16:creationId xmlns:a16="http://schemas.microsoft.com/office/drawing/2014/main" id="{3EA78A4F-3439-DB97-8273-4FEDAF0E77F6}"/>
              </a:ext>
            </a:extLst>
          </p:cNvPr>
          <p:cNvSpPr>
            <a:spLocks xmlns:a="http://schemas.openxmlformats.org/drawingml/2006/main" noGrp="1"/>
          </p:cNvSpPr>
          <p:nvPr/>
        </p:nvSpPr>
        <p:spPr>
          <a:xfrm xmlns:a="http://schemas.openxmlformats.org/drawingml/2006/main">
            <a:off x="6632564" y="3104964"/>
            <a:ext cx="720000" cy="720080"/>
          </a:xfrm>
          <a:prstGeom xmlns:a="http://schemas.openxmlformats.org/drawingml/2006/main" prst="ellipse">
            <a:avLst/>
          </a:prstGeom>
          <a:solidFill xmlns:a="http://schemas.openxmlformats.org/drawingml/2006/main">
            <a:srgbClr val="009864"/>
          </a:solidFill>
          <a:ln xmlns:a="http://schemas.openxmlformats.org/drawingml/2006/main" w="12700">
            <a:noFill/>
          </a:ln>
        </p:spPr>
        <p:txBody>
          <a:bodyPr xmlns:a="http://schemas.openxmlformats.org/drawingml/2006/main" wrap="none" lIns="0" tIns="0" rIns="0" bIns="0" anchor="ctr"/>
          <a:lstStyle xmlns:a="http://schemas.openxmlformats.org/drawingml/2006/main">
            <a:lvl1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1pPr>
            <a:lvl2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2pPr>
            <a:lvl3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3pPr>
            <a:lvl4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4pPr>
            <a:lvl5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5pPr>
            <a:lvl6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6pPr>
            <a:lvl7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7pPr>
            <a:lvl8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8pPr>
            <a:lvl9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9pPr>
          </a:lstStyle>
          <a:p xmlns:a="http://schemas.openxmlformats.org/drawingml/2006/main">
            <a:pPr>
              <a:lnSpc>
                <a:spcPct val="110000"/>
              </a:lnSpc>
              <a:buNone/>
            </a:pPr>
            <a:r>
              <a:rPr sz="1200">
                <a:solidFill>
                  <a:srgbClr val="FFFFFF"/>
                </a:solidFill>
              </a:rPr>
              <a:t>Release</a:t>
            </a:r>
          </a:p>
        </p:txBody>
      </p:sp>
      <p:sp>
        <p:nvSpPr>
          <p:cNvPr id="46" name="Textplatzhalter 11">
            <a:extLst xmlns:a="http://schemas.openxmlformats.org/drawingml/2006/main">
              <a:ext uri="{FF2B5EF4-FFF2-40B4-BE49-F238E27FC236}">
                <a16:creationId xmlns:a16="http://schemas.microsoft.com/office/drawing/2014/main" id="{3864544A-482C-AAD0-1524-B529BBB2420D}"/>
              </a:ext>
            </a:extLst>
          </p:cNvPr>
          <p:cNvSpPr>
            <a:spLocks xmlns:a="http://schemas.openxmlformats.org/drawingml/2006/main" noGrp="1"/>
          </p:cNvSpPr>
          <p:nvPr/>
        </p:nvSpPr>
        <p:spPr>
          <a:xfrm xmlns:a="http://schemas.openxmlformats.org/drawingml/2006/main">
            <a:off x="7475773" y="3104964"/>
            <a:ext cx="720000" cy="720080"/>
          </a:xfrm>
          <a:prstGeom xmlns:a="http://schemas.openxmlformats.org/drawingml/2006/main" prst="ellipse">
            <a:avLst/>
          </a:prstGeom>
          <a:solidFill xmlns:a="http://schemas.openxmlformats.org/drawingml/2006/main">
            <a:srgbClr val="8CD000"/>
          </a:solidFill>
          <a:ln xmlns:a="http://schemas.openxmlformats.org/drawingml/2006/main" w="12700">
            <a:noFill/>
          </a:ln>
        </p:spPr>
        <p:txBody>
          <a:bodyPr xmlns:a="http://schemas.openxmlformats.org/drawingml/2006/main" wrap="none" lIns="0" tIns="0" rIns="0" bIns="0" anchor="ctr"/>
          <a:lstStyle xmlns:a="http://schemas.openxmlformats.org/drawingml/2006/main">
            <a:lvl1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1pPr>
            <a:lvl2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2pPr>
            <a:lvl3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3pPr>
            <a:lvl4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4pPr>
            <a:lvl5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5pPr>
            <a:lvl6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6pPr>
            <a:lvl7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7pPr>
            <a:lvl8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8pPr>
            <a:lvl9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9pPr>
          </a:lstStyle>
          <a:p xmlns:a="http://schemas.openxmlformats.org/drawingml/2006/main">
            <a:pPr>
              <a:lnSpc>
                <a:spcPct val="110000"/>
              </a:lnSpc>
              <a:buNone/>
            </a:pPr>
            <a:r>
              <a:rPr sz="1200">
                <a:solidFill>
                  <a:srgbClr val="FFFFFF"/>
                </a:solidFill>
              </a:rPr>
              <a:t>Kontrolle</a:t>
            </a:r>
          </a:p>
        </p:txBody>
      </p:sp>
    </p:spTree>
    <p:extLst>
      <p:ext uri="{BB962C8B-B14F-4D97-AF65-F5344CB8AC3E}">
        <p14:creationId xmlns:p14="http://schemas.microsoft.com/office/powerpoint/2010/main" val="130754431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platzhalter 1">
            <a:extLst xmlns:a="http://schemas.openxmlformats.org/drawingml/2006/main">
              <a:ext uri="{FF2B5EF4-FFF2-40B4-BE49-F238E27FC236}">
                <a16:creationId xmlns:a16="http://schemas.microsoft.com/office/drawing/2014/main" id="{A421A364-6E2A-AC32-62E6-72EAF610ECD2}"/>
              </a:ext>
            </a:extLst>
          </p:cNvPr>
          <p:cNvSpPr>
            <a:spLocks xmlns:a="http://schemas.openxmlformats.org/drawingml/2006/main" noGrp="1"/>
          </p:cNvSpPr>
          <p:nvPr>
            <p:ph type="body" idx="26"/>
          </p:nvPr>
        </p:nvSpPr>
        <p:spPr>
          <a:xfrm xmlns:a="http://schemas.openxmlformats.org/drawingml/2006/main">
            <a:off x="695401" y="548680"/>
            <a:ext cx="10296000" cy="288000"/>
          </a:xfrm>
        </p:spPr>
        <p:txBody>
          <a:bodyPr xmlns:a="http://schemas.openxmlformats.org/drawingml/2006/main"/>
          <a:lstStyle xmlns:a="http://schemas.openxmlformats.org/drawingml/2006/main"/>
          <a:p xmlns:a="http://schemas.openxmlformats.org/drawingml/2006/main">
            <a:r>
              <a:t>Lieferumfang</a:t>
            </a:r>
          </a:p>
        </p:txBody>
      </p:sp>
      <p:sp>
        <p:nvSpPr>
          <p:cNvPr id="3" name="Titel 2">
            <a:extLst xmlns:a="http://schemas.openxmlformats.org/drawingml/2006/main">
              <a:ext uri="{FF2B5EF4-FFF2-40B4-BE49-F238E27FC236}">
                <a16:creationId xmlns:a16="http://schemas.microsoft.com/office/drawing/2014/main" id="{7C7778AC-2811-BAB4-059B-E0F0B8369F36}"/>
              </a:ext>
            </a:extLst>
          </p:cNvPr>
          <p:cNvSpPr>
            <a:spLocks xmlns:a="http://schemas.openxmlformats.org/drawingml/2006/main" noGrp="1"/>
          </p:cNvSpPr>
          <p:nvPr>
            <p:ph type="title" idx="0"/>
          </p:nvPr>
        </p:nvSpPr>
        <p:spPr>
          <a:xfrm xmlns:a="http://schemas.openxmlformats.org/drawingml/2006/main">
            <a:off x="695325" y="908720"/>
            <a:ext cx="10872788" cy="576064"/>
          </a:xfrm>
        </p:spPr>
        <p:txBody>
          <a:bodyPr xmlns:a="http://schemas.openxmlformats.org/drawingml/2006/main"/>
          <a:lstStyle xmlns:a="http://schemas.openxmlformats.org/drawingml/2006/main"/>
          <a:p xmlns:a="http://schemas.openxmlformats.org/drawingml/2006/main">
            <a:r>
              <a:t>FULL, DELTA und Liefernachweis</a:t>
            </a:r>
          </a:p>
        </p:txBody>
      </p:sp>
      <p:sp>
        <p:nvSpPr>
          <p:cNvPr id="4" name="Textplatzhalter 3">
            <a:extLst xmlns:a="http://schemas.openxmlformats.org/drawingml/2006/main">
              <a:ext uri="{FF2B5EF4-FFF2-40B4-BE49-F238E27FC236}">
                <a16:creationId xmlns:a16="http://schemas.microsoft.com/office/drawing/2014/main" id="{3836E7D1-990B-3E4E-F5E0-CB2242982B78}"/>
              </a:ext>
            </a:extLst>
          </p:cNvPr>
          <p:cNvSpPr>
            <a:spLocks xmlns:a="http://schemas.openxmlformats.org/drawingml/2006/main" noGrp="1"/>
          </p:cNvSpPr>
          <p:nvPr>
            <p:ph type="body" idx="27"/>
          </p:nvPr>
        </p:nvSpPr>
        <p:spPr>
          <a:xfrm xmlns:a="http://schemas.openxmlformats.org/drawingml/2006/main">
            <a:off x="695401" y="1484784"/>
            <a:ext cx="10872712" cy="504000"/>
          </a:xfrm>
        </p:spPr>
        <p:txBody>
          <a:bodyPr xmlns:a="http://schemas.openxmlformats.org/drawingml/2006/main"/>
          <a:lstStyle xmlns:a="http://schemas.openxmlformats.org/drawingml/2006/main"/>
          <a:p xmlns:a="http://schemas.openxmlformats.org/drawingml/2006/main">
            <a:r>
              <a:t>Die Mandanten können direkt in GitHub prüfen, was geliefert wurde</a:t>
            </a:r>
          </a:p>
        </p:txBody>
      </p:sp>
      <p:sp>
        <p:nvSpPr>
          <p:cNvPr id="5" name="Foliennummernplatzhalter 4">
            <a:extLst xmlns:a="http://schemas.openxmlformats.org/drawingml/2006/main">
              <a:ext uri="{FF2B5EF4-FFF2-40B4-BE49-F238E27FC236}">
                <a16:creationId xmlns:a16="http://schemas.microsoft.com/office/drawing/2014/main" id="{A8492505-0818-7713-0384-3FBD39951901}"/>
              </a:ext>
            </a:extLst>
          </p:cNvPr>
          <p:cNvSpPr>
            <a:spLocks xmlns:a="http://schemas.openxmlformats.org/drawingml/2006/main" noGrp="1"/>
          </p:cNvSpPr>
          <p:nvPr>
            <p:ph type="sldNum" idx="24"/>
          </p:nvPr>
        </p:nvSpPr>
        <p:spPr>
          <a:xfrm xmlns:a="http://schemas.openxmlformats.org/drawingml/2006/main">
            <a:off x="11280745" y="6573600"/>
            <a:ext cx="647903" cy="144000"/>
          </a:xfrm>
        </p:spPr>
        <p:txBody>
          <a:bodyPr xmlns:a="http://schemas.openxmlformats.org/drawingml/2006/main"/>
          <a:lstStyle xmlns:a="http://schemas.openxmlformats.org/drawingml/2006/main"/>
          <a:p xmlns:a="http://schemas.openxmlformats.org/drawingml/2006/main">
            <a:r>
              <a:t>Seite 8</a:t>
            </a:r>
            <a:endParaRPr/>
          </a:p>
        </p:txBody>
      </p:sp>
      <p:sp>
        <p:nvSpPr>
          <p:cNvPr id="23" name="Datumsplatzhalter 22">
            <a:extLst xmlns:a="http://schemas.openxmlformats.org/drawingml/2006/main">
              <a:ext uri="{FF2B5EF4-FFF2-40B4-BE49-F238E27FC236}">
                <a16:creationId xmlns:a16="http://schemas.microsoft.com/office/drawing/2014/main" id="{73CDDF3E-97EE-9B91-4F88-73E1A44C6BB2}"/>
              </a:ext>
            </a:extLst>
          </p:cNvPr>
          <p:cNvSpPr>
            <a:spLocks xmlns:a="http://schemas.openxmlformats.org/drawingml/2006/main" noGrp="1"/>
          </p:cNvSpPr>
          <p:nvPr>
            <p:ph type="dt" idx="29"/>
          </p:nvPr>
        </p:nvSpPr>
        <p:spPr>
          <a:xfrm xmlns:a="http://schemas.openxmlformats.org/drawingml/2006/main">
            <a:off x="1559656" y="6573600"/>
            <a:ext cx="1944000" cy="144000"/>
          </a:xfrm>
        </p:spPr>
        <p:txBody>
          <a:bodyPr xmlns:a="http://schemas.openxmlformats.org/drawingml/2006/main"/>
          <a:lstStyle xmlns:a="http://schemas.openxmlformats.org/drawingml/2006/main"/>
          <a:p xmlns:a="http://schemas.openxmlformats.org/drawingml/2006/main">
            <a:r>
              <a:t>Intern, 06.08.2026</a:t>
            </a:r>
            <a:endParaRPr/>
          </a:p>
        </p:txBody>
      </p:sp>
      <p:sp>
        <p:nvSpPr>
          <p:cNvPr id="7" name="Banderole">
            <a:extLst xmlns:a="http://schemas.openxmlformats.org/drawingml/2006/main">
              <a:ext uri="{FF2B5EF4-FFF2-40B4-BE49-F238E27FC236}">
                <a16:creationId xmlns:a16="http://schemas.microsoft.com/office/drawing/2014/main" id="{F1F17850-2A60-751A-BEC2-048DF7927291}"/>
              </a:ext>
            </a:extLst>
          </p:cNvPr>
          <p:cNvSpPr>
            <a:spLocks xmlns:a="http://schemas.openxmlformats.org/drawingml/2006/main" noGrp="1"/>
          </p:cNvSpPr>
          <p:nvPr/>
        </p:nvSpPr>
        <p:spPr>
          <a:xfrm xmlns:a="http://schemas.openxmlformats.org/drawingml/2006/main">
            <a:off x="695400" y="2205038"/>
            <a:ext cx="2447851" cy="3240000"/>
          </a:xfrm>
          <a:prstGeom xmlns:a="http://schemas.openxmlformats.org/drawingml/2006/main" prst="round2DiagRect">
            <a:avLst>
              <a:gd name="adj1" fmla="val 24903"/>
              <a:gd name="adj2" fmla="val 0"/>
            </a:avLst>
          </a:prstGeom>
          <a:gradFill xmlns:a="http://schemas.openxmlformats.org/drawingml/2006/main">
            <a:gsLst>
              <a:gs pos="78000">
                <a:schemeClr val="bg2"/>
              </a:gs>
              <a:gs pos="0">
                <a:srgbClr val="9B348E"/>
              </a:gs>
              <a:gs pos="37000">
                <a:schemeClr val="bg2"/>
              </a:gs>
            </a:gsLst>
            <a:lin ang="12600000" scaled="0"/>
          </a:gradFill>
        </p:spPr>
        <p:txBody>
          <a:bodyPr xmlns:a="http://schemas.openxmlformats.org/drawingml/2006/main" wrap="square" lIns="216000" tIns="720000" rIns="216000" bIns="216000" anchor="t">
            <a:noAutofit/>
          </a:bodyPr>
          <a:lstStyle xmlns:a="http://schemas.openxmlformats.org/drawingml/2006/main">
            <a:lvl1pPr marL="0" indent="0" algn="l" defTabSz="914115">
              <a:lnSpc>
                <a:spcPct val="110000"/>
              </a:lnSpc>
              <a:spcBef>
                <a:spcPts val="0"/>
              </a:spcBef>
              <a:spcAft>
                <a:spcPts val="600"/>
              </a:spcAft>
              <a:buFont typeface="Arial"/>
              <a:buNone/>
              <a:defRPr sz="1800" b="0" kern="1200">
                <a:solidFill>
                  <a:schemeClr val="bg1"/>
                </a:solidFill>
                <a:latin typeface="+mj-lt"/>
                <a:ea typeface="+mj-lt"/>
                <a:cs typeface="+mj-lt"/>
              </a:defRPr>
            </a:lvl1pPr>
            <a:lvl2pPr marL="0" indent="0" algn="l" defTabSz="914115">
              <a:lnSpc>
                <a:spcPct val="110000"/>
              </a:lnSpc>
              <a:spcBef>
                <a:spcPts val="0"/>
              </a:spcBef>
              <a:spcAft>
                <a:spcPts val="600"/>
              </a:spcAft>
              <a:buFont typeface="Arial"/>
              <a:buNone/>
              <a:defRPr sz="1600" b="0" kern="1200">
                <a:solidFill>
                  <a:schemeClr val="bg1"/>
                </a:solidFill>
                <a:latin typeface="+mn-lt"/>
                <a:ea typeface="+mn-lt"/>
                <a:cs typeface="+mn-lt"/>
              </a:defRPr>
            </a:lvl2pPr>
            <a:lvl3pPr marL="180000" indent="-180000"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3pPr>
            <a:lvl4pPr marL="359888"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4pPr>
            <a:lvl5pPr marL="540000"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5pPr>
            <a:lvl6pPr marL="0" indent="0" algn="l" defTabSz="914115">
              <a:lnSpc>
                <a:spcPct val="110000"/>
              </a:lnSpc>
              <a:spcBef>
                <a:spcPts val="0"/>
              </a:spcBef>
              <a:spcAft>
                <a:spcPts val="600"/>
              </a:spcAft>
              <a:buFont typeface="Arial"/>
              <a:buNone/>
              <a:defRPr sz="1400" kern="1200" baseline="0">
                <a:solidFill>
                  <a:schemeClr val="bg1"/>
                </a:solidFill>
                <a:latin typeface="+mj-lt"/>
                <a:ea typeface="+mj-lt"/>
                <a:cs typeface="+mj-lt"/>
              </a:defRPr>
            </a:lvl6pPr>
            <a:lvl7pPr marL="0" indent="0" algn="l" defTabSz="914115">
              <a:lnSpc>
                <a:spcPct val="110000"/>
              </a:lnSpc>
              <a:spcBef>
                <a:spcPts val="0"/>
              </a:spcBef>
              <a:spcAft>
                <a:spcPts val="600"/>
              </a:spcAft>
              <a:buFont typeface="Arial"/>
              <a:buNone/>
              <a:defRPr sz="1200" kern="1200" baseline="0">
                <a:solidFill>
                  <a:schemeClr val="bg1"/>
                </a:solidFill>
                <a:latin typeface="+mn-lt"/>
                <a:ea typeface="+mn-lt"/>
                <a:cs typeface="+mn-lt"/>
              </a:defRPr>
            </a:lvl7pPr>
            <a:lvl8pPr marL="144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8pPr>
            <a:lvl9pPr marL="288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9pPr>
          </a:lstStyle>
          <a:p xmlns:a="http://schemas.openxmlformats.org/drawingml/2006/main">
            <a:pPr lvl="5">
              <a:buNone/>
            </a:pPr>
            <a:r>
              <a:t>FULL mit .100</a:t>
            </a:r>
            <a:endParaRPr/>
          </a:p>
          <a:p xmlns:a="http://schemas.openxmlformats.org/drawingml/2006/main">
            <a:pPr lvl="6">
              <a:buNone/>
            </a:pPr>
            <a:r>
              <a:t/>
            </a:r>
          </a:p>
          <a:p xmlns:a="http://schemas.openxmlformats.org/drawingml/2006/main">
            <a:pPr lvl="6">
              <a:buNone/>
            </a:pPr>
            <a:r>
              <a:t>Für jedes Projekt entstehen ein F-Element mit dem vollständigen Stand und ein leeres D-Element.</a:t>
            </a:r>
          </a:p>
        </p:txBody>
      </p:sp>
      <p:sp>
        <p:nvSpPr>
          <p:cNvPr id="8" name="Textplatzhalter 11">
            <a:extLst xmlns:a="http://schemas.openxmlformats.org/drawingml/2006/main">
              <a:ext uri="{FF2B5EF4-FFF2-40B4-BE49-F238E27FC236}">
                <a16:creationId xmlns:a16="http://schemas.microsoft.com/office/drawing/2014/main" id="{6A2DE57C-94D2-E8FD-A7E6-4CAC0916C59B}"/>
              </a:ext>
            </a:extLst>
          </p:cNvPr>
          <p:cNvSpPr>
            <a:spLocks xmlns:a="http://schemas.openxmlformats.org/drawingml/2006/main" noGrp="1"/>
          </p:cNvSpPr>
          <p:nvPr/>
        </p:nvSpPr>
        <p:spPr>
          <a:xfrm xmlns:a="http://schemas.openxmlformats.org/drawingml/2006/main">
            <a:off x="1055440" y="2492896"/>
            <a:ext cx="432000" cy="432000"/>
          </a:xfrm>
          <a:prstGeom xmlns:a="http://schemas.openxmlformats.org/drawingml/2006/main" prst="ellipse">
            <a:avLst/>
          </a:prstGeom>
          <a:noFill xmlns:a="http://schemas.openxmlformats.org/drawingml/2006/main"/>
          <a:ln xmlns:a="http://schemas.openxmlformats.org/drawingml/2006/main" w="12700">
            <a:solidFill>
              <a:schemeClr val="bg1"/>
            </a:solidFill>
          </a:ln>
        </p:spPr>
        <p:txBody>
          <a:bodyPr xmlns:a="http://schemas.openxmlformats.org/drawingml/2006/main" wrap="none" anchor="ctr"/>
          <a:lstStyle xmlns:a="http://schemas.openxmlformats.org/drawingml/2006/main">
            <a:lvl1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1pPr>
            <a:lvl2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2pPr>
            <a:lvl3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3pPr>
            <a:lvl4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4pPr>
            <a:lvl5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5pPr>
            <a:lvl6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6pPr>
            <a:lvl7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7pPr>
            <a:lvl8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8pPr>
            <a:lvl9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9pPr>
          </a:lstStyle>
          <a:p xmlns:a="http://schemas.openxmlformats.org/drawingml/2006/main">
            <a:r>
              <a:t>1</a:t>
            </a:r>
          </a:p>
        </p:txBody>
      </p:sp>
      <p:sp>
        <p:nvSpPr>
          <p:cNvPr id="9" name="Banderole">
            <a:extLst xmlns:a="http://schemas.openxmlformats.org/drawingml/2006/main">
              <a:ext uri="{FF2B5EF4-FFF2-40B4-BE49-F238E27FC236}">
                <a16:creationId xmlns:a16="http://schemas.microsoft.com/office/drawing/2014/main" id="{6AE18F69-1FF8-9DC0-4D24-0EAB83FEEC46}"/>
              </a:ext>
            </a:extLst>
          </p:cNvPr>
          <p:cNvSpPr>
            <a:spLocks xmlns:a="http://schemas.openxmlformats.org/drawingml/2006/main" noGrp="1"/>
          </p:cNvSpPr>
          <p:nvPr/>
        </p:nvSpPr>
        <p:spPr>
          <a:xfrm xmlns:a="http://schemas.openxmlformats.org/drawingml/2006/main">
            <a:off x="3503712" y="2205038"/>
            <a:ext cx="2447851" cy="3240000"/>
          </a:xfrm>
          <a:prstGeom xmlns:a="http://schemas.openxmlformats.org/drawingml/2006/main" prst="round2DiagRect">
            <a:avLst>
              <a:gd name="adj1" fmla="val 24903"/>
              <a:gd name="adj2" fmla="val 0"/>
            </a:avLst>
          </a:prstGeom>
          <a:gradFill xmlns:a="http://schemas.openxmlformats.org/drawingml/2006/main">
            <a:gsLst>
              <a:gs pos="78000">
                <a:schemeClr val="bg2"/>
              </a:gs>
              <a:gs pos="0">
                <a:srgbClr val="9B348E"/>
              </a:gs>
              <a:gs pos="37000">
                <a:schemeClr val="bg2"/>
              </a:gs>
            </a:gsLst>
            <a:lin ang="12600000" scaled="0"/>
          </a:gradFill>
        </p:spPr>
        <p:txBody>
          <a:bodyPr xmlns:a="http://schemas.openxmlformats.org/drawingml/2006/main" wrap="square" lIns="216000" tIns="720000" rIns="216000" bIns="216000" anchor="t">
            <a:noAutofit/>
          </a:bodyPr>
          <a:lstStyle xmlns:a="http://schemas.openxmlformats.org/drawingml/2006/main">
            <a:lvl1pPr marL="0" indent="0" algn="l" defTabSz="914115">
              <a:lnSpc>
                <a:spcPct val="110000"/>
              </a:lnSpc>
              <a:spcBef>
                <a:spcPts val="0"/>
              </a:spcBef>
              <a:spcAft>
                <a:spcPts val="600"/>
              </a:spcAft>
              <a:buFont typeface="Arial"/>
              <a:buNone/>
              <a:defRPr sz="1800" b="0" kern="1200">
                <a:solidFill>
                  <a:schemeClr val="bg1"/>
                </a:solidFill>
                <a:latin typeface="+mj-lt"/>
                <a:ea typeface="+mj-lt"/>
                <a:cs typeface="+mj-lt"/>
              </a:defRPr>
            </a:lvl1pPr>
            <a:lvl2pPr marL="0" indent="0" algn="l" defTabSz="914115">
              <a:lnSpc>
                <a:spcPct val="110000"/>
              </a:lnSpc>
              <a:spcBef>
                <a:spcPts val="0"/>
              </a:spcBef>
              <a:spcAft>
                <a:spcPts val="600"/>
              </a:spcAft>
              <a:buFont typeface="Arial"/>
              <a:buNone/>
              <a:defRPr sz="1600" b="0" kern="1200">
                <a:solidFill>
                  <a:schemeClr val="bg1"/>
                </a:solidFill>
                <a:latin typeface="+mn-lt"/>
                <a:ea typeface="+mn-lt"/>
                <a:cs typeface="+mn-lt"/>
              </a:defRPr>
            </a:lvl2pPr>
            <a:lvl3pPr marL="180000" indent="-180000"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3pPr>
            <a:lvl4pPr marL="359888"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4pPr>
            <a:lvl5pPr marL="540000"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5pPr>
            <a:lvl6pPr marL="0" indent="0" algn="l" defTabSz="914115">
              <a:lnSpc>
                <a:spcPct val="110000"/>
              </a:lnSpc>
              <a:spcBef>
                <a:spcPts val="0"/>
              </a:spcBef>
              <a:spcAft>
                <a:spcPts val="600"/>
              </a:spcAft>
              <a:buFont typeface="Arial"/>
              <a:buNone/>
              <a:defRPr sz="1400" kern="1200" baseline="0">
                <a:solidFill>
                  <a:schemeClr val="bg1"/>
                </a:solidFill>
                <a:latin typeface="+mj-lt"/>
                <a:ea typeface="+mj-lt"/>
                <a:cs typeface="+mj-lt"/>
              </a:defRPr>
            </a:lvl6pPr>
            <a:lvl7pPr marL="0" indent="0" algn="l" defTabSz="914115">
              <a:lnSpc>
                <a:spcPct val="110000"/>
              </a:lnSpc>
              <a:spcBef>
                <a:spcPts val="0"/>
              </a:spcBef>
              <a:spcAft>
                <a:spcPts val="600"/>
              </a:spcAft>
              <a:buFont typeface="Arial"/>
              <a:buNone/>
              <a:defRPr sz="1200" kern="1200" baseline="0">
                <a:solidFill>
                  <a:schemeClr val="bg1"/>
                </a:solidFill>
                <a:latin typeface="+mn-lt"/>
                <a:ea typeface="+mn-lt"/>
                <a:cs typeface="+mn-lt"/>
              </a:defRPr>
            </a:lvl7pPr>
            <a:lvl8pPr marL="144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8pPr>
            <a:lvl9pPr marL="288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9pPr>
          </a:lstStyle>
          <a:p xmlns:a="http://schemas.openxmlformats.org/drawingml/2006/main">
            <a:pPr lvl="5">
              <a:buNone/>
            </a:pPr>
            <a:r>
              <a:t>DELTA ab .100</a:t>
            </a:r>
          </a:p>
          <a:p xmlns:a="http://schemas.openxmlformats.org/drawingml/2006/main">
            <a:pPr lvl="6">
              <a:buNone/>
            </a:pPr>
            <a:r>
              <a:t/>
            </a:r>
          </a:p>
          <a:p xmlns:a="http://schemas.openxmlformats.org/drawingml/2006/main">
            <a:pPr lvl="6">
              <a:buNone/>
            </a:pPr>
            <a:r>
              <a:t>Das D-Element enthält die seit .100 neuen und geänderten Dateien sowie die Löschliste.</a:t>
            </a:r>
          </a:p>
        </p:txBody>
      </p:sp>
      <p:sp>
        <p:nvSpPr>
          <p:cNvPr id="10" name="Textplatzhalter 11">
            <a:extLst xmlns:a="http://schemas.openxmlformats.org/drawingml/2006/main">
              <a:ext uri="{FF2B5EF4-FFF2-40B4-BE49-F238E27FC236}">
                <a16:creationId xmlns:a16="http://schemas.microsoft.com/office/drawing/2014/main" id="{25C9273A-D2EC-37EA-066B-82A74683271B}"/>
              </a:ext>
            </a:extLst>
          </p:cNvPr>
          <p:cNvSpPr>
            <a:spLocks xmlns:a="http://schemas.openxmlformats.org/drawingml/2006/main" noGrp="1"/>
          </p:cNvSpPr>
          <p:nvPr/>
        </p:nvSpPr>
        <p:spPr>
          <a:xfrm xmlns:a="http://schemas.openxmlformats.org/drawingml/2006/main">
            <a:off x="3863752" y="2492896"/>
            <a:ext cx="432000" cy="432000"/>
          </a:xfrm>
          <a:prstGeom xmlns:a="http://schemas.openxmlformats.org/drawingml/2006/main" prst="ellipse">
            <a:avLst/>
          </a:prstGeom>
          <a:noFill xmlns:a="http://schemas.openxmlformats.org/drawingml/2006/main"/>
          <a:ln xmlns:a="http://schemas.openxmlformats.org/drawingml/2006/main" w="12700">
            <a:solidFill>
              <a:schemeClr val="bg1"/>
            </a:solidFill>
          </a:ln>
        </p:spPr>
        <p:txBody>
          <a:bodyPr xmlns:a="http://schemas.openxmlformats.org/drawingml/2006/main" wrap="none" anchor="ctr"/>
          <a:lstStyle xmlns:a="http://schemas.openxmlformats.org/drawingml/2006/main">
            <a:lvl1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1pPr>
            <a:lvl2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2pPr>
            <a:lvl3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3pPr>
            <a:lvl4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4pPr>
            <a:lvl5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5pPr>
            <a:lvl6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6pPr>
            <a:lvl7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7pPr>
            <a:lvl8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8pPr>
            <a:lvl9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9pPr>
          </a:lstStyle>
          <a:p xmlns:a="http://schemas.openxmlformats.org/drawingml/2006/main">
            <a:r>
              <a:t>2</a:t>
            </a:r>
          </a:p>
        </p:txBody>
      </p:sp>
      <p:sp>
        <p:nvSpPr>
          <p:cNvPr id="11" name="Banderole">
            <a:extLst xmlns:a="http://schemas.openxmlformats.org/drawingml/2006/main">
              <a:ext uri="{FF2B5EF4-FFF2-40B4-BE49-F238E27FC236}">
                <a16:creationId xmlns:a16="http://schemas.microsoft.com/office/drawing/2014/main" id="{41103582-F302-9DD9-3442-3D2930EDB8CB}"/>
              </a:ext>
            </a:extLst>
          </p:cNvPr>
          <p:cNvSpPr>
            <a:spLocks xmlns:a="http://schemas.openxmlformats.org/drawingml/2006/main" noGrp="1"/>
          </p:cNvSpPr>
          <p:nvPr/>
        </p:nvSpPr>
        <p:spPr>
          <a:xfrm xmlns:a="http://schemas.openxmlformats.org/drawingml/2006/main">
            <a:off x="6312445" y="2205038"/>
            <a:ext cx="2447851" cy="3240000"/>
          </a:xfrm>
          <a:prstGeom xmlns:a="http://schemas.openxmlformats.org/drawingml/2006/main" prst="round2DiagRect">
            <a:avLst>
              <a:gd name="adj1" fmla="val 24903"/>
              <a:gd name="adj2" fmla="val 0"/>
            </a:avLst>
          </a:prstGeom>
          <a:gradFill xmlns:a="http://schemas.openxmlformats.org/drawingml/2006/main">
            <a:gsLst>
              <a:gs pos="78000">
                <a:schemeClr val="bg2"/>
              </a:gs>
              <a:gs pos="0">
                <a:srgbClr val="9B348E"/>
              </a:gs>
              <a:gs pos="37000">
                <a:schemeClr val="bg2"/>
              </a:gs>
            </a:gsLst>
            <a:lin ang="12600000" scaled="0"/>
          </a:gradFill>
        </p:spPr>
        <p:txBody>
          <a:bodyPr xmlns:a="http://schemas.openxmlformats.org/drawingml/2006/main" wrap="square" lIns="216000" tIns="720000" rIns="216000" bIns="216000" anchor="t">
            <a:noAutofit/>
          </a:bodyPr>
          <a:lstStyle xmlns:a="http://schemas.openxmlformats.org/drawingml/2006/main">
            <a:lvl1pPr marL="0" indent="0" algn="l" defTabSz="914115">
              <a:lnSpc>
                <a:spcPct val="110000"/>
              </a:lnSpc>
              <a:spcBef>
                <a:spcPts val="0"/>
              </a:spcBef>
              <a:spcAft>
                <a:spcPts val="600"/>
              </a:spcAft>
              <a:buFont typeface="Arial"/>
              <a:buNone/>
              <a:defRPr sz="1800" b="0" kern="1200">
                <a:solidFill>
                  <a:schemeClr val="bg1"/>
                </a:solidFill>
                <a:latin typeface="+mj-lt"/>
                <a:ea typeface="+mj-lt"/>
                <a:cs typeface="+mj-lt"/>
              </a:defRPr>
            </a:lvl1pPr>
            <a:lvl2pPr marL="0" indent="0" algn="l" defTabSz="914115">
              <a:lnSpc>
                <a:spcPct val="110000"/>
              </a:lnSpc>
              <a:spcBef>
                <a:spcPts val="0"/>
              </a:spcBef>
              <a:spcAft>
                <a:spcPts val="600"/>
              </a:spcAft>
              <a:buFont typeface="Arial"/>
              <a:buNone/>
              <a:defRPr sz="1600" b="0" kern="1200">
                <a:solidFill>
                  <a:schemeClr val="bg1"/>
                </a:solidFill>
                <a:latin typeface="+mn-lt"/>
                <a:ea typeface="+mn-lt"/>
                <a:cs typeface="+mn-lt"/>
              </a:defRPr>
            </a:lvl2pPr>
            <a:lvl3pPr marL="180000" indent="-180000"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3pPr>
            <a:lvl4pPr marL="359888"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4pPr>
            <a:lvl5pPr marL="540000"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5pPr>
            <a:lvl6pPr marL="0" indent="0" algn="l" defTabSz="914115">
              <a:lnSpc>
                <a:spcPct val="110000"/>
              </a:lnSpc>
              <a:spcBef>
                <a:spcPts val="0"/>
              </a:spcBef>
              <a:spcAft>
                <a:spcPts val="600"/>
              </a:spcAft>
              <a:buFont typeface="Arial"/>
              <a:buNone/>
              <a:defRPr sz="1400" kern="1200" baseline="0">
                <a:solidFill>
                  <a:schemeClr val="bg1"/>
                </a:solidFill>
                <a:latin typeface="+mj-lt"/>
                <a:ea typeface="+mj-lt"/>
                <a:cs typeface="+mj-lt"/>
              </a:defRPr>
            </a:lvl6pPr>
            <a:lvl7pPr marL="0" indent="0" algn="l" defTabSz="914115">
              <a:lnSpc>
                <a:spcPct val="110000"/>
              </a:lnSpc>
              <a:spcBef>
                <a:spcPts val="0"/>
              </a:spcBef>
              <a:spcAft>
                <a:spcPts val="600"/>
              </a:spcAft>
              <a:buFont typeface="Arial"/>
              <a:buNone/>
              <a:defRPr sz="1200" kern="1200" baseline="0">
                <a:solidFill>
                  <a:schemeClr val="bg1"/>
                </a:solidFill>
                <a:latin typeface="+mn-lt"/>
                <a:ea typeface="+mn-lt"/>
                <a:cs typeface="+mn-lt"/>
              </a:defRPr>
            </a:lvl7pPr>
            <a:lvl8pPr marL="144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8pPr>
            <a:lvl9pPr marL="288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9pPr>
          </a:lstStyle>
          <a:p xmlns:a="http://schemas.openxmlformats.org/drawingml/2006/main">
            <a:pPr lvl="5">
              <a:buNone/>
            </a:pPr>
            <a:r>
              <a:t>GitHub Release</a:t>
            </a:r>
          </a:p>
          <a:p xmlns:a="http://schemas.openxmlformats.org/drawingml/2006/main">
            <a:pPr lvl="6">
              <a:buNone/>
            </a:pPr>
            <a:r>
              <a:t/>
            </a:r>
          </a:p>
          <a:p xmlns:a="http://schemas.openxmlformats.org/drawingml/2006/main">
            <a:pPr lvl="6">
              <a:buNone/>
            </a:pPr>
            <a:r>
              <a:t>Die Beschreibung fasst die Lieferung zusammen. Informationsdateien stehen zum Download bereit.</a:t>
            </a:r>
          </a:p>
        </p:txBody>
      </p:sp>
      <p:sp>
        <p:nvSpPr>
          <p:cNvPr id="12" name="Textplatzhalter 11">
            <a:extLst xmlns:a="http://schemas.openxmlformats.org/drawingml/2006/main">
              <a:ext uri="{FF2B5EF4-FFF2-40B4-BE49-F238E27FC236}">
                <a16:creationId xmlns:a16="http://schemas.microsoft.com/office/drawing/2014/main" id="{67D96C02-9280-441E-29C3-44F8995E3355}"/>
              </a:ext>
            </a:extLst>
          </p:cNvPr>
          <p:cNvSpPr>
            <a:spLocks xmlns:a="http://schemas.openxmlformats.org/drawingml/2006/main" noGrp="1"/>
          </p:cNvSpPr>
          <p:nvPr/>
        </p:nvSpPr>
        <p:spPr>
          <a:xfrm xmlns:a="http://schemas.openxmlformats.org/drawingml/2006/main">
            <a:off x="6672485" y="2492896"/>
            <a:ext cx="432000" cy="432000"/>
          </a:xfrm>
          <a:prstGeom xmlns:a="http://schemas.openxmlformats.org/drawingml/2006/main" prst="ellipse">
            <a:avLst/>
          </a:prstGeom>
          <a:noFill xmlns:a="http://schemas.openxmlformats.org/drawingml/2006/main"/>
          <a:ln xmlns:a="http://schemas.openxmlformats.org/drawingml/2006/main" w="12700">
            <a:solidFill>
              <a:schemeClr val="bg1"/>
            </a:solidFill>
          </a:ln>
        </p:spPr>
        <p:txBody>
          <a:bodyPr xmlns:a="http://schemas.openxmlformats.org/drawingml/2006/main" wrap="none" anchor="ctr"/>
          <a:lstStyle xmlns:a="http://schemas.openxmlformats.org/drawingml/2006/main">
            <a:lvl1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1pPr>
            <a:lvl2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2pPr>
            <a:lvl3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3pPr>
            <a:lvl4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4pPr>
            <a:lvl5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5pPr>
            <a:lvl6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6pPr>
            <a:lvl7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7pPr>
            <a:lvl8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8pPr>
            <a:lvl9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9pPr>
          </a:lstStyle>
          <a:p xmlns:a="http://schemas.openxmlformats.org/drawingml/2006/main">
            <a:r>
              <a:t>3</a:t>
            </a:r>
          </a:p>
        </p:txBody>
      </p:sp>
      <p:sp>
        <p:nvSpPr>
          <p:cNvPr id="13" name="Inhaltsplatzhalter 16">
            <a:extLst xmlns:a="http://schemas.openxmlformats.org/drawingml/2006/main">
              <a:ext uri="{FF2B5EF4-FFF2-40B4-BE49-F238E27FC236}">
                <a16:creationId xmlns:a16="http://schemas.microsoft.com/office/drawing/2014/main" id="{C0EE8F1B-3B97-7372-0740-C70E2DE84622}"/>
              </a:ext>
            </a:extLst>
          </p:cNvPr>
          <p:cNvSpPr>
            <a:spLocks xmlns:a="http://schemas.openxmlformats.org/drawingml/2006/main" noGrp="1"/>
          </p:cNvSpPr>
          <p:nvPr/>
        </p:nvSpPr>
        <p:spPr>
          <a:xfrm xmlns:a="http://schemas.openxmlformats.org/drawingml/2006/main">
            <a:off x="9192270" y="2205038"/>
            <a:ext cx="2375844" cy="4103687"/>
          </a:xfrm>
          <a:prstGeom xmlns:a="http://schemas.openxmlformats.org/drawingml/2006/main" prst="rect">
            <a:avLst/>
          </a:prstGeom>
        </p:spPr>
        <p:txBody>
          <a:bodyPr xmlns:a="http://schemas.openxmlformats.org/drawingml/2006/main" lIns="0" tIns="0" rIns="0" bIns="0"/>
          <a:lstStyle xmlns:a="http://schemas.openxmlformats.org/drawingml/2006/main">
            <a:lvl1pPr marL="0" indent="0" algn="l" defTabSz="914115">
              <a:lnSpc>
                <a:spcPct val="110000"/>
              </a:lnSpc>
              <a:spcBef>
                <a:spcPts val="0"/>
              </a:spcBef>
              <a:spcAft>
                <a:spcPts val="600"/>
              </a:spcAft>
              <a:buFont typeface="Arial"/>
              <a:buNone/>
              <a:defRPr sz="1800" b="0" kern="1200">
                <a:solidFill>
                  <a:schemeClr val="tx1"/>
                </a:solidFill>
                <a:latin typeface="+mj-lt"/>
                <a:ea typeface="+mj-lt"/>
                <a:cs typeface="+mj-lt"/>
              </a:defRPr>
            </a:lvl1pPr>
            <a:lvl2pPr marL="0" indent="0" algn="l" defTabSz="914115">
              <a:lnSpc>
                <a:spcPct val="110000"/>
              </a:lnSpc>
              <a:spcBef>
                <a:spcPts val="0"/>
              </a:spcBef>
              <a:spcAft>
                <a:spcPts val="600"/>
              </a:spcAft>
              <a:buFont typeface="Arial"/>
              <a:buNone/>
              <a:defRPr sz="1600" b="0" kern="1200">
                <a:solidFill>
                  <a:schemeClr val="tx1"/>
                </a:solidFill>
                <a:latin typeface="+mn-lt"/>
                <a:ea typeface="+mn-lt"/>
                <a:cs typeface="+mn-lt"/>
              </a:defRPr>
            </a:lvl2pPr>
            <a:lvl3pPr marL="179944"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3pPr>
            <a:lvl4pPr marL="359888"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4pPr>
            <a:lvl5pPr marL="540000"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5pPr>
            <a:lvl6pPr marL="0" indent="0" algn="l" defTabSz="914115">
              <a:lnSpc>
                <a:spcPct val="110000"/>
              </a:lnSpc>
              <a:spcBef>
                <a:spcPts val="0"/>
              </a:spcBef>
              <a:spcAft>
                <a:spcPts val="600"/>
              </a:spcAft>
              <a:buFont typeface="Arial"/>
              <a:buNone/>
              <a:defRPr sz="1400" kern="1200" baseline="0">
                <a:solidFill>
                  <a:schemeClr val="tx1"/>
                </a:solidFill>
                <a:latin typeface="+mj-lt"/>
                <a:ea typeface="+mj-lt"/>
                <a:cs typeface="+mj-lt"/>
              </a:defRPr>
            </a:lvl6pPr>
            <a:lvl7pPr marL="0" indent="0" algn="l" defTabSz="914115">
              <a:lnSpc>
                <a:spcPct val="110000"/>
              </a:lnSpc>
              <a:spcBef>
                <a:spcPts val="0"/>
              </a:spcBef>
              <a:spcAft>
                <a:spcPts val="600"/>
              </a:spcAft>
              <a:buFont typeface="Arial"/>
              <a:buNone/>
              <a:defRPr sz="1200" kern="1200" baseline="0">
                <a:solidFill>
                  <a:schemeClr val="tx1"/>
                </a:solidFill>
                <a:latin typeface="+mn-lt"/>
                <a:ea typeface="+mn-lt"/>
                <a:cs typeface="+mn-lt"/>
              </a:defRPr>
            </a:lvl7pPr>
            <a:lvl8pPr marL="144000" indent="-144000" algn="l" defTabSz="914115">
              <a:lnSpc>
                <a:spcPct val="110000"/>
              </a:lnSpc>
              <a:spcBef>
                <a:spcPts val="0"/>
              </a:spcBef>
              <a:spcAft>
                <a:spcPts val="600"/>
              </a:spcAft>
              <a:buClr>
                <a:schemeClr val="bg2"/>
              </a:buClr>
              <a:buFont typeface="Arial"/>
              <a:buChar char="•"/>
              <a:defRPr sz="1200" kern="1200" baseline="0">
                <a:solidFill>
                  <a:schemeClr val="tx1"/>
                </a:solidFill>
                <a:latin typeface="+mn-lt"/>
                <a:ea typeface="+mn-lt"/>
                <a:cs typeface="+mn-lt"/>
              </a:defRPr>
            </a:lvl8pPr>
            <a:lvl9pPr marL="288000" indent="-144000" algn="l" defTabSz="914115">
              <a:lnSpc>
                <a:spcPct val="110000"/>
              </a:lnSpc>
              <a:spcBef>
                <a:spcPts val="0"/>
              </a:spcBef>
              <a:spcAft>
                <a:spcPts val="600"/>
              </a:spcAft>
              <a:buClr>
                <a:schemeClr val="bg2"/>
              </a:buClr>
              <a:buFont typeface="Arial"/>
              <a:buChar char="•"/>
              <a:defRPr sz="1200" kern="1200" baseline="0">
                <a:solidFill>
                  <a:schemeClr val="tx1"/>
                </a:solidFill>
                <a:latin typeface="+mn-lt"/>
                <a:ea typeface="+mn-lt"/>
                <a:cs typeface="+mn-lt"/>
              </a:defRPr>
            </a:lvl9pPr>
          </a:lstStyle>
          <a:p xmlns:a="http://schemas.openxmlformats.org/drawingml/2006/main">
            <a:pPr lvl="5">
              <a:buNone/>
            </a:pPr>
            <a:r>
              <a:t>Beispiel</a:t>
            </a:r>
            <a:endParaRPr/>
          </a:p>
          <a:p xmlns:a="http://schemas.openxmlformats.org/drawingml/2006/main">
            <a:pPr lvl="5">
              <a:buNone/>
            </a:pPr>
            <a:r>
              <a:t/>
            </a:r>
          </a:p>
          <a:p xmlns:a="http://schemas.openxmlformats.org/drawingml/2006/main">
            <a:pPr lvl="6">
              <a:buNone/>
            </a:pPr>
            <a:r>
              <a:t>BYAUTOND</a:t>
            </a:r>
          </a:p>
          <a:p xmlns:a="http://schemas.openxmlformats.org/drawingml/2006/main">
            <a:pPr lvl="6">
              <a:buNone/>
            </a:pPr>
            <a:r>
              <a:t/>
            </a:r>
            <a:endParaRPr/>
          </a:p>
          <a:p xmlns:a="http://schemas.openxmlformats.org/drawingml/2006/main">
            <a:pPr lvl="5">
              <a:buNone/>
            </a:pPr>
            <a:r>
              <a:t>BY = Mandant</a:t>
            </a:r>
          </a:p>
          <a:p xmlns:a="http://schemas.openxmlformats.org/drawingml/2006/main">
            <a:pPr lvl="6">
              <a:buNone/>
            </a:pPr>
            <a:r>
              <a:t>AUTON = Projekt</a:t>
            </a:r>
          </a:p>
          <a:p xmlns:a="http://schemas.openxmlformats.org/drawingml/2006/main">
            <a:pPr lvl="5">
              <a:buNone/>
            </a:pPr>
            <a:r>
              <a:t>D = DELTA</a:t>
            </a:r>
            <a:endParaRPr/>
          </a:p>
          <a:p xmlns:a="http://schemas.openxmlformats.org/drawingml/2006/main">
            <a:pPr lvl="5">
              <a:buNone/>
            </a:pPr>
            <a:r>
              <a:t/>
            </a:r>
          </a:p>
          <a:p xmlns:a="http://schemas.openxmlformats.org/drawingml/2006/main">
            <a:pPr lvl="6">
              <a:buNone/>
            </a:pPr>
            <a:r>
              <a:t>Der Elementname ist zugleich der Mainframe-Member.</a:t>
            </a:r>
            <a:endParaRPr/>
          </a:p>
        </p:txBody>
      </p:sp>
    </p:spTree>
    <p:extLst>
      <p:ext uri="{BB962C8B-B14F-4D97-AF65-F5344CB8AC3E}">
        <p14:creationId xmlns:p14="http://schemas.microsoft.com/office/powerpoint/2010/main" val="198641060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platzhalter 1">
            <a:extLst xmlns:a="http://schemas.openxmlformats.org/drawingml/2006/main">
              <a:ext uri="{FF2B5EF4-FFF2-40B4-BE49-F238E27FC236}">
                <a16:creationId xmlns:a16="http://schemas.microsoft.com/office/drawing/2014/main" id="{A421A364-6E2A-AC32-62E6-72EAF610ECD2}"/>
              </a:ext>
            </a:extLst>
          </p:cNvPr>
          <p:cNvSpPr>
            <a:spLocks xmlns:a="http://schemas.openxmlformats.org/drawingml/2006/main" noGrp="1"/>
          </p:cNvSpPr>
          <p:nvPr>
            <p:ph type="body" idx="26"/>
          </p:nvPr>
        </p:nvSpPr>
        <p:spPr>
          <a:xfrm xmlns:a="http://schemas.openxmlformats.org/drawingml/2006/main">
            <a:off x="695401" y="548680"/>
            <a:ext cx="10296000" cy="288000"/>
          </a:xfrm>
        </p:spPr>
        <p:txBody>
          <a:bodyPr xmlns:a="http://schemas.openxmlformats.org/drawingml/2006/main"/>
          <a:lstStyle xmlns:a="http://schemas.openxmlformats.org/drawingml/2006/main"/>
          <a:p xmlns:a="http://schemas.openxmlformats.org/drawingml/2006/main">
            <a:r>
              <a:t>Repositories und Workflows</a:t>
            </a:r>
          </a:p>
        </p:txBody>
      </p:sp>
      <p:sp>
        <p:nvSpPr>
          <p:cNvPr id="3" name="Titel 2">
            <a:extLst xmlns:a="http://schemas.openxmlformats.org/drawingml/2006/main">
              <a:ext uri="{FF2B5EF4-FFF2-40B4-BE49-F238E27FC236}">
                <a16:creationId xmlns:a16="http://schemas.microsoft.com/office/drawing/2014/main" id="{7C7778AC-2811-BAB4-059B-E0F0B8369F36}"/>
              </a:ext>
            </a:extLst>
          </p:cNvPr>
          <p:cNvSpPr>
            <a:spLocks xmlns:a="http://schemas.openxmlformats.org/drawingml/2006/main" noGrp="1"/>
          </p:cNvSpPr>
          <p:nvPr>
            <p:ph type="title" idx="0"/>
          </p:nvPr>
        </p:nvSpPr>
        <p:spPr>
          <a:xfrm xmlns:a="http://schemas.openxmlformats.org/drawingml/2006/main">
            <a:off x="695325" y="908720"/>
            <a:ext cx="10872788" cy="576064"/>
          </a:xfrm>
        </p:spPr>
        <p:txBody>
          <a:bodyPr xmlns:a="http://schemas.openxmlformats.org/drawingml/2006/main"/>
          <a:lstStyle xmlns:a="http://schemas.openxmlformats.org/drawingml/2006/main"/>
          <a:p xmlns:a="http://schemas.openxmlformats.org/drawingml/2006/main">
            <a:r>
              <a:t>Die Mandanten-Repositories bleiben übersichtlich</a:t>
            </a:r>
          </a:p>
        </p:txBody>
      </p:sp>
      <p:sp>
        <p:nvSpPr>
          <p:cNvPr id="4" name="Textplatzhalter 3">
            <a:extLst xmlns:a="http://schemas.openxmlformats.org/drawingml/2006/main">
              <a:ext uri="{FF2B5EF4-FFF2-40B4-BE49-F238E27FC236}">
                <a16:creationId xmlns:a16="http://schemas.microsoft.com/office/drawing/2014/main" id="{3836E7D1-990B-3E4E-F5E0-CB2242982B78}"/>
              </a:ext>
            </a:extLst>
          </p:cNvPr>
          <p:cNvSpPr>
            <a:spLocks xmlns:a="http://schemas.openxmlformats.org/drawingml/2006/main" noGrp="1"/>
          </p:cNvSpPr>
          <p:nvPr>
            <p:ph type="body" idx="27"/>
          </p:nvPr>
        </p:nvSpPr>
        <p:spPr>
          <a:xfrm xmlns:a="http://schemas.openxmlformats.org/drawingml/2006/main">
            <a:off x="695401" y="1484784"/>
            <a:ext cx="10872712" cy="504000"/>
          </a:xfrm>
        </p:spPr>
        <p:txBody>
          <a:bodyPr xmlns:a="http://schemas.openxmlformats.org/drawingml/2006/main"/>
          <a:lstStyle xmlns:a="http://schemas.openxmlformats.org/drawingml/2006/main"/>
          <a:p xmlns:a="http://schemas.openxmlformats.org/drawingml/2006/main">
            <a:r>
              <a:t>Die Trigger-Workflows rufen eine festgelegte Version von mtext_actions auf</a:t>
            </a:r>
          </a:p>
        </p:txBody>
      </p:sp>
      <p:sp>
        <p:nvSpPr>
          <p:cNvPr id="5" name="Foliennummernplatzhalter 4">
            <a:extLst xmlns:a="http://schemas.openxmlformats.org/drawingml/2006/main">
              <a:ext uri="{FF2B5EF4-FFF2-40B4-BE49-F238E27FC236}">
                <a16:creationId xmlns:a16="http://schemas.microsoft.com/office/drawing/2014/main" id="{A8492505-0818-7713-0384-3FBD39951901}"/>
              </a:ext>
            </a:extLst>
          </p:cNvPr>
          <p:cNvSpPr>
            <a:spLocks xmlns:a="http://schemas.openxmlformats.org/drawingml/2006/main" noGrp="1"/>
          </p:cNvSpPr>
          <p:nvPr>
            <p:ph type="sldNum" idx="24"/>
          </p:nvPr>
        </p:nvSpPr>
        <p:spPr>
          <a:xfrm xmlns:a="http://schemas.openxmlformats.org/drawingml/2006/main">
            <a:off x="11280745" y="6573600"/>
            <a:ext cx="647903" cy="144000"/>
          </a:xfrm>
        </p:spPr>
        <p:txBody>
          <a:bodyPr xmlns:a="http://schemas.openxmlformats.org/drawingml/2006/main"/>
          <a:lstStyle xmlns:a="http://schemas.openxmlformats.org/drawingml/2006/main"/>
          <a:p xmlns:a="http://schemas.openxmlformats.org/drawingml/2006/main">
            <a:r>
              <a:t>Seite 9</a:t>
            </a:r>
            <a:endParaRPr/>
          </a:p>
        </p:txBody>
      </p:sp>
      <p:sp>
        <p:nvSpPr>
          <p:cNvPr id="23" name="Datumsplatzhalter 22">
            <a:extLst xmlns:a="http://schemas.openxmlformats.org/drawingml/2006/main">
              <a:ext uri="{FF2B5EF4-FFF2-40B4-BE49-F238E27FC236}">
                <a16:creationId xmlns:a16="http://schemas.microsoft.com/office/drawing/2014/main" id="{73CDDF3E-97EE-9B91-4F88-73E1A44C6BB2}"/>
              </a:ext>
            </a:extLst>
          </p:cNvPr>
          <p:cNvSpPr>
            <a:spLocks xmlns:a="http://schemas.openxmlformats.org/drawingml/2006/main" noGrp="1"/>
          </p:cNvSpPr>
          <p:nvPr>
            <p:ph type="dt" idx="29"/>
          </p:nvPr>
        </p:nvSpPr>
        <p:spPr>
          <a:xfrm xmlns:a="http://schemas.openxmlformats.org/drawingml/2006/main">
            <a:off x="1559656" y="6573600"/>
            <a:ext cx="1944000" cy="144000"/>
          </a:xfrm>
        </p:spPr>
        <p:txBody>
          <a:bodyPr xmlns:a="http://schemas.openxmlformats.org/drawingml/2006/main"/>
          <a:lstStyle xmlns:a="http://schemas.openxmlformats.org/drawingml/2006/main"/>
          <a:p xmlns:a="http://schemas.openxmlformats.org/drawingml/2006/main">
            <a:r>
              <a:t>Intern, 06.08.2026</a:t>
            </a:r>
            <a:endParaRPr/>
          </a:p>
        </p:txBody>
      </p:sp>
      <p:sp>
        <p:nvSpPr>
          <p:cNvPr id="7" name="Banderole">
            <a:extLst xmlns:a="http://schemas.openxmlformats.org/drawingml/2006/main">
              <a:ext uri="{FF2B5EF4-FFF2-40B4-BE49-F238E27FC236}">
                <a16:creationId xmlns:a16="http://schemas.microsoft.com/office/drawing/2014/main" id="{F1F17850-2A60-751A-BEC2-048DF7927291}"/>
              </a:ext>
            </a:extLst>
          </p:cNvPr>
          <p:cNvSpPr>
            <a:spLocks xmlns:a="http://schemas.openxmlformats.org/drawingml/2006/main" noGrp="1"/>
          </p:cNvSpPr>
          <p:nvPr/>
        </p:nvSpPr>
        <p:spPr>
          <a:xfrm xmlns:a="http://schemas.openxmlformats.org/drawingml/2006/main">
            <a:off x="695400" y="2205038"/>
            <a:ext cx="2447851" cy="3240000"/>
          </a:xfrm>
          <a:prstGeom xmlns:a="http://schemas.openxmlformats.org/drawingml/2006/main" prst="round2DiagRect">
            <a:avLst>
              <a:gd name="adj1" fmla="val 24903"/>
              <a:gd name="adj2" fmla="val 0"/>
            </a:avLst>
          </a:prstGeom>
          <a:gradFill xmlns:a="http://schemas.openxmlformats.org/drawingml/2006/main">
            <a:gsLst>
              <a:gs pos="78000">
                <a:schemeClr val="bg2"/>
              </a:gs>
              <a:gs pos="0">
                <a:srgbClr val="9B348E"/>
              </a:gs>
              <a:gs pos="37000">
                <a:schemeClr val="bg2"/>
              </a:gs>
            </a:gsLst>
            <a:lin ang="12600000" scaled="0"/>
          </a:gradFill>
        </p:spPr>
        <p:txBody>
          <a:bodyPr xmlns:a="http://schemas.openxmlformats.org/drawingml/2006/main" wrap="square" lIns="216000" tIns="720000" rIns="216000" bIns="216000" anchor="t">
            <a:noAutofit/>
          </a:bodyPr>
          <a:lstStyle xmlns:a="http://schemas.openxmlformats.org/drawingml/2006/main">
            <a:lvl1pPr marL="0" indent="0" algn="l" defTabSz="914115">
              <a:lnSpc>
                <a:spcPct val="110000"/>
              </a:lnSpc>
              <a:spcBef>
                <a:spcPts val="0"/>
              </a:spcBef>
              <a:spcAft>
                <a:spcPts val="600"/>
              </a:spcAft>
              <a:buFont typeface="Arial"/>
              <a:buNone/>
              <a:defRPr sz="1800" b="0" kern="1200">
                <a:solidFill>
                  <a:schemeClr val="bg1"/>
                </a:solidFill>
                <a:latin typeface="+mj-lt"/>
                <a:ea typeface="+mj-lt"/>
                <a:cs typeface="+mj-lt"/>
              </a:defRPr>
            </a:lvl1pPr>
            <a:lvl2pPr marL="0" indent="0" algn="l" defTabSz="914115">
              <a:lnSpc>
                <a:spcPct val="110000"/>
              </a:lnSpc>
              <a:spcBef>
                <a:spcPts val="0"/>
              </a:spcBef>
              <a:spcAft>
                <a:spcPts val="600"/>
              </a:spcAft>
              <a:buFont typeface="Arial"/>
              <a:buNone/>
              <a:defRPr sz="1600" b="0" kern="1200">
                <a:solidFill>
                  <a:schemeClr val="bg1"/>
                </a:solidFill>
                <a:latin typeface="+mn-lt"/>
                <a:ea typeface="+mn-lt"/>
                <a:cs typeface="+mn-lt"/>
              </a:defRPr>
            </a:lvl2pPr>
            <a:lvl3pPr marL="180000" indent="-180000"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3pPr>
            <a:lvl4pPr marL="359888"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4pPr>
            <a:lvl5pPr marL="540000"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5pPr>
            <a:lvl6pPr marL="0" indent="0" algn="l" defTabSz="914115">
              <a:lnSpc>
                <a:spcPct val="110000"/>
              </a:lnSpc>
              <a:spcBef>
                <a:spcPts val="0"/>
              </a:spcBef>
              <a:spcAft>
                <a:spcPts val="600"/>
              </a:spcAft>
              <a:buFont typeface="Arial"/>
              <a:buNone/>
              <a:defRPr sz="1400" kern="1200" baseline="0">
                <a:solidFill>
                  <a:schemeClr val="bg1"/>
                </a:solidFill>
                <a:latin typeface="+mj-lt"/>
                <a:ea typeface="+mj-lt"/>
                <a:cs typeface="+mj-lt"/>
              </a:defRPr>
            </a:lvl6pPr>
            <a:lvl7pPr marL="0" indent="0" algn="l" defTabSz="914115">
              <a:lnSpc>
                <a:spcPct val="110000"/>
              </a:lnSpc>
              <a:spcBef>
                <a:spcPts val="0"/>
              </a:spcBef>
              <a:spcAft>
                <a:spcPts val="600"/>
              </a:spcAft>
              <a:buFont typeface="Arial"/>
              <a:buNone/>
              <a:defRPr sz="1200" kern="1200" baseline="0">
                <a:solidFill>
                  <a:schemeClr val="bg1"/>
                </a:solidFill>
                <a:latin typeface="+mn-lt"/>
                <a:ea typeface="+mn-lt"/>
                <a:cs typeface="+mn-lt"/>
              </a:defRPr>
            </a:lvl7pPr>
            <a:lvl8pPr marL="144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8pPr>
            <a:lvl9pPr marL="288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9pPr>
          </a:lstStyle>
          <a:p xmlns:a="http://schemas.openxmlformats.org/drawingml/2006/main">
            <a:pPr lvl="5">
              <a:buNone/>
            </a:pPr>
            <a:r>
              <a:t>Mandanten-</a:t>
            </a:r>
            <a:endParaRPr/>
          </a:p>
          <a:p xmlns:a="http://schemas.openxmlformats.org/drawingml/2006/main">
            <a:pPr lvl="6">
              <a:buNone/>
            </a:pPr>
            <a:r>
              <a:t>Repository</a:t>
            </a:r>
          </a:p>
          <a:p xmlns:a="http://schemas.openxmlformats.org/drawingml/2006/main">
            <a:pPr lvl="6">
              <a:buNone/>
            </a:pPr>
            <a:r>
              <a:t/>
            </a:r>
          </a:p>
          <a:p xmlns:a="http://schemas.openxmlformats.org/drawingml/2006/main">
            <a:pPr lvl="6">
              <a:buNone/>
            </a:pPr>
            <a:r>
              <a:t>Enthält M/Text-Ressourcen, Konfiguration und kleine Trigger-Workflows.</a:t>
            </a:r>
          </a:p>
        </p:txBody>
      </p:sp>
      <p:sp>
        <p:nvSpPr>
          <p:cNvPr id="8" name="Textplatzhalter 11">
            <a:extLst xmlns:a="http://schemas.openxmlformats.org/drawingml/2006/main">
              <a:ext uri="{FF2B5EF4-FFF2-40B4-BE49-F238E27FC236}">
                <a16:creationId xmlns:a16="http://schemas.microsoft.com/office/drawing/2014/main" id="{6A2DE57C-94D2-E8FD-A7E6-4CAC0916C59B}"/>
              </a:ext>
            </a:extLst>
          </p:cNvPr>
          <p:cNvSpPr>
            <a:spLocks xmlns:a="http://schemas.openxmlformats.org/drawingml/2006/main" noGrp="1"/>
          </p:cNvSpPr>
          <p:nvPr/>
        </p:nvSpPr>
        <p:spPr>
          <a:xfrm xmlns:a="http://schemas.openxmlformats.org/drawingml/2006/main">
            <a:off x="1055440" y="2492896"/>
            <a:ext cx="432000" cy="432000"/>
          </a:xfrm>
          <a:prstGeom xmlns:a="http://schemas.openxmlformats.org/drawingml/2006/main" prst="ellipse">
            <a:avLst/>
          </a:prstGeom>
          <a:noFill xmlns:a="http://schemas.openxmlformats.org/drawingml/2006/main"/>
          <a:ln xmlns:a="http://schemas.openxmlformats.org/drawingml/2006/main" w="12700">
            <a:solidFill>
              <a:schemeClr val="bg1"/>
            </a:solidFill>
          </a:ln>
        </p:spPr>
        <p:txBody>
          <a:bodyPr xmlns:a="http://schemas.openxmlformats.org/drawingml/2006/main" wrap="none" anchor="ctr"/>
          <a:lstStyle xmlns:a="http://schemas.openxmlformats.org/drawingml/2006/main">
            <a:lvl1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1pPr>
            <a:lvl2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2pPr>
            <a:lvl3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3pPr>
            <a:lvl4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4pPr>
            <a:lvl5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5pPr>
            <a:lvl6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6pPr>
            <a:lvl7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7pPr>
            <a:lvl8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8pPr>
            <a:lvl9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9pPr>
          </a:lstStyle>
          <a:p xmlns:a="http://schemas.openxmlformats.org/drawingml/2006/main">
            <a:r>
              <a:t>1</a:t>
            </a:r>
          </a:p>
        </p:txBody>
      </p:sp>
      <p:sp>
        <p:nvSpPr>
          <p:cNvPr id="9" name="Banderole">
            <a:extLst xmlns:a="http://schemas.openxmlformats.org/drawingml/2006/main">
              <a:ext uri="{FF2B5EF4-FFF2-40B4-BE49-F238E27FC236}">
                <a16:creationId xmlns:a16="http://schemas.microsoft.com/office/drawing/2014/main" id="{6AE18F69-1FF8-9DC0-4D24-0EAB83FEEC46}"/>
              </a:ext>
            </a:extLst>
          </p:cNvPr>
          <p:cNvSpPr>
            <a:spLocks xmlns:a="http://schemas.openxmlformats.org/drawingml/2006/main" noGrp="1"/>
          </p:cNvSpPr>
          <p:nvPr/>
        </p:nvSpPr>
        <p:spPr>
          <a:xfrm xmlns:a="http://schemas.openxmlformats.org/drawingml/2006/main">
            <a:off x="3503712" y="2205038"/>
            <a:ext cx="2447851" cy="3240000"/>
          </a:xfrm>
          <a:prstGeom xmlns:a="http://schemas.openxmlformats.org/drawingml/2006/main" prst="round2DiagRect">
            <a:avLst>
              <a:gd name="adj1" fmla="val 24903"/>
              <a:gd name="adj2" fmla="val 0"/>
            </a:avLst>
          </a:prstGeom>
          <a:gradFill xmlns:a="http://schemas.openxmlformats.org/drawingml/2006/main">
            <a:gsLst>
              <a:gs pos="78000">
                <a:schemeClr val="bg2"/>
              </a:gs>
              <a:gs pos="0">
                <a:srgbClr val="9B348E"/>
              </a:gs>
              <a:gs pos="37000">
                <a:schemeClr val="bg2"/>
              </a:gs>
            </a:gsLst>
            <a:lin ang="12600000" scaled="0"/>
          </a:gradFill>
        </p:spPr>
        <p:txBody>
          <a:bodyPr xmlns:a="http://schemas.openxmlformats.org/drawingml/2006/main" wrap="square" lIns="216000" tIns="720000" rIns="216000" bIns="216000" anchor="t">
            <a:noAutofit/>
          </a:bodyPr>
          <a:lstStyle xmlns:a="http://schemas.openxmlformats.org/drawingml/2006/main">
            <a:lvl1pPr marL="0" indent="0" algn="l" defTabSz="914115">
              <a:lnSpc>
                <a:spcPct val="110000"/>
              </a:lnSpc>
              <a:spcBef>
                <a:spcPts val="0"/>
              </a:spcBef>
              <a:spcAft>
                <a:spcPts val="600"/>
              </a:spcAft>
              <a:buFont typeface="Arial"/>
              <a:buNone/>
              <a:defRPr sz="1800" b="0" kern="1200">
                <a:solidFill>
                  <a:schemeClr val="bg1"/>
                </a:solidFill>
                <a:latin typeface="+mj-lt"/>
                <a:ea typeface="+mj-lt"/>
                <a:cs typeface="+mj-lt"/>
              </a:defRPr>
            </a:lvl1pPr>
            <a:lvl2pPr marL="0" indent="0" algn="l" defTabSz="914115">
              <a:lnSpc>
                <a:spcPct val="110000"/>
              </a:lnSpc>
              <a:spcBef>
                <a:spcPts val="0"/>
              </a:spcBef>
              <a:spcAft>
                <a:spcPts val="600"/>
              </a:spcAft>
              <a:buFont typeface="Arial"/>
              <a:buNone/>
              <a:defRPr sz="1600" b="0" kern="1200">
                <a:solidFill>
                  <a:schemeClr val="bg1"/>
                </a:solidFill>
                <a:latin typeface="+mn-lt"/>
                <a:ea typeface="+mn-lt"/>
                <a:cs typeface="+mn-lt"/>
              </a:defRPr>
            </a:lvl2pPr>
            <a:lvl3pPr marL="180000" indent="-180000"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3pPr>
            <a:lvl4pPr marL="359888"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4pPr>
            <a:lvl5pPr marL="540000"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5pPr>
            <a:lvl6pPr marL="0" indent="0" algn="l" defTabSz="914115">
              <a:lnSpc>
                <a:spcPct val="110000"/>
              </a:lnSpc>
              <a:spcBef>
                <a:spcPts val="0"/>
              </a:spcBef>
              <a:spcAft>
                <a:spcPts val="600"/>
              </a:spcAft>
              <a:buFont typeface="Arial"/>
              <a:buNone/>
              <a:defRPr sz="1400" kern="1200" baseline="0">
                <a:solidFill>
                  <a:schemeClr val="bg1"/>
                </a:solidFill>
                <a:latin typeface="+mj-lt"/>
                <a:ea typeface="+mj-lt"/>
                <a:cs typeface="+mj-lt"/>
              </a:defRPr>
            </a:lvl6pPr>
            <a:lvl7pPr marL="0" indent="0" algn="l" defTabSz="914115">
              <a:lnSpc>
                <a:spcPct val="110000"/>
              </a:lnSpc>
              <a:spcBef>
                <a:spcPts val="0"/>
              </a:spcBef>
              <a:spcAft>
                <a:spcPts val="600"/>
              </a:spcAft>
              <a:buFont typeface="Arial"/>
              <a:buNone/>
              <a:defRPr sz="1200" kern="1200" baseline="0">
                <a:solidFill>
                  <a:schemeClr val="bg1"/>
                </a:solidFill>
                <a:latin typeface="+mn-lt"/>
                <a:ea typeface="+mn-lt"/>
                <a:cs typeface="+mn-lt"/>
              </a:defRPr>
            </a:lvl7pPr>
            <a:lvl8pPr marL="144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8pPr>
            <a:lvl9pPr marL="288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9pPr>
          </a:lstStyle>
          <a:p xmlns:a="http://schemas.openxmlformats.org/drawingml/2006/main">
            <a:pPr lvl="5">
              <a:buNone/>
            </a:pPr>
            <a:r>
              <a:t>Trigger-Workflows</a:t>
            </a:r>
          </a:p>
          <a:p xmlns:a="http://schemas.openxmlformats.org/drawingml/2006/main">
            <a:pPr lvl="6">
              <a:buNone/>
            </a:pPr>
            <a:r>
              <a:t/>
            </a:r>
          </a:p>
          <a:p xmlns:a="http://schemas.openxmlformats.org/drawingml/2006/main">
            <a:pPr lvl="6">
              <a:buNone/>
            </a:pPr>
            <a:r>
              <a:t>Reagieren auf Pushes, Merges, Release-Tags und manuelle Starts.</a:t>
            </a:r>
          </a:p>
        </p:txBody>
      </p:sp>
      <p:sp>
        <p:nvSpPr>
          <p:cNvPr id="10" name="Textplatzhalter 11">
            <a:extLst xmlns:a="http://schemas.openxmlformats.org/drawingml/2006/main">
              <a:ext uri="{FF2B5EF4-FFF2-40B4-BE49-F238E27FC236}">
                <a16:creationId xmlns:a16="http://schemas.microsoft.com/office/drawing/2014/main" id="{25C9273A-D2EC-37EA-066B-82A74683271B}"/>
              </a:ext>
            </a:extLst>
          </p:cNvPr>
          <p:cNvSpPr>
            <a:spLocks xmlns:a="http://schemas.openxmlformats.org/drawingml/2006/main" noGrp="1"/>
          </p:cNvSpPr>
          <p:nvPr/>
        </p:nvSpPr>
        <p:spPr>
          <a:xfrm xmlns:a="http://schemas.openxmlformats.org/drawingml/2006/main">
            <a:off x="3863752" y="2492896"/>
            <a:ext cx="432000" cy="432000"/>
          </a:xfrm>
          <a:prstGeom xmlns:a="http://schemas.openxmlformats.org/drawingml/2006/main" prst="ellipse">
            <a:avLst/>
          </a:prstGeom>
          <a:noFill xmlns:a="http://schemas.openxmlformats.org/drawingml/2006/main"/>
          <a:ln xmlns:a="http://schemas.openxmlformats.org/drawingml/2006/main" w="12700">
            <a:solidFill>
              <a:schemeClr val="bg1"/>
            </a:solidFill>
          </a:ln>
        </p:spPr>
        <p:txBody>
          <a:bodyPr xmlns:a="http://schemas.openxmlformats.org/drawingml/2006/main" wrap="none" anchor="ctr"/>
          <a:lstStyle xmlns:a="http://schemas.openxmlformats.org/drawingml/2006/main">
            <a:lvl1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1pPr>
            <a:lvl2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2pPr>
            <a:lvl3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3pPr>
            <a:lvl4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4pPr>
            <a:lvl5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5pPr>
            <a:lvl6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6pPr>
            <a:lvl7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7pPr>
            <a:lvl8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8pPr>
            <a:lvl9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9pPr>
          </a:lstStyle>
          <a:p xmlns:a="http://schemas.openxmlformats.org/drawingml/2006/main">
            <a:r>
              <a:t>2</a:t>
            </a:r>
          </a:p>
        </p:txBody>
      </p:sp>
      <p:sp>
        <p:nvSpPr>
          <p:cNvPr id="11" name="Banderole">
            <a:extLst xmlns:a="http://schemas.openxmlformats.org/drawingml/2006/main">
              <a:ext uri="{FF2B5EF4-FFF2-40B4-BE49-F238E27FC236}">
                <a16:creationId xmlns:a16="http://schemas.microsoft.com/office/drawing/2014/main" id="{41103582-F302-9DD9-3442-3D2930EDB8CB}"/>
              </a:ext>
            </a:extLst>
          </p:cNvPr>
          <p:cNvSpPr>
            <a:spLocks xmlns:a="http://schemas.openxmlformats.org/drawingml/2006/main" noGrp="1"/>
          </p:cNvSpPr>
          <p:nvPr/>
        </p:nvSpPr>
        <p:spPr>
          <a:xfrm xmlns:a="http://schemas.openxmlformats.org/drawingml/2006/main">
            <a:off x="6312445" y="2205038"/>
            <a:ext cx="2447851" cy="3240000"/>
          </a:xfrm>
          <a:prstGeom xmlns:a="http://schemas.openxmlformats.org/drawingml/2006/main" prst="round2DiagRect">
            <a:avLst>
              <a:gd name="adj1" fmla="val 24903"/>
              <a:gd name="adj2" fmla="val 0"/>
            </a:avLst>
          </a:prstGeom>
          <a:gradFill xmlns:a="http://schemas.openxmlformats.org/drawingml/2006/main">
            <a:gsLst>
              <a:gs pos="78000">
                <a:schemeClr val="bg2"/>
              </a:gs>
              <a:gs pos="0">
                <a:srgbClr val="9B348E"/>
              </a:gs>
              <a:gs pos="37000">
                <a:schemeClr val="bg2"/>
              </a:gs>
            </a:gsLst>
            <a:lin ang="12600000" scaled="0"/>
          </a:gradFill>
        </p:spPr>
        <p:txBody>
          <a:bodyPr xmlns:a="http://schemas.openxmlformats.org/drawingml/2006/main" wrap="square" lIns="216000" tIns="720000" rIns="216000" bIns="216000" anchor="t">
            <a:noAutofit/>
          </a:bodyPr>
          <a:lstStyle xmlns:a="http://schemas.openxmlformats.org/drawingml/2006/main">
            <a:lvl1pPr marL="0" indent="0" algn="l" defTabSz="914115">
              <a:lnSpc>
                <a:spcPct val="110000"/>
              </a:lnSpc>
              <a:spcBef>
                <a:spcPts val="0"/>
              </a:spcBef>
              <a:spcAft>
                <a:spcPts val="600"/>
              </a:spcAft>
              <a:buFont typeface="Arial"/>
              <a:buNone/>
              <a:defRPr sz="1800" b="0" kern="1200">
                <a:solidFill>
                  <a:schemeClr val="bg1"/>
                </a:solidFill>
                <a:latin typeface="+mj-lt"/>
                <a:ea typeface="+mj-lt"/>
                <a:cs typeface="+mj-lt"/>
              </a:defRPr>
            </a:lvl1pPr>
            <a:lvl2pPr marL="0" indent="0" algn="l" defTabSz="914115">
              <a:lnSpc>
                <a:spcPct val="110000"/>
              </a:lnSpc>
              <a:spcBef>
                <a:spcPts val="0"/>
              </a:spcBef>
              <a:spcAft>
                <a:spcPts val="600"/>
              </a:spcAft>
              <a:buFont typeface="Arial"/>
              <a:buNone/>
              <a:defRPr sz="1600" b="0" kern="1200">
                <a:solidFill>
                  <a:schemeClr val="bg1"/>
                </a:solidFill>
                <a:latin typeface="+mn-lt"/>
                <a:ea typeface="+mn-lt"/>
                <a:cs typeface="+mn-lt"/>
              </a:defRPr>
            </a:lvl2pPr>
            <a:lvl3pPr marL="180000" indent="-180000"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3pPr>
            <a:lvl4pPr marL="359888"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4pPr>
            <a:lvl5pPr marL="540000" indent="-179944" algn="l" defTabSz="914115">
              <a:lnSpc>
                <a:spcPct val="110000"/>
              </a:lnSpc>
              <a:spcBef>
                <a:spcPts val="0"/>
              </a:spcBef>
              <a:spcAft>
                <a:spcPts val="600"/>
              </a:spcAft>
              <a:buClr>
                <a:schemeClr val="bg1"/>
              </a:buClr>
              <a:buFont typeface="Arial"/>
              <a:buChar char="•"/>
              <a:defRPr sz="1600" kern="1200">
                <a:solidFill>
                  <a:schemeClr val="bg1"/>
                </a:solidFill>
                <a:latin typeface="+mn-lt"/>
                <a:ea typeface="+mn-lt"/>
                <a:cs typeface="+mn-lt"/>
              </a:defRPr>
            </a:lvl5pPr>
            <a:lvl6pPr marL="0" indent="0" algn="l" defTabSz="914115">
              <a:lnSpc>
                <a:spcPct val="110000"/>
              </a:lnSpc>
              <a:spcBef>
                <a:spcPts val="0"/>
              </a:spcBef>
              <a:spcAft>
                <a:spcPts val="600"/>
              </a:spcAft>
              <a:buFont typeface="Arial"/>
              <a:buNone/>
              <a:defRPr sz="1400" kern="1200" baseline="0">
                <a:solidFill>
                  <a:schemeClr val="bg1"/>
                </a:solidFill>
                <a:latin typeface="+mj-lt"/>
                <a:ea typeface="+mj-lt"/>
                <a:cs typeface="+mj-lt"/>
              </a:defRPr>
            </a:lvl6pPr>
            <a:lvl7pPr marL="0" indent="0" algn="l" defTabSz="914115">
              <a:lnSpc>
                <a:spcPct val="110000"/>
              </a:lnSpc>
              <a:spcBef>
                <a:spcPts val="0"/>
              </a:spcBef>
              <a:spcAft>
                <a:spcPts val="600"/>
              </a:spcAft>
              <a:buFont typeface="Arial"/>
              <a:buNone/>
              <a:defRPr sz="1200" kern="1200" baseline="0">
                <a:solidFill>
                  <a:schemeClr val="bg1"/>
                </a:solidFill>
                <a:latin typeface="+mn-lt"/>
                <a:ea typeface="+mn-lt"/>
                <a:cs typeface="+mn-lt"/>
              </a:defRPr>
            </a:lvl7pPr>
            <a:lvl8pPr marL="144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8pPr>
            <a:lvl9pPr marL="288000" indent="-144000" algn="l" defTabSz="914115">
              <a:lnSpc>
                <a:spcPct val="110000"/>
              </a:lnSpc>
              <a:spcBef>
                <a:spcPts val="0"/>
              </a:spcBef>
              <a:spcAft>
                <a:spcPts val="600"/>
              </a:spcAft>
              <a:buClr>
                <a:schemeClr val="bg1"/>
              </a:buClr>
              <a:buFont typeface="Arial"/>
              <a:buChar char="•"/>
              <a:defRPr sz="1200" kern="1200" baseline="0">
                <a:solidFill>
                  <a:schemeClr val="bg1"/>
                </a:solidFill>
                <a:latin typeface="+mn-lt"/>
                <a:ea typeface="+mn-lt"/>
                <a:cs typeface="+mn-lt"/>
              </a:defRPr>
            </a:lvl9pPr>
          </a:lstStyle>
          <a:p xmlns:a="http://schemas.openxmlformats.org/drawingml/2006/main">
            <a:pPr lvl="5">
              <a:buNone/>
            </a:pPr>
            <a:r>
              <a:t>mtext_actions</a:t>
            </a:r>
          </a:p>
          <a:p xmlns:a="http://schemas.openxmlformats.org/drawingml/2006/main">
            <a:pPr lvl="6">
              <a:buNone/>
            </a:pPr>
            <a:r>
              <a:t/>
            </a:r>
          </a:p>
          <a:p xmlns:a="http://schemas.openxmlformats.org/drawingml/2006/main">
            <a:pPr lvl="6">
              <a:buNone/>
            </a:pPr>
            <a:r>
              <a:t>Enthält Prüfungen, Synchronisation, Paketbau, Mainframe-Übergabe und Tests.</a:t>
            </a:r>
          </a:p>
        </p:txBody>
      </p:sp>
      <p:sp>
        <p:nvSpPr>
          <p:cNvPr id="12" name="Textplatzhalter 11">
            <a:extLst xmlns:a="http://schemas.openxmlformats.org/drawingml/2006/main">
              <a:ext uri="{FF2B5EF4-FFF2-40B4-BE49-F238E27FC236}">
                <a16:creationId xmlns:a16="http://schemas.microsoft.com/office/drawing/2014/main" id="{67D96C02-9280-441E-29C3-44F8995E3355}"/>
              </a:ext>
            </a:extLst>
          </p:cNvPr>
          <p:cNvSpPr>
            <a:spLocks xmlns:a="http://schemas.openxmlformats.org/drawingml/2006/main" noGrp="1"/>
          </p:cNvSpPr>
          <p:nvPr/>
        </p:nvSpPr>
        <p:spPr>
          <a:xfrm xmlns:a="http://schemas.openxmlformats.org/drawingml/2006/main">
            <a:off x="6672485" y="2492896"/>
            <a:ext cx="432000" cy="432000"/>
          </a:xfrm>
          <a:prstGeom xmlns:a="http://schemas.openxmlformats.org/drawingml/2006/main" prst="ellipse">
            <a:avLst/>
          </a:prstGeom>
          <a:noFill xmlns:a="http://schemas.openxmlformats.org/drawingml/2006/main"/>
          <a:ln xmlns:a="http://schemas.openxmlformats.org/drawingml/2006/main" w="12700">
            <a:solidFill>
              <a:schemeClr val="bg1"/>
            </a:solidFill>
          </a:ln>
        </p:spPr>
        <p:txBody>
          <a:bodyPr xmlns:a="http://schemas.openxmlformats.org/drawingml/2006/main" wrap="none" anchor="ctr"/>
          <a:lstStyle xmlns:a="http://schemas.openxmlformats.org/drawingml/2006/main">
            <a:lvl1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1pPr>
            <a:lvl2pPr marL="0" indent="0" algn="ctr" defTabSz="914115">
              <a:lnSpc>
                <a:spcPct val="100000"/>
              </a:lnSpc>
              <a:spcBef>
                <a:spcPts val="0"/>
              </a:spcBef>
              <a:spcAft>
                <a:spcPts val="0"/>
              </a:spcAft>
              <a:buFontTx/>
              <a:buNone/>
              <a:defRPr sz="2400" b="0" kern="1200" spc="-100">
                <a:solidFill>
                  <a:schemeClr val="bg1"/>
                </a:solidFill>
                <a:latin typeface="+mn-lt"/>
                <a:ea typeface="+mn-lt"/>
                <a:cs typeface="+mn-lt"/>
              </a:defRPr>
            </a:lvl2pPr>
            <a:lvl3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3pPr>
            <a:lvl4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4pPr>
            <a:lvl5pPr marL="0" indent="0" algn="ctr" defTabSz="914115">
              <a:lnSpc>
                <a:spcPct val="100000"/>
              </a:lnSpc>
              <a:spcBef>
                <a:spcPts val="0"/>
              </a:spcBef>
              <a:spcAft>
                <a:spcPts val="0"/>
              </a:spcAft>
              <a:buClr>
                <a:schemeClr val="bg2"/>
              </a:buClr>
              <a:buFontTx/>
              <a:buNone/>
              <a:defRPr sz="2400" b="0" kern="1200" spc="-100">
                <a:solidFill>
                  <a:schemeClr val="bg1"/>
                </a:solidFill>
                <a:latin typeface="+mn-lt"/>
                <a:ea typeface="+mn-lt"/>
                <a:cs typeface="+mn-lt"/>
              </a:defRPr>
            </a:lvl5pPr>
            <a:lvl6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6pPr>
            <a:lvl7pPr marL="0" indent="0" algn="ctr" defTabSz="914115">
              <a:lnSpc>
                <a:spcPct val="100000"/>
              </a:lnSpc>
              <a:spcBef>
                <a:spcPts val="0"/>
              </a:spcBef>
              <a:spcAft>
                <a:spcPts val="0"/>
              </a:spcAft>
              <a:buFontTx/>
              <a:buNone/>
              <a:defRPr sz="2400" b="0" kern="1200" spc="-100" baseline="0">
                <a:solidFill>
                  <a:schemeClr val="bg1"/>
                </a:solidFill>
                <a:latin typeface="+mn-lt"/>
                <a:ea typeface="+mn-lt"/>
                <a:cs typeface="+mn-lt"/>
              </a:defRPr>
            </a:lvl7pPr>
            <a:lvl8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8pPr>
            <a:lvl9pPr marL="0" indent="0" algn="ctr" defTabSz="914115">
              <a:lnSpc>
                <a:spcPct val="100000"/>
              </a:lnSpc>
              <a:spcBef>
                <a:spcPts val="0"/>
              </a:spcBef>
              <a:spcAft>
                <a:spcPts val="0"/>
              </a:spcAft>
              <a:buClr>
                <a:schemeClr val="bg2"/>
              </a:buClr>
              <a:buFontTx/>
              <a:buNone/>
              <a:defRPr sz="2400" b="0" kern="1200" spc="-100" baseline="0">
                <a:solidFill>
                  <a:schemeClr val="bg1"/>
                </a:solidFill>
                <a:latin typeface="+mn-lt"/>
                <a:ea typeface="+mn-lt"/>
                <a:cs typeface="+mn-lt"/>
              </a:defRPr>
            </a:lvl9pPr>
          </a:lstStyle>
          <a:p xmlns:a="http://schemas.openxmlformats.org/drawingml/2006/main">
            <a:r>
              <a:t>3</a:t>
            </a:r>
          </a:p>
        </p:txBody>
      </p:sp>
      <p:sp>
        <p:nvSpPr>
          <p:cNvPr id="13" name="Inhaltsplatzhalter 16">
            <a:extLst xmlns:a="http://schemas.openxmlformats.org/drawingml/2006/main">
              <a:ext uri="{FF2B5EF4-FFF2-40B4-BE49-F238E27FC236}">
                <a16:creationId xmlns:a16="http://schemas.microsoft.com/office/drawing/2014/main" id="{C0EE8F1B-3B97-7372-0740-C70E2DE84622}"/>
              </a:ext>
            </a:extLst>
          </p:cNvPr>
          <p:cNvSpPr>
            <a:spLocks xmlns:a="http://schemas.openxmlformats.org/drawingml/2006/main" noGrp="1"/>
          </p:cNvSpPr>
          <p:nvPr/>
        </p:nvSpPr>
        <p:spPr>
          <a:xfrm xmlns:a="http://schemas.openxmlformats.org/drawingml/2006/main">
            <a:off x="9192270" y="2205038"/>
            <a:ext cx="2375844" cy="4103687"/>
          </a:xfrm>
          <a:prstGeom xmlns:a="http://schemas.openxmlformats.org/drawingml/2006/main" prst="rect">
            <a:avLst/>
          </a:prstGeom>
        </p:spPr>
        <p:txBody>
          <a:bodyPr xmlns:a="http://schemas.openxmlformats.org/drawingml/2006/main" lIns="0" tIns="0" rIns="0" bIns="0"/>
          <a:lstStyle xmlns:a="http://schemas.openxmlformats.org/drawingml/2006/main">
            <a:lvl1pPr marL="0" indent="0" algn="l" defTabSz="914115">
              <a:lnSpc>
                <a:spcPct val="110000"/>
              </a:lnSpc>
              <a:spcBef>
                <a:spcPts val="0"/>
              </a:spcBef>
              <a:spcAft>
                <a:spcPts val="600"/>
              </a:spcAft>
              <a:buFont typeface="Arial"/>
              <a:buNone/>
              <a:defRPr sz="1800" b="0" kern="1200">
                <a:solidFill>
                  <a:schemeClr val="tx1"/>
                </a:solidFill>
                <a:latin typeface="+mj-lt"/>
                <a:ea typeface="+mj-lt"/>
                <a:cs typeface="+mj-lt"/>
              </a:defRPr>
            </a:lvl1pPr>
            <a:lvl2pPr marL="0" indent="0" algn="l" defTabSz="914115">
              <a:lnSpc>
                <a:spcPct val="110000"/>
              </a:lnSpc>
              <a:spcBef>
                <a:spcPts val="0"/>
              </a:spcBef>
              <a:spcAft>
                <a:spcPts val="600"/>
              </a:spcAft>
              <a:buFont typeface="Arial"/>
              <a:buNone/>
              <a:defRPr sz="1600" b="0" kern="1200">
                <a:solidFill>
                  <a:schemeClr val="tx1"/>
                </a:solidFill>
                <a:latin typeface="+mn-lt"/>
                <a:ea typeface="+mn-lt"/>
                <a:cs typeface="+mn-lt"/>
              </a:defRPr>
            </a:lvl2pPr>
            <a:lvl3pPr marL="179944"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3pPr>
            <a:lvl4pPr marL="359888"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4pPr>
            <a:lvl5pPr marL="540000" indent="-179944" algn="l" defTabSz="914115">
              <a:lnSpc>
                <a:spcPct val="110000"/>
              </a:lnSpc>
              <a:spcBef>
                <a:spcPts val="0"/>
              </a:spcBef>
              <a:spcAft>
                <a:spcPts val="600"/>
              </a:spcAft>
              <a:buClr>
                <a:schemeClr val="bg2"/>
              </a:buClr>
              <a:buFont typeface="Arial"/>
              <a:buChar char="•"/>
              <a:defRPr sz="1600" kern="1200">
                <a:solidFill>
                  <a:schemeClr val="tx1"/>
                </a:solidFill>
                <a:latin typeface="+mn-lt"/>
                <a:ea typeface="+mn-lt"/>
                <a:cs typeface="+mn-lt"/>
              </a:defRPr>
            </a:lvl5pPr>
            <a:lvl6pPr marL="0" indent="0" algn="l" defTabSz="914115">
              <a:lnSpc>
                <a:spcPct val="110000"/>
              </a:lnSpc>
              <a:spcBef>
                <a:spcPts val="0"/>
              </a:spcBef>
              <a:spcAft>
                <a:spcPts val="600"/>
              </a:spcAft>
              <a:buFont typeface="Arial"/>
              <a:buNone/>
              <a:defRPr sz="1400" kern="1200" baseline="0">
                <a:solidFill>
                  <a:schemeClr val="tx1"/>
                </a:solidFill>
                <a:latin typeface="+mj-lt"/>
                <a:ea typeface="+mj-lt"/>
                <a:cs typeface="+mj-lt"/>
              </a:defRPr>
            </a:lvl6pPr>
            <a:lvl7pPr marL="0" indent="0" algn="l" defTabSz="914115">
              <a:lnSpc>
                <a:spcPct val="110000"/>
              </a:lnSpc>
              <a:spcBef>
                <a:spcPts val="0"/>
              </a:spcBef>
              <a:spcAft>
                <a:spcPts val="600"/>
              </a:spcAft>
              <a:buFont typeface="Arial"/>
              <a:buNone/>
              <a:defRPr sz="1200" kern="1200" baseline="0">
                <a:solidFill>
                  <a:schemeClr val="tx1"/>
                </a:solidFill>
                <a:latin typeface="+mn-lt"/>
                <a:ea typeface="+mn-lt"/>
                <a:cs typeface="+mn-lt"/>
              </a:defRPr>
            </a:lvl7pPr>
            <a:lvl8pPr marL="144000" indent="-144000" algn="l" defTabSz="914115">
              <a:lnSpc>
                <a:spcPct val="110000"/>
              </a:lnSpc>
              <a:spcBef>
                <a:spcPts val="0"/>
              </a:spcBef>
              <a:spcAft>
                <a:spcPts val="600"/>
              </a:spcAft>
              <a:buClr>
                <a:schemeClr val="bg2"/>
              </a:buClr>
              <a:buFont typeface="Arial"/>
              <a:buChar char="•"/>
              <a:defRPr sz="1200" kern="1200" baseline="0">
                <a:solidFill>
                  <a:schemeClr val="tx1"/>
                </a:solidFill>
                <a:latin typeface="+mn-lt"/>
                <a:ea typeface="+mn-lt"/>
                <a:cs typeface="+mn-lt"/>
              </a:defRPr>
            </a:lvl8pPr>
            <a:lvl9pPr marL="288000" indent="-144000" algn="l" defTabSz="914115">
              <a:lnSpc>
                <a:spcPct val="110000"/>
              </a:lnSpc>
              <a:spcBef>
                <a:spcPts val="0"/>
              </a:spcBef>
              <a:spcAft>
                <a:spcPts val="600"/>
              </a:spcAft>
              <a:buClr>
                <a:schemeClr val="bg2"/>
              </a:buClr>
              <a:buFont typeface="Arial"/>
              <a:buChar char="•"/>
              <a:defRPr sz="1200" kern="1200" baseline="0">
                <a:solidFill>
                  <a:schemeClr val="tx1"/>
                </a:solidFill>
                <a:latin typeface="+mn-lt"/>
                <a:ea typeface="+mn-lt"/>
                <a:cs typeface="+mn-lt"/>
              </a:defRPr>
            </a:lvl9pPr>
          </a:lstStyle>
          <a:p xmlns:a="http://schemas.openxmlformats.org/drawingml/2006/main">
            <a:pPr lvl="5">
              <a:buNone/>
            </a:pPr>
            <a:r>
              <a:t>Nachvollziehbar</a:t>
            </a:r>
            <a:endParaRPr/>
          </a:p>
          <a:p xmlns:a="http://schemas.openxmlformats.org/drawingml/2006/main">
            <a:pPr lvl="5">
              <a:buNone/>
            </a:pPr>
            <a:r>
              <a:t/>
            </a:r>
          </a:p>
          <a:p xmlns:a="http://schemas.openxmlformats.org/drawingml/2006/main">
            <a:pPr lvl="6">
              <a:buNone/>
            </a:pPr>
            <a:r>
              <a:t>Im Workflow ist sichtbar, welcher Mandantenstand und welche Version der zentralen Automatisierung verwendet wurden.</a:t>
            </a:r>
          </a:p>
        </p:txBody>
      </p:sp>
    </p:spTree>
    <p:extLst>
      <p:ext uri="{BB962C8B-B14F-4D97-AF65-F5344CB8AC3E}">
        <p14:creationId xmlns:p14="http://schemas.microsoft.com/office/powerpoint/2010/main" val="198641060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4" name="Textplatzhalter 23">
            <a:extLst xmlns:a="http://schemas.openxmlformats.org/drawingml/2006/main">
              <a:ext uri="{FF2B5EF4-FFF2-40B4-BE49-F238E27FC236}">
                <a16:creationId xmlns:a16="http://schemas.microsoft.com/office/drawing/2014/main" id="{08D1E4A0-8A1A-42FD-94BB-7591268B7F2A}"/>
              </a:ext>
            </a:extLst>
          </p:cNvPr>
          <p:cNvSpPr>
            <a:spLocks xmlns:a="http://schemas.openxmlformats.org/drawingml/2006/main" noGrp="1"/>
          </p:cNvSpPr>
          <p:nvPr>
            <p:ph type="body" idx="26"/>
          </p:nvPr>
        </p:nvSpPr>
        <p:spPr/>
        <p:txBody>
          <a:bodyPr xmlns:a="http://schemas.openxmlformats.org/drawingml/2006/main"/>
          <a:lstStyle xmlns:a="http://schemas.openxmlformats.org/drawingml/2006/main"/>
          <a:p xmlns:a="http://schemas.openxmlformats.org/drawingml/2006/main">
            <a:r>
              <a:t>Einführung</a:t>
            </a:r>
            <a:endParaRPr/>
          </a:p>
        </p:txBody>
      </p:sp>
      <p:sp>
        <p:nvSpPr>
          <p:cNvPr id="22" name="Titel 21">
            <a:extLst xmlns:a="http://schemas.openxmlformats.org/drawingml/2006/main">
              <a:ext uri="{FF2B5EF4-FFF2-40B4-BE49-F238E27FC236}">
                <a16:creationId xmlns:a16="http://schemas.microsoft.com/office/drawing/2014/main" id="{ED5C5101-96DB-3861-BA51-15DD6A01D31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Die Umstellung erfolgt in zwei Schritten</a:t>
            </a:r>
            <a:endParaRPr/>
          </a:p>
        </p:txBody>
      </p:sp>
      <p:sp>
        <p:nvSpPr>
          <p:cNvPr id="25" name="Textplatzhalter 24">
            <a:extLst xmlns:a="http://schemas.openxmlformats.org/drawingml/2006/main">
              <a:ext uri="{FF2B5EF4-FFF2-40B4-BE49-F238E27FC236}">
                <a16:creationId xmlns:a16="http://schemas.microsoft.com/office/drawing/2014/main" id="{6AFFD9B2-0A43-73C5-3C3D-BBEC35F32FDF}"/>
              </a:ext>
            </a:extLst>
          </p:cNvPr>
          <p:cNvSpPr>
            <a:spLocks xmlns:a="http://schemas.openxmlformats.org/drawingml/2006/main" noGrp="1"/>
          </p:cNvSpPr>
          <p:nvPr>
            <p:ph type="body" idx="27"/>
          </p:nvPr>
        </p:nvSpPr>
        <p:spPr/>
        <p:txBody>
          <a:bodyPr xmlns:a="http://schemas.openxmlformats.org/drawingml/2006/main"/>
          <a:lstStyle xmlns:a="http://schemas.openxmlformats.org/drawingml/2006/main"/>
          <a:p xmlns:a="http://schemas.openxmlformats.org/drawingml/2006/main">
            <a:r>
              <a:t>Der bisherige Prozess bleibt während der Testphase produktiv</a:t>
            </a:r>
            <a:endParaRPr/>
          </a:p>
        </p:txBody>
      </p:sp>
      <p:sp>
        <p:nvSpPr>
          <p:cNvPr id="23" name="Inhaltsplatzhalter 22">
            <a:extLst xmlns:a="http://schemas.openxmlformats.org/drawingml/2006/main">
              <a:ext uri="{FF2B5EF4-FFF2-40B4-BE49-F238E27FC236}">
                <a16:creationId xmlns:a16="http://schemas.microsoft.com/office/drawing/2014/main" id="{DAF34379-B1DF-130D-156E-0A10C011C621}"/>
              </a:ext>
            </a:extLst>
          </p:cNvPr>
          <p:cNvSpPr>
            <a:spLocks xmlns:a="http://schemas.openxmlformats.org/drawingml/2006/main" noGrp="1"/>
          </p:cNvSpPr>
          <p:nvPr>
            <p:ph idx="20"/>
          </p:nvPr>
        </p:nvSpPr>
        <p:spPr/>
        <p:txBody>
          <a:bodyPr xmlns:a="http://schemas.openxmlformats.org/drawingml/2006/main"/>
          <a:lstStyle xmlns:a="http://schemas.openxmlformats.org/drawingml/2006/main"/>
          <a:p xmlns:a="http://schemas.openxmlformats.org/drawingml/2006/main">
            <a:r>
              <a:t>November oder Dezember 2026</a:t>
            </a:r>
            <a:endParaRPr/>
          </a:p>
          <a:p xmlns:a="http://schemas.openxmlformats.org/drawingml/2006/main">
            <a:r>
              <a:t>SVN-Abzug übernehmen und den neuen Ablauf verproben</a:t>
            </a:r>
            <a:endParaRPr/>
          </a:p>
          <a:p xmlns:a="http://schemas.openxmlformats.org/drawingml/2006/main">
            <a:r>
              <a:t/>
            </a:r>
            <a:endParaRPr/>
          </a:p>
          <a:p xmlns:a="http://schemas.openxmlformats.org/drawingml/2006/main">
            <a:r>
              <a:t>Januar 2027</a:t>
            </a:r>
            <a:endParaRPr/>
          </a:p>
          <a:p xmlns:a="http://schemas.openxmlformats.org/drawingml/2006/main">
            <a:r>
              <a:t>Den gültigen SVN-Stand nach Git übertragen und produktiv setzen</a:t>
            </a:r>
            <a:endParaRPr/>
          </a:p>
          <a:p xmlns:a="http://schemas.openxmlformats.org/drawingml/2006/main">
            <a:r>
              <a:t/>
            </a:r>
            <a:endParaRPr/>
          </a:p>
          <a:p xmlns:a="http://schemas.openxmlformats.org/drawingml/2006/main">
            <a:r>
              <a:t>Danach</a:t>
            </a:r>
            <a:endParaRPr/>
          </a:p>
          <a:p xmlns:a="http://schemas.openxmlformats.org/drawingml/2006/main">
            <a:r>
              <a:t>Git und GitHub Actions führen den Prozess. SVN und EN4920-Netz werden abgebaut.</a:t>
            </a:r>
            <a:endParaRPr/>
          </a:p>
          <a:p xmlns:a="http://schemas.openxmlformats.org/drawingml/2006/main">
            <a:r>
              <a:t/>
            </a:r>
            <a:endParaRPr/>
          </a:p>
          <a:p xmlns:a="http://schemas.openxmlformats.org/drawingml/2006/main">
            <a:r>
              <a:t>Für Anwender wichtig</a:t>
            </a:r>
            <a:endParaRPr/>
          </a:p>
          <a:p xmlns:a="http://schemas.openxmlformats.org/drawingml/2006/main">
            <a:r>
              <a:t>Feature-Branch verwenden → Workflow-Ergebnis prüfen → Release-Tag vor dem Push kontrollieren</a:t>
            </a:r>
            <a:endParaRPr/>
          </a:p>
        </p:txBody>
      </p:sp>
      <p:sp>
        <p:nvSpPr>
          <p:cNvPr id="6" name="Datumsplatzhalter 5">
            <a:extLst xmlns:a="http://schemas.openxmlformats.org/drawingml/2006/main">
              <a:ext uri="{FF2B5EF4-FFF2-40B4-BE49-F238E27FC236}">
                <a16:creationId xmlns:a16="http://schemas.microsoft.com/office/drawing/2014/main" id="{675E29CF-BC5A-3B59-6A9C-94C448129A4C}"/>
              </a:ext>
            </a:extLst>
          </p:cNvPr>
          <p:cNvSpPr>
            <a:spLocks xmlns:a="http://schemas.openxmlformats.org/drawingml/2006/main" noGrp="1"/>
          </p:cNvSpPr>
          <p:nvPr>
            <p:ph type="dt" idx="28"/>
          </p:nvPr>
        </p:nvSpPr>
        <p:spPr>
          <a:xfrm xmlns:a="http://schemas.openxmlformats.org/drawingml/2006/main">
            <a:off x="1559656" y="6573600"/>
            <a:ext cx="1944000" cy="144000"/>
          </a:xfrm>
        </p:spPr>
        <p:txBody>
          <a:bodyPr xmlns:a="http://schemas.openxmlformats.org/drawingml/2006/main"/>
          <a:lstStyle xmlns:a="http://schemas.openxmlformats.org/drawingml/2006/main"/>
          <a:p xmlns:a="http://schemas.openxmlformats.org/drawingml/2006/main">
            <a:r>
              <a:t>Intern, 06.08.2026</a:t>
            </a:r>
          </a:p>
        </p:txBody>
      </p:sp>
      <p:sp>
        <p:nvSpPr>
          <p:cNvPr id="7" name="Foliennummernplatzhalter 6">
            <a:extLst xmlns:a="http://schemas.openxmlformats.org/drawingml/2006/main">
              <a:ext uri="{FF2B5EF4-FFF2-40B4-BE49-F238E27FC236}">
                <a16:creationId xmlns:a16="http://schemas.microsoft.com/office/drawing/2014/main" id="{526BCD84-42A8-FE93-0551-742008FA4DEE}"/>
              </a:ext>
            </a:extLst>
          </p:cNvPr>
          <p:cNvSpPr>
            <a:spLocks xmlns:a="http://schemas.openxmlformats.org/drawingml/2006/main" noGrp="1"/>
          </p:cNvSpPr>
          <p:nvPr>
            <p:ph type="sldNum" idx="30"/>
          </p:nvPr>
        </p:nvSpPr>
        <p:spPr>
          <a:xfrm xmlns:a="http://schemas.openxmlformats.org/drawingml/2006/main">
            <a:off x="11280745" y="6573600"/>
            <a:ext cx="647903" cy="144000"/>
          </a:xfrm>
        </p:spPr>
        <p:txBody>
          <a:bodyPr xmlns:a="http://schemas.openxmlformats.org/drawingml/2006/main"/>
          <a:lstStyle xmlns:a="http://schemas.openxmlformats.org/drawingml/2006/main"/>
          <a:p xmlns:a="http://schemas.openxmlformats.org/drawingml/2006/main">
            <a:r>
              <a:t>Seite 10</a:t>
            </a:r>
            <a:endParaRPr/>
          </a:p>
        </p:txBody>
      </p:sp>
    </p:spTree>
    <p:extLst>
      <p:ext uri="{BB962C8B-B14F-4D97-AF65-F5344CB8AC3E}">
        <p14:creationId xmlns:p14="http://schemas.microsoft.com/office/powerpoint/2010/main" val="3455465518"/>
      </p:ext>
    </p:extLst>
  </p:cSld>
</p:sld>
</file>

<file path=ppt/theme/theme1.xml><?xml version="1.0" encoding="utf-8"?>
<a:theme xmlns:a="http://schemas.openxmlformats.org/drawingml/2006/main" name="Explain">
  <a:themeElements>
    <a:clrScheme name="//FI_2025_EXPLAIN">
      <a:dk1>
        <a:srgbClr val="000000"/>
      </a:dk1>
      <a:lt1>
        <a:srgbClr val="FFFFFF"/>
      </a:lt1>
      <a:dk2>
        <a:srgbClr val="D9D9D9"/>
      </a:dk2>
      <a:lt2>
        <a:srgbClr val="EE0000"/>
      </a:lt2>
      <a:accent1>
        <a:srgbClr val="FFC900"/>
      </a:accent1>
      <a:accent2>
        <a:srgbClr val="FF8F00"/>
      </a:accent2>
      <a:accent3>
        <a:srgbClr val="9B348E"/>
      </a:accent3>
      <a:accent4>
        <a:srgbClr val="2C57D2"/>
      </a:accent4>
      <a:accent5>
        <a:srgbClr val="00ACD3"/>
      </a:accent5>
      <a:accent6>
        <a:srgbClr val="009864"/>
      </a:accent6>
      <a:hlink>
        <a:srgbClr val="EE0000"/>
      </a:hlink>
      <a:folHlink>
        <a:srgbClr val="444B52"/>
      </a:folHlink>
    </a:clrScheme>
    <a:fontScheme name="// FI 2025 EXPLAIN">
      <a:majorFont>
        <a:latin typeface="Sparkasse Head"/>
        <a:ea typeface=""/>
        <a:cs typeface=""/>
      </a:majorFont>
      <a:minorFont>
        <a:latin typeface="Sparkasse Lt"/>
        <a:ea typeface=""/>
        <a:cs typeface=""/>
      </a:minorFont>
    </a:fontScheme>
    <a:fmtScheme name="//FI_2025_EXPLAI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2026-08-06T16:12:11.4300000Z</dcterms:created>
  <dcterms:modified xsi:type="dcterms:W3CDTF">2026-08-06T16:12:11.4300000Z</dcterms:modified>
</coreProperties>
</file>